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1.xml" ContentType="application/vnd.openxmlformats-officedocument.presentationml.tags+xml"/>
  <Override PartName="/ppt/notesSlides/notesSlide33.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9" r:id="rId5"/>
  </p:sldMasterIdLst>
  <p:notesMasterIdLst>
    <p:notesMasterId r:id="rId39"/>
  </p:notesMasterIdLst>
  <p:sldIdLst>
    <p:sldId id="291" r:id="rId6"/>
    <p:sldId id="292" r:id="rId7"/>
    <p:sldId id="308" r:id="rId8"/>
    <p:sldId id="296" r:id="rId9"/>
    <p:sldId id="261" r:id="rId10"/>
    <p:sldId id="1875" r:id="rId11"/>
    <p:sldId id="1876" r:id="rId12"/>
    <p:sldId id="448" r:id="rId13"/>
    <p:sldId id="1883" r:id="rId14"/>
    <p:sldId id="447" r:id="rId15"/>
    <p:sldId id="1877" r:id="rId16"/>
    <p:sldId id="1878" r:id="rId17"/>
    <p:sldId id="1869" r:id="rId18"/>
    <p:sldId id="449" r:id="rId19"/>
    <p:sldId id="1879" r:id="rId20"/>
    <p:sldId id="451" r:id="rId21"/>
    <p:sldId id="1870" r:id="rId22"/>
    <p:sldId id="452" r:id="rId23"/>
    <p:sldId id="453" r:id="rId24"/>
    <p:sldId id="1884" r:id="rId25"/>
    <p:sldId id="1886" r:id="rId26"/>
    <p:sldId id="1881" r:id="rId27"/>
    <p:sldId id="1871" r:id="rId28"/>
    <p:sldId id="1887" r:id="rId29"/>
    <p:sldId id="1872" r:id="rId30"/>
    <p:sldId id="454" r:id="rId31"/>
    <p:sldId id="1889" r:id="rId32"/>
    <p:sldId id="1880" r:id="rId33"/>
    <p:sldId id="458" r:id="rId34"/>
    <p:sldId id="1890" r:id="rId35"/>
    <p:sldId id="1882" r:id="rId36"/>
    <p:sldId id="457" r:id="rId37"/>
    <p:sldId id="269"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75780DC-B2A9-4971-8274-58387774E8A5}">
          <p14:sldIdLst>
            <p14:sldId id="291"/>
            <p14:sldId id="292"/>
            <p14:sldId id="308"/>
            <p14:sldId id="296"/>
            <p14:sldId id="261"/>
            <p14:sldId id="1875"/>
            <p14:sldId id="1876"/>
            <p14:sldId id="448"/>
            <p14:sldId id="1883"/>
            <p14:sldId id="447"/>
            <p14:sldId id="1877"/>
            <p14:sldId id="1878"/>
            <p14:sldId id="1869"/>
            <p14:sldId id="449"/>
            <p14:sldId id="1879"/>
            <p14:sldId id="451"/>
            <p14:sldId id="1870"/>
            <p14:sldId id="452"/>
            <p14:sldId id="453"/>
            <p14:sldId id="1884"/>
            <p14:sldId id="1886"/>
            <p14:sldId id="1881"/>
            <p14:sldId id="1871"/>
            <p14:sldId id="1887"/>
            <p14:sldId id="1872"/>
            <p14:sldId id="454"/>
            <p14:sldId id="1889"/>
            <p14:sldId id="1880"/>
            <p14:sldId id="458"/>
            <p14:sldId id="1890"/>
            <p14:sldId id="1882"/>
            <p14:sldId id="457"/>
            <p14:sldId id="269"/>
          </p14:sldIdLst>
        </p14:section>
        <p14:section name="archive" id="{D5B3814F-9832-47A6-94A8-D9669A73B97D}">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222813-7724-1D42-4B2C-3379BCCE06FA}" name="Collette Westerman" initials="CW" userId="S::collette.westerman@apmnet.us::70971be8-b4f5-4d64-968f-f4ff17e2e5d7" providerId="AD"/>
  <p188:author id="{AC282253-4FD2-1AE3-E96E-B1DC47324813}" name="Collette Westerman" initials="CW" userId="S::CWesterman@ingeus.co.uk::a207cbfe-ed5d-43cc-8115-c956b16f173a" providerId="AD"/>
  <p188:author id="{09F2ECA0-26A8-7578-492D-90B644F47049}" name="Kathryn Hunter" initials="KH" userId="S::kathryn.hunter@apmnet.us::839972a9-d21b-428c-87ba-d117b348d05a" providerId="AD"/>
  <p188:author id="{D383E5A5-2255-06AB-3F51-F83E85683658}" name="Lisa Jasper" initials="LJ" userId="S::lisa.jasper@apmnet.us::8c711746-4ef3-45f3-ae7d-7f963619675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F74"/>
    <a:srgbClr val="EC008C"/>
    <a:srgbClr val="172859"/>
    <a:srgbClr val="FDBA1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020" autoAdjust="0"/>
  </p:normalViewPr>
  <p:slideViewPr>
    <p:cSldViewPr snapToGrid="0">
      <p:cViewPr varScale="1">
        <p:scale>
          <a:sx n="80" d="100"/>
          <a:sy n="80" d="100"/>
        </p:scale>
        <p:origin x="162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presProps" Target="presProps.xml"/><Relationship Id="rId45"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20" Type="http://schemas.openxmlformats.org/officeDocument/2006/relationships/slide" Target="slides/slide15.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Foster" userId="b197d458-afbd-42d6-89b1-f38d5c9fbecb" providerId="ADAL" clId="{4BFBAA04-0A30-404A-8E60-303A904DFABF}"/>
    <pc:docChg chg="undo custSel modSld">
      <pc:chgData name="Steven Foster" userId="b197d458-afbd-42d6-89b1-f38d5c9fbecb" providerId="ADAL" clId="{4BFBAA04-0A30-404A-8E60-303A904DFABF}" dt="2026-09-22T12:47:09.690" v="90" actId="20577"/>
      <pc:docMkLst>
        <pc:docMk/>
      </pc:docMkLst>
      <pc:sldChg chg="modSp mod">
        <pc:chgData name="Steven Foster" userId="b197d458-afbd-42d6-89b1-f38d5c9fbecb" providerId="ADAL" clId="{4BFBAA04-0A30-404A-8E60-303A904DFABF}" dt="2026-09-22T12:47:09.690" v="90" actId="20577"/>
        <pc:sldMkLst>
          <pc:docMk/>
          <pc:sldMk cId="3161517947" sldId="292"/>
        </pc:sldMkLst>
        <pc:spChg chg="mod">
          <ac:chgData name="Steven Foster" userId="b197d458-afbd-42d6-89b1-f38d5c9fbecb" providerId="ADAL" clId="{4BFBAA04-0A30-404A-8E60-303A904DFABF}" dt="2026-09-22T12:47:09.690" v="90" actId="20577"/>
          <ac:spMkLst>
            <pc:docMk/>
            <pc:sldMk cId="3161517947" sldId="292"/>
            <ac:spMk id="7" creationId="{3FF8775C-D23D-46B1-A586-AC0645F3760E}"/>
          </ac:spMkLst>
        </pc:spChg>
      </pc:sldChg>
      <pc:sldChg chg="modSp">
        <pc:chgData name="Steven Foster" userId="b197d458-afbd-42d6-89b1-f38d5c9fbecb" providerId="ADAL" clId="{4BFBAA04-0A30-404A-8E60-303A904DFABF}" dt="2026-09-16T13:15:48.785" v="0"/>
        <pc:sldMkLst>
          <pc:docMk/>
          <pc:sldMk cId="1996576383" sldId="449"/>
        </pc:sldMkLst>
        <pc:graphicFrameChg chg="mod">
          <ac:chgData name="Steven Foster" userId="b197d458-afbd-42d6-89b1-f38d5c9fbecb" providerId="ADAL" clId="{4BFBAA04-0A30-404A-8E60-303A904DFABF}" dt="2026-09-16T13:15:48.785" v="0"/>
          <ac:graphicFrameMkLst>
            <pc:docMk/>
            <pc:sldMk cId="1996576383" sldId="449"/>
            <ac:graphicFrameMk id="3" creationId="{2E9D9004-EBBD-4BE5-835C-A7AD606B20D0}"/>
          </ac:graphicFrameMkLst>
        </pc:graphicFrameChg>
      </pc:sldChg>
      <pc:sldChg chg="modAnim">
        <pc:chgData name="Steven Foster" userId="b197d458-afbd-42d6-89b1-f38d5c9fbecb" providerId="ADAL" clId="{4BFBAA04-0A30-404A-8E60-303A904DFABF}" dt="2026-09-16T13:16:32.835" v="1"/>
        <pc:sldMkLst>
          <pc:docMk/>
          <pc:sldMk cId="3587072226" sldId="451"/>
        </pc:sldMkLst>
      </pc:sldChg>
      <pc:sldChg chg="modAnim">
        <pc:chgData name="Steven Foster" userId="b197d458-afbd-42d6-89b1-f38d5c9fbecb" providerId="ADAL" clId="{4BFBAA04-0A30-404A-8E60-303A904DFABF}" dt="2026-09-16T13:26:16.935" v="88"/>
        <pc:sldMkLst>
          <pc:docMk/>
          <pc:sldMk cId="2685807340" sldId="452"/>
        </pc:sldMkLst>
      </pc:sldChg>
      <pc:sldChg chg="addSp delSp modSp mod addAnim delAnim modAnim">
        <pc:chgData name="Steven Foster" userId="b197d458-afbd-42d6-89b1-f38d5c9fbecb" providerId="ADAL" clId="{4BFBAA04-0A30-404A-8E60-303A904DFABF}" dt="2026-09-16T13:23:55.227" v="74"/>
        <pc:sldMkLst>
          <pc:docMk/>
          <pc:sldMk cId="3391802837" sldId="1879"/>
        </pc:sldMkLst>
        <pc:spChg chg="add del">
          <ac:chgData name="Steven Foster" userId="b197d458-afbd-42d6-89b1-f38d5c9fbecb" providerId="ADAL" clId="{4BFBAA04-0A30-404A-8E60-303A904DFABF}" dt="2026-09-16T13:23:08.608" v="40" actId="478"/>
          <ac:spMkLst>
            <pc:docMk/>
            <pc:sldMk cId="3391802837" sldId="1879"/>
            <ac:spMk id="13" creationId="{FF0C1CCE-7774-706C-B3E5-81BC2389BA9D}"/>
          </ac:spMkLst>
        </pc:spChg>
        <pc:spChg chg="mod">
          <ac:chgData name="Steven Foster" userId="b197d458-afbd-42d6-89b1-f38d5c9fbecb" providerId="ADAL" clId="{4BFBAA04-0A30-404A-8E60-303A904DFABF}" dt="2026-09-16T13:23:38.565" v="71" actId="20577"/>
          <ac:spMkLst>
            <pc:docMk/>
            <pc:sldMk cId="3391802837" sldId="1879"/>
            <ac:spMk id="16" creationId="{95C06C71-D9B6-2DAC-9D1A-24FF9E5296DC}"/>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2D369AA-59C0-49E1-B55E-B70432456B9A}" type="doc">
      <dgm:prSet loTypeId="urn:microsoft.com/office/officeart/2005/8/layout/cycle8" loCatId="cycle" qsTypeId="urn:microsoft.com/office/officeart/2005/8/quickstyle/simple1#1" qsCatId="simple" csTypeId="urn:microsoft.com/office/officeart/2005/8/colors/accent1_2#1" csCatId="accent1" phldr="1"/>
      <dgm:spPr/>
      <dgm:t>
        <a:bodyPr/>
        <a:lstStyle/>
        <a:p>
          <a:endParaRPr lang="en-GB"/>
        </a:p>
      </dgm:t>
    </dgm:pt>
    <dgm:pt modelId="{D6618069-B0EC-4200-9E36-A2D5FA553F52}">
      <dgm:prSet phldrT="[Text]"/>
      <dgm:spPr>
        <a:xfrm>
          <a:off x="1062917" y="134435"/>
          <a:ext cx="1824320" cy="1824320"/>
        </a:xfrm>
        <a:prstGeom prst="pie">
          <a:avLst>
            <a:gd name="adj1" fmla="val 16200000"/>
            <a:gd name="adj2" fmla="val 20520000"/>
          </a:avLst>
        </a:prstGeom>
        <a:solidFill>
          <a:srgbClr val="00AF74"/>
        </a:solidFill>
        <a:ln w="12700" cap="flat" cmpd="sng" algn="ctr">
          <a:solidFill>
            <a:srgbClr val="FFFFFF">
              <a:hueOff val="0"/>
              <a:satOff val="0"/>
              <a:lumOff val="0"/>
              <a:alphaOff val="0"/>
            </a:srgbClr>
          </a:solidFill>
          <a:prstDash val="solid"/>
          <a:miter lim="800000"/>
        </a:ln>
        <a:effectLst/>
      </dgm:spPr>
      <dgm:t>
        <a:bodyPr/>
        <a:lstStyle/>
        <a:p>
          <a:pPr>
            <a:buNone/>
          </a:pPr>
          <a:r>
            <a:rPr lang="en-US" noProof="0">
              <a:solidFill>
                <a:srgbClr val="FFFFFF"/>
              </a:solidFill>
              <a:latin typeface="Arial" panose="020B0604020202020204" pitchFamily="34" charset="0"/>
              <a:ea typeface="+mn-ea"/>
              <a:cs typeface="Arial" panose="020B0604020202020204" pitchFamily="34" charset="0"/>
            </a:rPr>
            <a:t>Define</a:t>
          </a:r>
        </a:p>
      </dgm:t>
    </dgm:pt>
    <dgm:pt modelId="{893EE6D8-CE80-42FD-B96D-4B0C4CCFFA5F}" type="parTrans" cxnId="{804081B6-634C-48F7-BE19-0675DFCD041F}">
      <dgm:prSet/>
      <dgm:spPr/>
      <dgm:t>
        <a:bodyPr/>
        <a:lstStyle/>
        <a:p>
          <a:endParaRPr lang="en-GB"/>
        </a:p>
      </dgm:t>
    </dgm:pt>
    <dgm:pt modelId="{E2E703FF-F63F-4A79-96BF-A0500BFFB256}" type="sibTrans" cxnId="{804081B6-634C-48F7-BE19-0675DFCD041F}">
      <dgm:prSet/>
      <dgm:spPr/>
      <dgm:t>
        <a:bodyPr/>
        <a:lstStyle/>
        <a:p>
          <a:endParaRPr lang="en-GB"/>
        </a:p>
      </dgm:t>
    </dgm:pt>
    <dgm:pt modelId="{43434F5F-A1D0-4D7B-93B7-E3D3DB8C0F0B}">
      <dgm:prSet phldrT="[Text]"/>
      <dgm:spPr>
        <a:xfrm>
          <a:off x="1078554" y="183083"/>
          <a:ext cx="1824320" cy="1824320"/>
        </a:xfrm>
        <a:prstGeom prst="pie">
          <a:avLst>
            <a:gd name="adj1" fmla="val 20520000"/>
            <a:gd name="adj2" fmla="val 3240000"/>
          </a:avLst>
        </a:prstGeom>
        <a:solidFill>
          <a:srgbClr val="27AAE1"/>
        </a:solidFill>
        <a:ln w="12700" cap="flat" cmpd="sng" algn="ctr">
          <a:solidFill>
            <a:srgbClr val="FFFFFF">
              <a:hueOff val="0"/>
              <a:satOff val="0"/>
              <a:lumOff val="0"/>
              <a:alphaOff val="0"/>
            </a:srgbClr>
          </a:solidFill>
          <a:prstDash val="solid"/>
          <a:miter lim="800000"/>
        </a:ln>
        <a:effectLst/>
      </dgm:spPr>
      <dgm:t>
        <a:bodyPr/>
        <a:lstStyle/>
        <a:p>
          <a:pPr>
            <a:buNone/>
          </a:pPr>
          <a:r>
            <a:rPr lang="en-US" noProof="0">
              <a:solidFill>
                <a:srgbClr val="FFFFFF"/>
              </a:solidFill>
              <a:latin typeface="Trebuchet MS"/>
              <a:ea typeface="+mn-ea"/>
              <a:cs typeface="+mn-cs"/>
            </a:rPr>
            <a:t>Measure</a:t>
          </a:r>
        </a:p>
      </dgm:t>
    </dgm:pt>
    <dgm:pt modelId="{CC653188-7757-47F5-980D-2F580D5D046C}" type="parTrans" cxnId="{65D8C6C9-1A10-491C-9E4D-E64E01660637}">
      <dgm:prSet/>
      <dgm:spPr/>
      <dgm:t>
        <a:bodyPr/>
        <a:lstStyle/>
        <a:p>
          <a:endParaRPr lang="en-GB"/>
        </a:p>
      </dgm:t>
    </dgm:pt>
    <dgm:pt modelId="{BAD65EFA-967E-4883-AE14-C7953EF71C1F}" type="sibTrans" cxnId="{65D8C6C9-1A10-491C-9E4D-E64E01660637}">
      <dgm:prSet/>
      <dgm:spPr/>
      <dgm:t>
        <a:bodyPr/>
        <a:lstStyle/>
        <a:p>
          <a:endParaRPr lang="en-GB"/>
        </a:p>
      </dgm:t>
    </dgm:pt>
    <dgm:pt modelId="{27BF821D-2F3E-49CD-9B37-04D0FA768287}">
      <dgm:prSet phldrT="[Text]"/>
      <dgm:spPr>
        <a:xfrm>
          <a:off x="1037289" y="213054"/>
          <a:ext cx="1824320" cy="1824320"/>
        </a:xfrm>
        <a:prstGeom prst="pie">
          <a:avLst>
            <a:gd name="adj1" fmla="val 3240000"/>
            <a:gd name="adj2" fmla="val 7560000"/>
          </a:avLst>
        </a:prstGeom>
        <a:solidFill>
          <a:srgbClr val="EC008C"/>
        </a:solidFill>
        <a:ln w="12700" cap="flat" cmpd="sng" algn="ctr">
          <a:solidFill>
            <a:srgbClr val="FFFFFF">
              <a:hueOff val="0"/>
              <a:satOff val="0"/>
              <a:lumOff val="0"/>
              <a:alphaOff val="0"/>
            </a:srgbClr>
          </a:solidFill>
          <a:prstDash val="solid"/>
          <a:miter lim="800000"/>
        </a:ln>
        <a:effectLst/>
      </dgm:spPr>
      <dgm:t>
        <a:bodyPr/>
        <a:lstStyle/>
        <a:p>
          <a:pPr>
            <a:buNone/>
          </a:pPr>
          <a:r>
            <a:rPr lang="en-US" noProof="0">
              <a:solidFill>
                <a:srgbClr val="FFFFFF"/>
              </a:solidFill>
              <a:latin typeface="Trebuchet MS"/>
              <a:ea typeface="+mn-ea"/>
              <a:cs typeface="+mn-cs"/>
            </a:rPr>
            <a:t>Analyze</a:t>
          </a:r>
        </a:p>
        <a:p>
          <a:pPr>
            <a:buNone/>
          </a:pPr>
          <a:endParaRPr lang="en-US" noProof="0">
            <a:solidFill>
              <a:srgbClr val="FFFFFF"/>
            </a:solidFill>
            <a:latin typeface="Trebuchet MS"/>
            <a:ea typeface="+mn-ea"/>
            <a:cs typeface="+mn-cs"/>
          </a:endParaRPr>
        </a:p>
      </dgm:t>
    </dgm:pt>
    <dgm:pt modelId="{D1698C79-E725-47CC-941A-190C96E6E135}" type="parTrans" cxnId="{F2C731B1-6208-471C-8AA5-21AEAFEA8436}">
      <dgm:prSet/>
      <dgm:spPr/>
      <dgm:t>
        <a:bodyPr/>
        <a:lstStyle/>
        <a:p>
          <a:endParaRPr lang="en-GB"/>
        </a:p>
      </dgm:t>
    </dgm:pt>
    <dgm:pt modelId="{66444982-89CC-4ADF-9DDF-851D4855A8D8}" type="sibTrans" cxnId="{F2C731B1-6208-471C-8AA5-21AEAFEA8436}">
      <dgm:prSet/>
      <dgm:spPr/>
      <dgm:t>
        <a:bodyPr/>
        <a:lstStyle/>
        <a:p>
          <a:endParaRPr lang="en-GB"/>
        </a:p>
      </dgm:t>
    </dgm:pt>
    <dgm:pt modelId="{17623FF4-83D1-409E-B2C9-D3BD0C35F949}">
      <dgm:prSet/>
      <dgm:spPr>
        <a:xfrm>
          <a:off x="1062917" y="134435"/>
          <a:ext cx="1824320" cy="1824320"/>
        </a:xfrm>
        <a:prstGeom prst="pie">
          <a:avLst>
            <a:gd name="adj1" fmla="val 16200000"/>
            <a:gd name="adj2" fmla="val 20520000"/>
          </a:avLst>
        </a:prstGeom>
        <a:solidFill>
          <a:srgbClr val="00AF74"/>
        </a:solidFill>
        <a:ln w="12700" cap="flat" cmpd="sng" algn="ctr">
          <a:solidFill>
            <a:srgbClr val="FFFFFF">
              <a:hueOff val="0"/>
              <a:satOff val="0"/>
              <a:lumOff val="0"/>
              <a:alphaOff val="0"/>
            </a:srgbClr>
          </a:solidFill>
          <a:prstDash val="solid"/>
          <a:miter lim="800000"/>
        </a:ln>
        <a:effectLst/>
      </dgm:spPr>
      <dgm:t>
        <a:bodyPr/>
        <a:lstStyle/>
        <a:p>
          <a:pPr>
            <a:buChar char="•"/>
          </a:pPr>
          <a:endParaRPr lang="en-US" noProof="0">
            <a:solidFill>
              <a:srgbClr val="FFFFFF"/>
            </a:solidFill>
            <a:latin typeface="Trebuchet MS"/>
            <a:ea typeface="+mn-ea"/>
            <a:cs typeface="+mn-cs"/>
          </a:endParaRPr>
        </a:p>
      </dgm:t>
    </dgm:pt>
    <dgm:pt modelId="{C5298539-7CF6-43EF-ACF5-4ED8AC1B4A67}" type="parTrans" cxnId="{E02ACA6B-C3D3-4D90-B61C-6E8277B25FF2}">
      <dgm:prSet/>
      <dgm:spPr/>
      <dgm:t>
        <a:bodyPr/>
        <a:lstStyle/>
        <a:p>
          <a:endParaRPr lang="en-GB"/>
        </a:p>
      </dgm:t>
    </dgm:pt>
    <dgm:pt modelId="{A170FA3D-9235-415D-8D21-809B23642B3F}" type="sibTrans" cxnId="{E02ACA6B-C3D3-4D90-B61C-6E8277B25FF2}">
      <dgm:prSet/>
      <dgm:spPr/>
      <dgm:t>
        <a:bodyPr/>
        <a:lstStyle/>
        <a:p>
          <a:endParaRPr lang="en-GB"/>
        </a:p>
      </dgm:t>
    </dgm:pt>
    <dgm:pt modelId="{61F0A2E3-1D9E-4CEC-86A0-B0FE6E70E7B1}">
      <dgm:prSet/>
      <dgm:spPr>
        <a:xfrm>
          <a:off x="996025" y="183083"/>
          <a:ext cx="1824320" cy="1824320"/>
        </a:xfrm>
        <a:prstGeom prst="pie">
          <a:avLst>
            <a:gd name="adj1" fmla="val 7560000"/>
            <a:gd name="adj2" fmla="val 11880000"/>
          </a:avLst>
        </a:prstGeom>
        <a:solidFill>
          <a:srgbClr val="FBBA00"/>
        </a:solidFill>
        <a:ln w="12700" cap="flat" cmpd="sng" algn="ctr">
          <a:solidFill>
            <a:srgbClr val="FFFFFF">
              <a:hueOff val="0"/>
              <a:satOff val="0"/>
              <a:lumOff val="0"/>
              <a:alphaOff val="0"/>
            </a:srgbClr>
          </a:solidFill>
          <a:prstDash val="solid"/>
          <a:miter lim="800000"/>
        </a:ln>
        <a:effectLst/>
      </dgm:spPr>
      <dgm:t>
        <a:bodyPr/>
        <a:lstStyle/>
        <a:p>
          <a:pPr>
            <a:buNone/>
          </a:pPr>
          <a:r>
            <a:rPr lang="en-US" noProof="0">
              <a:solidFill>
                <a:srgbClr val="FFFFFF"/>
              </a:solidFill>
              <a:latin typeface="Trebuchet MS"/>
              <a:ea typeface="+mn-ea"/>
              <a:cs typeface="+mn-cs"/>
            </a:rPr>
            <a:t>Improve</a:t>
          </a:r>
        </a:p>
      </dgm:t>
    </dgm:pt>
    <dgm:pt modelId="{13F9578B-8F2E-4E59-AA8C-9F45715DF7BE}" type="parTrans" cxnId="{49807935-D82D-4A28-9444-CF41A811697A}">
      <dgm:prSet/>
      <dgm:spPr/>
      <dgm:t>
        <a:bodyPr/>
        <a:lstStyle/>
        <a:p>
          <a:endParaRPr lang="en-GB"/>
        </a:p>
      </dgm:t>
    </dgm:pt>
    <dgm:pt modelId="{5B0F3261-B8F3-4EF6-8025-08F245E8EF09}" type="sibTrans" cxnId="{49807935-D82D-4A28-9444-CF41A811697A}">
      <dgm:prSet/>
      <dgm:spPr/>
      <dgm:t>
        <a:bodyPr/>
        <a:lstStyle/>
        <a:p>
          <a:endParaRPr lang="en-GB"/>
        </a:p>
      </dgm:t>
    </dgm:pt>
    <dgm:pt modelId="{3607FCD8-6657-4836-95A4-7A279A1F256B}">
      <dgm:prSet/>
      <dgm:spPr>
        <a:xfrm>
          <a:off x="1011662" y="134435"/>
          <a:ext cx="1824320" cy="1824320"/>
        </a:xfrm>
        <a:prstGeom prst="pie">
          <a:avLst>
            <a:gd name="adj1" fmla="val 11880000"/>
            <a:gd name="adj2" fmla="val 16200000"/>
          </a:avLst>
        </a:prstGeom>
        <a:solidFill>
          <a:srgbClr val="7030A0"/>
        </a:solidFill>
        <a:ln w="12700" cap="flat" cmpd="sng" algn="ctr">
          <a:solidFill>
            <a:srgbClr val="FFFFFF">
              <a:hueOff val="0"/>
              <a:satOff val="0"/>
              <a:lumOff val="0"/>
              <a:alphaOff val="0"/>
            </a:srgbClr>
          </a:solidFill>
          <a:prstDash val="solid"/>
          <a:miter lim="800000"/>
        </a:ln>
        <a:effectLst/>
      </dgm:spPr>
      <dgm:t>
        <a:bodyPr/>
        <a:lstStyle/>
        <a:p>
          <a:pPr>
            <a:buNone/>
          </a:pPr>
          <a:r>
            <a:rPr lang="en-US" noProof="0">
              <a:solidFill>
                <a:srgbClr val="FFFFFF"/>
              </a:solidFill>
              <a:latin typeface="Trebuchet MS"/>
              <a:ea typeface="+mn-ea"/>
              <a:cs typeface="+mn-cs"/>
            </a:rPr>
            <a:t>Control</a:t>
          </a:r>
        </a:p>
        <a:p>
          <a:pPr>
            <a:buNone/>
          </a:pPr>
          <a:endParaRPr lang="en-US" noProof="0">
            <a:solidFill>
              <a:srgbClr val="FFFFFF"/>
            </a:solidFill>
            <a:latin typeface="Trebuchet MS"/>
            <a:ea typeface="+mn-ea"/>
            <a:cs typeface="+mn-cs"/>
          </a:endParaRPr>
        </a:p>
      </dgm:t>
    </dgm:pt>
    <dgm:pt modelId="{E598C32C-35DB-47E0-A1F6-E475AD071A4B}" type="parTrans" cxnId="{956A859B-4D0E-406D-A476-6E0872DFC719}">
      <dgm:prSet/>
      <dgm:spPr/>
      <dgm:t>
        <a:bodyPr/>
        <a:lstStyle/>
        <a:p>
          <a:endParaRPr lang="en-GB"/>
        </a:p>
      </dgm:t>
    </dgm:pt>
    <dgm:pt modelId="{69B2B37B-26AE-4264-84DC-19FA2B13C444}" type="sibTrans" cxnId="{956A859B-4D0E-406D-A476-6E0872DFC719}">
      <dgm:prSet/>
      <dgm:spPr/>
      <dgm:t>
        <a:bodyPr/>
        <a:lstStyle/>
        <a:p>
          <a:endParaRPr lang="en-GB"/>
        </a:p>
      </dgm:t>
    </dgm:pt>
    <dgm:pt modelId="{50B73C20-8720-412A-ABE2-B41B774F189B}" type="pres">
      <dgm:prSet presAssocID="{52D369AA-59C0-49E1-B55E-B70432456B9A}" presName="compositeShape" presStyleCnt="0">
        <dgm:presLayoutVars>
          <dgm:chMax val="7"/>
          <dgm:dir/>
          <dgm:resizeHandles val="exact"/>
        </dgm:presLayoutVars>
      </dgm:prSet>
      <dgm:spPr/>
    </dgm:pt>
    <dgm:pt modelId="{8C235FE3-3F71-44C2-A46B-539B833DE24C}" type="pres">
      <dgm:prSet presAssocID="{52D369AA-59C0-49E1-B55E-B70432456B9A}" presName="wedge1" presStyleLbl="node1" presStyleIdx="0" presStyleCnt="5"/>
      <dgm:spPr/>
    </dgm:pt>
    <dgm:pt modelId="{90038AF1-24CC-43B0-9B1B-D923A7B56C3C}" type="pres">
      <dgm:prSet presAssocID="{52D369AA-59C0-49E1-B55E-B70432456B9A}" presName="dummy1a" presStyleCnt="0"/>
      <dgm:spPr/>
    </dgm:pt>
    <dgm:pt modelId="{71E81969-F2BB-4CC9-867D-9E0708DF02FF}" type="pres">
      <dgm:prSet presAssocID="{52D369AA-59C0-49E1-B55E-B70432456B9A}" presName="dummy1b" presStyleCnt="0"/>
      <dgm:spPr/>
    </dgm:pt>
    <dgm:pt modelId="{DCE22BBA-999E-458F-ADE2-6AD635E0B027}" type="pres">
      <dgm:prSet presAssocID="{52D369AA-59C0-49E1-B55E-B70432456B9A}" presName="wedge1Tx" presStyleLbl="node1" presStyleIdx="0" presStyleCnt="5">
        <dgm:presLayoutVars>
          <dgm:chMax val="0"/>
          <dgm:chPref val="0"/>
          <dgm:bulletEnabled val="1"/>
        </dgm:presLayoutVars>
      </dgm:prSet>
      <dgm:spPr/>
    </dgm:pt>
    <dgm:pt modelId="{EDCE5F9B-1D88-4D8D-9083-55DD36D07A64}" type="pres">
      <dgm:prSet presAssocID="{52D369AA-59C0-49E1-B55E-B70432456B9A}" presName="wedge2" presStyleLbl="node1" presStyleIdx="1" presStyleCnt="5"/>
      <dgm:spPr/>
    </dgm:pt>
    <dgm:pt modelId="{CF151D6C-DD1F-432A-9488-CEF8ED585BC2}" type="pres">
      <dgm:prSet presAssocID="{52D369AA-59C0-49E1-B55E-B70432456B9A}" presName="dummy2a" presStyleCnt="0"/>
      <dgm:spPr/>
    </dgm:pt>
    <dgm:pt modelId="{94572E03-695E-4870-97D9-5D3958380E35}" type="pres">
      <dgm:prSet presAssocID="{52D369AA-59C0-49E1-B55E-B70432456B9A}" presName="dummy2b" presStyleCnt="0"/>
      <dgm:spPr/>
    </dgm:pt>
    <dgm:pt modelId="{9A004783-E531-48C1-8181-A872C2478DAA}" type="pres">
      <dgm:prSet presAssocID="{52D369AA-59C0-49E1-B55E-B70432456B9A}" presName="wedge2Tx" presStyleLbl="node1" presStyleIdx="1" presStyleCnt="5">
        <dgm:presLayoutVars>
          <dgm:chMax val="0"/>
          <dgm:chPref val="0"/>
          <dgm:bulletEnabled val="1"/>
        </dgm:presLayoutVars>
      </dgm:prSet>
      <dgm:spPr/>
    </dgm:pt>
    <dgm:pt modelId="{A5E52B60-80D4-45E8-AB32-72C8832C4F04}" type="pres">
      <dgm:prSet presAssocID="{52D369AA-59C0-49E1-B55E-B70432456B9A}" presName="wedge3" presStyleLbl="node1" presStyleIdx="2" presStyleCnt="5"/>
      <dgm:spPr/>
    </dgm:pt>
    <dgm:pt modelId="{5206D377-FF06-4A93-85A7-58B4AD85BDAC}" type="pres">
      <dgm:prSet presAssocID="{52D369AA-59C0-49E1-B55E-B70432456B9A}" presName="dummy3a" presStyleCnt="0"/>
      <dgm:spPr/>
    </dgm:pt>
    <dgm:pt modelId="{F113BEB2-4F0E-4611-BCBE-814660A4A7D5}" type="pres">
      <dgm:prSet presAssocID="{52D369AA-59C0-49E1-B55E-B70432456B9A}" presName="dummy3b" presStyleCnt="0"/>
      <dgm:spPr/>
    </dgm:pt>
    <dgm:pt modelId="{54C2283A-AC5E-45E9-B06B-8E6497C8CC06}" type="pres">
      <dgm:prSet presAssocID="{52D369AA-59C0-49E1-B55E-B70432456B9A}" presName="wedge3Tx" presStyleLbl="node1" presStyleIdx="2" presStyleCnt="5">
        <dgm:presLayoutVars>
          <dgm:chMax val="0"/>
          <dgm:chPref val="0"/>
          <dgm:bulletEnabled val="1"/>
        </dgm:presLayoutVars>
      </dgm:prSet>
      <dgm:spPr/>
    </dgm:pt>
    <dgm:pt modelId="{45CD1A6F-7DD7-4DE4-B175-D658CA85DBBD}" type="pres">
      <dgm:prSet presAssocID="{52D369AA-59C0-49E1-B55E-B70432456B9A}" presName="wedge4" presStyleLbl="node1" presStyleIdx="3" presStyleCnt="5"/>
      <dgm:spPr/>
    </dgm:pt>
    <dgm:pt modelId="{BADB538E-E5E0-42D9-8D41-A1BA0A54E760}" type="pres">
      <dgm:prSet presAssocID="{52D369AA-59C0-49E1-B55E-B70432456B9A}" presName="dummy4a" presStyleCnt="0"/>
      <dgm:spPr/>
    </dgm:pt>
    <dgm:pt modelId="{91C2630D-E657-4FDB-80ED-2B152AB0CF09}" type="pres">
      <dgm:prSet presAssocID="{52D369AA-59C0-49E1-B55E-B70432456B9A}" presName="dummy4b" presStyleCnt="0"/>
      <dgm:spPr/>
    </dgm:pt>
    <dgm:pt modelId="{49429826-AA5F-47CA-B11A-ABD6DE54C821}" type="pres">
      <dgm:prSet presAssocID="{52D369AA-59C0-49E1-B55E-B70432456B9A}" presName="wedge4Tx" presStyleLbl="node1" presStyleIdx="3" presStyleCnt="5">
        <dgm:presLayoutVars>
          <dgm:chMax val="0"/>
          <dgm:chPref val="0"/>
          <dgm:bulletEnabled val="1"/>
        </dgm:presLayoutVars>
      </dgm:prSet>
      <dgm:spPr/>
    </dgm:pt>
    <dgm:pt modelId="{3B487735-59B4-41E9-BDAB-5D244BF18F68}" type="pres">
      <dgm:prSet presAssocID="{52D369AA-59C0-49E1-B55E-B70432456B9A}" presName="wedge5" presStyleLbl="node1" presStyleIdx="4" presStyleCnt="5"/>
      <dgm:spPr/>
    </dgm:pt>
    <dgm:pt modelId="{939A2975-E45D-4D75-835C-838DA7CA4783}" type="pres">
      <dgm:prSet presAssocID="{52D369AA-59C0-49E1-B55E-B70432456B9A}" presName="dummy5a" presStyleCnt="0"/>
      <dgm:spPr/>
    </dgm:pt>
    <dgm:pt modelId="{76229039-77BD-4536-8D9F-CEC0D2D14777}" type="pres">
      <dgm:prSet presAssocID="{52D369AA-59C0-49E1-B55E-B70432456B9A}" presName="dummy5b" presStyleCnt="0"/>
      <dgm:spPr/>
    </dgm:pt>
    <dgm:pt modelId="{85604DE5-89B7-4180-B562-F4BF7B9539D2}" type="pres">
      <dgm:prSet presAssocID="{52D369AA-59C0-49E1-B55E-B70432456B9A}" presName="wedge5Tx" presStyleLbl="node1" presStyleIdx="4" presStyleCnt="5">
        <dgm:presLayoutVars>
          <dgm:chMax val="0"/>
          <dgm:chPref val="0"/>
          <dgm:bulletEnabled val="1"/>
        </dgm:presLayoutVars>
      </dgm:prSet>
      <dgm:spPr/>
    </dgm:pt>
    <dgm:pt modelId="{1B3C0182-CF0B-417D-8862-5551CF080ABD}" type="pres">
      <dgm:prSet presAssocID="{E2E703FF-F63F-4A79-96BF-A0500BFFB256}" presName="arrowWedge1" presStyleLbl="fgSibTrans2D1" presStyleIdx="0" presStyleCnt="5"/>
      <dgm:spPr>
        <a:xfrm>
          <a:off x="949897" y="21500"/>
          <a:ext cx="2050188" cy="2050188"/>
        </a:xfrm>
        <a:prstGeom prst="circularArrow">
          <a:avLst>
            <a:gd name="adj1" fmla="val 5085"/>
            <a:gd name="adj2" fmla="val 327528"/>
            <a:gd name="adj3" fmla="val 20192361"/>
            <a:gd name="adj4" fmla="val 16200324"/>
            <a:gd name="adj5" fmla="val 5932"/>
          </a:avLst>
        </a:prstGeom>
        <a:solidFill>
          <a:srgbClr val="6B635B"/>
        </a:solidFill>
        <a:ln>
          <a:noFill/>
        </a:ln>
        <a:effectLst/>
      </dgm:spPr>
    </dgm:pt>
    <dgm:pt modelId="{943B39FA-B7B3-4946-B395-D611843A2FD5}" type="pres">
      <dgm:prSet presAssocID="{BAD65EFA-967E-4883-AE14-C7953EF71C1F}" presName="arrowWedge2" presStyleLbl="fgSibTrans2D1" presStyleIdx="1" presStyleCnt="5"/>
      <dgm:spPr>
        <a:xfrm>
          <a:off x="965746" y="70133"/>
          <a:ext cx="2050188" cy="2050188"/>
        </a:xfrm>
        <a:prstGeom prst="circularArrow">
          <a:avLst>
            <a:gd name="adj1" fmla="val 5085"/>
            <a:gd name="adj2" fmla="val 327528"/>
            <a:gd name="adj3" fmla="val 2912753"/>
            <a:gd name="adj4" fmla="val 20519953"/>
            <a:gd name="adj5" fmla="val 5932"/>
          </a:avLst>
        </a:prstGeom>
        <a:solidFill>
          <a:srgbClr val="6B635B"/>
        </a:solidFill>
        <a:ln>
          <a:noFill/>
        </a:ln>
        <a:effectLst/>
      </dgm:spPr>
    </dgm:pt>
    <dgm:pt modelId="{F382579C-1F35-4CBE-B203-942B20126A0F}" type="pres">
      <dgm:prSet presAssocID="{66444982-89CC-4ADF-9DDF-851D4855A8D8}" presName="arrowWedge3" presStyleLbl="fgSibTrans2D1" presStyleIdx="2" presStyleCnt="5"/>
      <dgm:spPr>
        <a:xfrm>
          <a:off x="924355" y="100196"/>
          <a:ext cx="2050188" cy="2050188"/>
        </a:xfrm>
        <a:prstGeom prst="circularArrow">
          <a:avLst>
            <a:gd name="adj1" fmla="val 5085"/>
            <a:gd name="adj2" fmla="val 327528"/>
            <a:gd name="adj3" fmla="val 7232777"/>
            <a:gd name="adj4" fmla="val 3239695"/>
            <a:gd name="adj5" fmla="val 5932"/>
          </a:avLst>
        </a:prstGeom>
        <a:solidFill>
          <a:srgbClr val="6B635B"/>
        </a:solidFill>
        <a:ln>
          <a:noFill/>
        </a:ln>
        <a:effectLst/>
      </dgm:spPr>
    </dgm:pt>
    <dgm:pt modelId="{CDF1F5E0-2273-4303-AC97-73925993329B}" type="pres">
      <dgm:prSet presAssocID="{5B0F3261-B8F3-4EF6-8025-08F245E8EF09}" presName="arrowWedge4" presStyleLbl="fgSibTrans2D1" presStyleIdx="3" presStyleCnt="5"/>
      <dgm:spPr>
        <a:xfrm>
          <a:off x="882965" y="70133"/>
          <a:ext cx="2050188" cy="2050188"/>
        </a:xfrm>
        <a:prstGeom prst="circularArrow">
          <a:avLst>
            <a:gd name="adj1" fmla="val 5085"/>
            <a:gd name="adj2" fmla="val 327528"/>
            <a:gd name="adj3" fmla="val 11552519"/>
            <a:gd name="adj4" fmla="val 7559718"/>
            <a:gd name="adj5" fmla="val 5932"/>
          </a:avLst>
        </a:prstGeom>
        <a:solidFill>
          <a:srgbClr val="6B635B"/>
        </a:solidFill>
        <a:ln>
          <a:noFill/>
        </a:ln>
        <a:effectLst/>
      </dgm:spPr>
    </dgm:pt>
    <dgm:pt modelId="{578C926A-45BB-4DF8-A8E0-D69C701E431E}" type="pres">
      <dgm:prSet presAssocID="{69B2B37B-26AE-4264-84DC-19FA2B13C444}" presName="arrowWedge5" presStyleLbl="fgSibTrans2D1" presStyleIdx="4" presStyleCnt="5"/>
      <dgm:spPr>
        <a:xfrm>
          <a:off x="898814" y="21500"/>
          <a:ext cx="2050188" cy="2050188"/>
        </a:xfrm>
        <a:prstGeom prst="circularArrow">
          <a:avLst>
            <a:gd name="adj1" fmla="val 5085"/>
            <a:gd name="adj2" fmla="val 327528"/>
            <a:gd name="adj3" fmla="val 15872148"/>
            <a:gd name="adj4" fmla="val 11880111"/>
            <a:gd name="adj5" fmla="val 5932"/>
          </a:avLst>
        </a:prstGeom>
        <a:solidFill>
          <a:srgbClr val="6B635B"/>
        </a:solidFill>
        <a:ln>
          <a:noFill/>
        </a:ln>
        <a:effectLst/>
      </dgm:spPr>
    </dgm:pt>
  </dgm:ptLst>
  <dgm:cxnLst>
    <dgm:cxn modelId="{80E0BF16-C569-4180-B274-29A4561BD76A}" type="presOf" srcId="{27BF821D-2F3E-49CD-9B37-04D0FA768287}" destId="{54C2283A-AC5E-45E9-B06B-8E6497C8CC06}" srcOrd="1" destOrd="0" presId="urn:microsoft.com/office/officeart/2005/8/layout/cycle8"/>
    <dgm:cxn modelId="{31770029-1BAD-49B4-A767-7516DFF61D5B}" type="presOf" srcId="{17623FF4-83D1-409E-B2C9-D3BD0C35F949}" destId="{8C235FE3-3F71-44C2-A46B-539B833DE24C}" srcOrd="0" destOrd="1" presId="urn:microsoft.com/office/officeart/2005/8/layout/cycle8"/>
    <dgm:cxn modelId="{49807935-D82D-4A28-9444-CF41A811697A}" srcId="{52D369AA-59C0-49E1-B55E-B70432456B9A}" destId="{61F0A2E3-1D9E-4CEC-86A0-B0FE6E70E7B1}" srcOrd="3" destOrd="0" parTransId="{13F9578B-8F2E-4E59-AA8C-9F45715DF7BE}" sibTransId="{5B0F3261-B8F3-4EF6-8025-08F245E8EF09}"/>
    <dgm:cxn modelId="{77886068-65C1-4DE8-90B9-36CAC78D28B5}" type="presOf" srcId="{17623FF4-83D1-409E-B2C9-D3BD0C35F949}" destId="{DCE22BBA-999E-458F-ADE2-6AD635E0B027}" srcOrd="1" destOrd="1" presId="urn:microsoft.com/office/officeart/2005/8/layout/cycle8"/>
    <dgm:cxn modelId="{E02ACA6B-C3D3-4D90-B61C-6E8277B25FF2}" srcId="{D6618069-B0EC-4200-9E36-A2D5FA553F52}" destId="{17623FF4-83D1-409E-B2C9-D3BD0C35F949}" srcOrd="0" destOrd="0" parTransId="{C5298539-7CF6-43EF-ACF5-4ED8AC1B4A67}" sibTransId="{A170FA3D-9235-415D-8D21-809B23642B3F}"/>
    <dgm:cxn modelId="{CD5B734D-355E-4F53-BDB3-B027EB54C335}" type="presOf" srcId="{61F0A2E3-1D9E-4CEC-86A0-B0FE6E70E7B1}" destId="{49429826-AA5F-47CA-B11A-ABD6DE54C821}" srcOrd="1" destOrd="0" presId="urn:microsoft.com/office/officeart/2005/8/layout/cycle8"/>
    <dgm:cxn modelId="{3321FE52-A8B8-4A6C-AC9C-6F68280E5C1A}" type="presOf" srcId="{43434F5F-A1D0-4D7B-93B7-E3D3DB8C0F0B}" destId="{9A004783-E531-48C1-8181-A872C2478DAA}" srcOrd="1" destOrd="0" presId="urn:microsoft.com/office/officeart/2005/8/layout/cycle8"/>
    <dgm:cxn modelId="{80EA788F-BC8B-445D-9DE6-5E1576DBBAB1}" type="presOf" srcId="{3607FCD8-6657-4836-95A4-7A279A1F256B}" destId="{3B487735-59B4-41E9-BDAB-5D244BF18F68}" srcOrd="0" destOrd="0" presId="urn:microsoft.com/office/officeart/2005/8/layout/cycle8"/>
    <dgm:cxn modelId="{956A859B-4D0E-406D-A476-6E0872DFC719}" srcId="{52D369AA-59C0-49E1-B55E-B70432456B9A}" destId="{3607FCD8-6657-4836-95A4-7A279A1F256B}" srcOrd="4" destOrd="0" parTransId="{E598C32C-35DB-47E0-A1F6-E475AD071A4B}" sibTransId="{69B2B37B-26AE-4264-84DC-19FA2B13C444}"/>
    <dgm:cxn modelId="{851BA8A4-9B3D-48C7-9A10-E466CFA74B4A}" type="presOf" srcId="{D6618069-B0EC-4200-9E36-A2D5FA553F52}" destId="{8C235FE3-3F71-44C2-A46B-539B833DE24C}" srcOrd="0" destOrd="0" presId="urn:microsoft.com/office/officeart/2005/8/layout/cycle8"/>
    <dgm:cxn modelId="{40525CA9-711A-4555-8430-04F5EC60DCDF}" type="presOf" srcId="{3607FCD8-6657-4836-95A4-7A279A1F256B}" destId="{85604DE5-89B7-4180-B562-F4BF7B9539D2}" srcOrd="1" destOrd="0" presId="urn:microsoft.com/office/officeart/2005/8/layout/cycle8"/>
    <dgm:cxn modelId="{F2C731B1-6208-471C-8AA5-21AEAFEA8436}" srcId="{52D369AA-59C0-49E1-B55E-B70432456B9A}" destId="{27BF821D-2F3E-49CD-9B37-04D0FA768287}" srcOrd="2" destOrd="0" parTransId="{D1698C79-E725-47CC-941A-190C96E6E135}" sibTransId="{66444982-89CC-4ADF-9DDF-851D4855A8D8}"/>
    <dgm:cxn modelId="{804081B6-634C-48F7-BE19-0675DFCD041F}" srcId="{52D369AA-59C0-49E1-B55E-B70432456B9A}" destId="{D6618069-B0EC-4200-9E36-A2D5FA553F52}" srcOrd="0" destOrd="0" parTransId="{893EE6D8-CE80-42FD-B96D-4B0C4CCFFA5F}" sibTransId="{E2E703FF-F63F-4A79-96BF-A0500BFFB256}"/>
    <dgm:cxn modelId="{0A828DC2-5466-4E4B-8B06-DC2AF9159DE7}" type="presOf" srcId="{61F0A2E3-1D9E-4CEC-86A0-B0FE6E70E7B1}" destId="{45CD1A6F-7DD7-4DE4-B175-D658CA85DBBD}" srcOrd="0" destOrd="0" presId="urn:microsoft.com/office/officeart/2005/8/layout/cycle8"/>
    <dgm:cxn modelId="{78276EC5-638E-4FB2-ACB7-01621011D25E}" type="presOf" srcId="{27BF821D-2F3E-49CD-9B37-04D0FA768287}" destId="{A5E52B60-80D4-45E8-AB32-72C8832C4F04}" srcOrd="0" destOrd="0" presId="urn:microsoft.com/office/officeart/2005/8/layout/cycle8"/>
    <dgm:cxn modelId="{65D8C6C9-1A10-491C-9E4D-E64E01660637}" srcId="{52D369AA-59C0-49E1-B55E-B70432456B9A}" destId="{43434F5F-A1D0-4D7B-93B7-E3D3DB8C0F0B}" srcOrd="1" destOrd="0" parTransId="{CC653188-7757-47F5-980D-2F580D5D046C}" sibTransId="{BAD65EFA-967E-4883-AE14-C7953EF71C1F}"/>
    <dgm:cxn modelId="{10D097CA-E7CD-4428-8B11-E9F7EA003D0A}" type="presOf" srcId="{D6618069-B0EC-4200-9E36-A2D5FA553F52}" destId="{DCE22BBA-999E-458F-ADE2-6AD635E0B027}" srcOrd="1" destOrd="0" presId="urn:microsoft.com/office/officeart/2005/8/layout/cycle8"/>
    <dgm:cxn modelId="{952FC0D1-ACC3-489B-9B7D-E2B9EC3D23F4}" type="presOf" srcId="{52D369AA-59C0-49E1-B55E-B70432456B9A}" destId="{50B73C20-8720-412A-ABE2-B41B774F189B}" srcOrd="0" destOrd="0" presId="urn:microsoft.com/office/officeart/2005/8/layout/cycle8"/>
    <dgm:cxn modelId="{6A173FDB-54F1-4B5C-AC26-42035B875450}" type="presOf" srcId="{43434F5F-A1D0-4D7B-93B7-E3D3DB8C0F0B}" destId="{EDCE5F9B-1D88-4D8D-9083-55DD36D07A64}" srcOrd="0" destOrd="0" presId="urn:microsoft.com/office/officeart/2005/8/layout/cycle8"/>
    <dgm:cxn modelId="{F0697471-CBB1-4158-933D-B4B3F75E0604}" type="presParOf" srcId="{50B73C20-8720-412A-ABE2-B41B774F189B}" destId="{8C235FE3-3F71-44C2-A46B-539B833DE24C}" srcOrd="0" destOrd="0" presId="urn:microsoft.com/office/officeart/2005/8/layout/cycle8"/>
    <dgm:cxn modelId="{168EB40C-5A6D-4F3F-BF2C-FCF94CCE2D39}" type="presParOf" srcId="{50B73C20-8720-412A-ABE2-B41B774F189B}" destId="{90038AF1-24CC-43B0-9B1B-D923A7B56C3C}" srcOrd="1" destOrd="0" presId="urn:microsoft.com/office/officeart/2005/8/layout/cycle8"/>
    <dgm:cxn modelId="{569908DA-43D7-45B1-8009-0FA68FF133C5}" type="presParOf" srcId="{50B73C20-8720-412A-ABE2-B41B774F189B}" destId="{71E81969-F2BB-4CC9-867D-9E0708DF02FF}" srcOrd="2" destOrd="0" presId="urn:microsoft.com/office/officeart/2005/8/layout/cycle8"/>
    <dgm:cxn modelId="{120B6D63-67B5-4651-89B8-2F4AFC748633}" type="presParOf" srcId="{50B73C20-8720-412A-ABE2-B41B774F189B}" destId="{DCE22BBA-999E-458F-ADE2-6AD635E0B027}" srcOrd="3" destOrd="0" presId="urn:microsoft.com/office/officeart/2005/8/layout/cycle8"/>
    <dgm:cxn modelId="{84303F93-7770-4778-B60E-02E295CCDB18}" type="presParOf" srcId="{50B73C20-8720-412A-ABE2-B41B774F189B}" destId="{EDCE5F9B-1D88-4D8D-9083-55DD36D07A64}" srcOrd="4" destOrd="0" presId="urn:microsoft.com/office/officeart/2005/8/layout/cycle8"/>
    <dgm:cxn modelId="{10C0342C-209A-4EE1-BB67-4E82BD92DDB7}" type="presParOf" srcId="{50B73C20-8720-412A-ABE2-B41B774F189B}" destId="{CF151D6C-DD1F-432A-9488-CEF8ED585BC2}" srcOrd="5" destOrd="0" presId="urn:microsoft.com/office/officeart/2005/8/layout/cycle8"/>
    <dgm:cxn modelId="{D088F9FD-84AC-4D71-B185-0A3300C456C8}" type="presParOf" srcId="{50B73C20-8720-412A-ABE2-B41B774F189B}" destId="{94572E03-695E-4870-97D9-5D3958380E35}" srcOrd="6" destOrd="0" presId="urn:microsoft.com/office/officeart/2005/8/layout/cycle8"/>
    <dgm:cxn modelId="{876BFD5D-E2AD-4F6B-9D62-8D6CA971713B}" type="presParOf" srcId="{50B73C20-8720-412A-ABE2-B41B774F189B}" destId="{9A004783-E531-48C1-8181-A872C2478DAA}" srcOrd="7" destOrd="0" presId="urn:microsoft.com/office/officeart/2005/8/layout/cycle8"/>
    <dgm:cxn modelId="{B9611131-DF8C-44CB-96EC-2C6187ABC38E}" type="presParOf" srcId="{50B73C20-8720-412A-ABE2-B41B774F189B}" destId="{A5E52B60-80D4-45E8-AB32-72C8832C4F04}" srcOrd="8" destOrd="0" presId="urn:microsoft.com/office/officeart/2005/8/layout/cycle8"/>
    <dgm:cxn modelId="{490646F5-EF01-44D1-947D-C692A4CDBA66}" type="presParOf" srcId="{50B73C20-8720-412A-ABE2-B41B774F189B}" destId="{5206D377-FF06-4A93-85A7-58B4AD85BDAC}" srcOrd="9" destOrd="0" presId="urn:microsoft.com/office/officeart/2005/8/layout/cycle8"/>
    <dgm:cxn modelId="{ECCF5117-1E10-477D-9559-5C5ECCAC164D}" type="presParOf" srcId="{50B73C20-8720-412A-ABE2-B41B774F189B}" destId="{F113BEB2-4F0E-4611-BCBE-814660A4A7D5}" srcOrd="10" destOrd="0" presId="urn:microsoft.com/office/officeart/2005/8/layout/cycle8"/>
    <dgm:cxn modelId="{15C2D79C-91A3-47CD-8374-199DEC331890}" type="presParOf" srcId="{50B73C20-8720-412A-ABE2-B41B774F189B}" destId="{54C2283A-AC5E-45E9-B06B-8E6497C8CC06}" srcOrd="11" destOrd="0" presId="urn:microsoft.com/office/officeart/2005/8/layout/cycle8"/>
    <dgm:cxn modelId="{D6E4223E-9B2A-4E44-AEAB-45457981423F}" type="presParOf" srcId="{50B73C20-8720-412A-ABE2-B41B774F189B}" destId="{45CD1A6F-7DD7-4DE4-B175-D658CA85DBBD}" srcOrd="12" destOrd="0" presId="urn:microsoft.com/office/officeart/2005/8/layout/cycle8"/>
    <dgm:cxn modelId="{816B34C5-1FCC-4A31-9A69-5F5054EF6618}" type="presParOf" srcId="{50B73C20-8720-412A-ABE2-B41B774F189B}" destId="{BADB538E-E5E0-42D9-8D41-A1BA0A54E760}" srcOrd="13" destOrd="0" presId="urn:microsoft.com/office/officeart/2005/8/layout/cycle8"/>
    <dgm:cxn modelId="{E58EBEFA-592C-400E-B377-C856EA82807F}" type="presParOf" srcId="{50B73C20-8720-412A-ABE2-B41B774F189B}" destId="{91C2630D-E657-4FDB-80ED-2B152AB0CF09}" srcOrd="14" destOrd="0" presId="urn:microsoft.com/office/officeart/2005/8/layout/cycle8"/>
    <dgm:cxn modelId="{CCD18F65-0485-48C6-909E-7BCBB943D79E}" type="presParOf" srcId="{50B73C20-8720-412A-ABE2-B41B774F189B}" destId="{49429826-AA5F-47CA-B11A-ABD6DE54C821}" srcOrd="15" destOrd="0" presId="urn:microsoft.com/office/officeart/2005/8/layout/cycle8"/>
    <dgm:cxn modelId="{63846FA1-5D85-42C9-933E-037704582F50}" type="presParOf" srcId="{50B73C20-8720-412A-ABE2-B41B774F189B}" destId="{3B487735-59B4-41E9-BDAB-5D244BF18F68}" srcOrd="16" destOrd="0" presId="urn:microsoft.com/office/officeart/2005/8/layout/cycle8"/>
    <dgm:cxn modelId="{D4A25B8E-ECDA-4E18-8745-075786C360BE}" type="presParOf" srcId="{50B73C20-8720-412A-ABE2-B41B774F189B}" destId="{939A2975-E45D-4D75-835C-838DA7CA4783}" srcOrd="17" destOrd="0" presId="urn:microsoft.com/office/officeart/2005/8/layout/cycle8"/>
    <dgm:cxn modelId="{D9F9CDC3-0A72-4389-BC90-F9E89F90FB55}" type="presParOf" srcId="{50B73C20-8720-412A-ABE2-B41B774F189B}" destId="{76229039-77BD-4536-8D9F-CEC0D2D14777}" srcOrd="18" destOrd="0" presId="urn:microsoft.com/office/officeart/2005/8/layout/cycle8"/>
    <dgm:cxn modelId="{B6377646-4E5F-4A6C-8830-F8F204A6839B}" type="presParOf" srcId="{50B73C20-8720-412A-ABE2-B41B774F189B}" destId="{85604DE5-89B7-4180-B562-F4BF7B9539D2}" srcOrd="19" destOrd="0" presId="urn:microsoft.com/office/officeart/2005/8/layout/cycle8"/>
    <dgm:cxn modelId="{6F3AA099-86CA-4C4C-A96A-80F24A60A4FF}" type="presParOf" srcId="{50B73C20-8720-412A-ABE2-B41B774F189B}" destId="{1B3C0182-CF0B-417D-8862-5551CF080ABD}" srcOrd="20" destOrd="0" presId="urn:microsoft.com/office/officeart/2005/8/layout/cycle8"/>
    <dgm:cxn modelId="{5A889218-F07E-4117-9BF5-4D3C479D9E0F}" type="presParOf" srcId="{50B73C20-8720-412A-ABE2-B41B774F189B}" destId="{943B39FA-B7B3-4946-B395-D611843A2FD5}" srcOrd="21" destOrd="0" presId="urn:microsoft.com/office/officeart/2005/8/layout/cycle8"/>
    <dgm:cxn modelId="{DF53E29A-B27D-4573-A778-472B14395646}" type="presParOf" srcId="{50B73C20-8720-412A-ABE2-B41B774F189B}" destId="{F382579C-1F35-4CBE-B203-942B20126A0F}" srcOrd="22" destOrd="0" presId="urn:microsoft.com/office/officeart/2005/8/layout/cycle8"/>
    <dgm:cxn modelId="{5AC306C3-10BC-426E-8737-A1813C15BCD0}" type="presParOf" srcId="{50B73C20-8720-412A-ABE2-B41B774F189B}" destId="{CDF1F5E0-2273-4303-AC97-73925993329B}" srcOrd="23" destOrd="0" presId="urn:microsoft.com/office/officeart/2005/8/layout/cycle8"/>
    <dgm:cxn modelId="{F6E7CDAB-577A-4E47-87DF-7F49B00FF327}" type="presParOf" srcId="{50B73C20-8720-412A-ABE2-B41B774F189B}" destId="{578C926A-45BB-4DF8-A8E0-D69C701E431E}" srcOrd="24" destOrd="0" presId="urn:microsoft.com/office/officeart/2005/8/layout/cycle8"/>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2D369AA-59C0-49E1-B55E-B70432456B9A}" type="doc">
      <dgm:prSet loTypeId="urn:microsoft.com/office/officeart/2005/8/layout/cycle8" loCatId="cycle" qsTypeId="urn:microsoft.com/office/officeart/2005/8/quickstyle/simple1#2" qsCatId="simple" csTypeId="urn:microsoft.com/office/officeart/2005/8/colors/accent0_1#1" csCatId="mainScheme" phldr="1"/>
      <dgm:spPr/>
      <dgm:t>
        <a:bodyPr/>
        <a:lstStyle/>
        <a:p>
          <a:endParaRPr lang="en-GB"/>
        </a:p>
      </dgm:t>
    </dgm:pt>
    <dgm:pt modelId="{D6618069-B0EC-4200-9E36-A2D5FA553F52}">
      <dgm:prSet phldrT="[Text]"/>
      <dgm:spPr>
        <a:xfrm>
          <a:off x="1062917" y="134435"/>
          <a:ext cx="1824320" cy="1824320"/>
        </a:xfrm>
        <a:prstGeom prst="pie">
          <a:avLst>
            <a:gd name="adj1" fmla="val 16200000"/>
            <a:gd name="adj2" fmla="val 20520000"/>
          </a:avLst>
        </a:prstGeom>
      </dgm:spPr>
      <dgm:t>
        <a:bodyPr/>
        <a:lstStyle/>
        <a:p>
          <a:pPr>
            <a:buNone/>
          </a:pPr>
          <a:r>
            <a:rPr lang="en-US" noProof="0">
              <a:latin typeface="Arial" panose="020B0604020202020204" pitchFamily="34" charset="0"/>
              <a:ea typeface="+mn-ea"/>
              <a:cs typeface="Arial" panose="020B0604020202020204" pitchFamily="34" charset="0"/>
            </a:rPr>
            <a:t>Define</a:t>
          </a:r>
        </a:p>
      </dgm:t>
    </dgm:pt>
    <dgm:pt modelId="{893EE6D8-CE80-42FD-B96D-4B0C4CCFFA5F}" type="parTrans" cxnId="{804081B6-634C-48F7-BE19-0675DFCD041F}">
      <dgm:prSet/>
      <dgm:spPr/>
      <dgm:t>
        <a:bodyPr/>
        <a:lstStyle/>
        <a:p>
          <a:endParaRPr lang="en-GB"/>
        </a:p>
      </dgm:t>
    </dgm:pt>
    <dgm:pt modelId="{E2E703FF-F63F-4A79-96BF-A0500BFFB256}" type="sibTrans" cxnId="{804081B6-634C-48F7-BE19-0675DFCD041F}">
      <dgm:prSet/>
      <dgm:spPr/>
      <dgm:t>
        <a:bodyPr/>
        <a:lstStyle/>
        <a:p>
          <a:endParaRPr lang="en-GB"/>
        </a:p>
      </dgm:t>
    </dgm:pt>
    <dgm:pt modelId="{43434F5F-A1D0-4D7B-93B7-E3D3DB8C0F0B}">
      <dgm:prSet phldrT="[Text]"/>
      <dgm:spPr>
        <a:xfrm>
          <a:off x="1078554" y="183083"/>
          <a:ext cx="1824320" cy="1824320"/>
        </a:xfrm>
        <a:prstGeom prst="pie">
          <a:avLst>
            <a:gd name="adj1" fmla="val 20520000"/>
            <a:gd name="adj2" fmla="val 3240000"/>
          </a:avLst>
        </a:prstGeom>
        <a:solidFill>
          <a:schemeClr val="accent4"/>
        </a:solidFill>
      </dgm:spPr>
      <dgm:t>
        <a:bodyPr/>
        <a:lstStyle/>
        <a:p>
          <a:pPr>
            <a:buNone/>
          </a:pPr>
          <a:r>
            <a:rPr lang="en-US" b="1" noProof="0">
              <a:solidFill>
                <a:schemeClr val="bg1"/>
              </a:solidFill>
              <a:latin typeface="Trebuchet MS"/>
              <a:ea typeface="+mn-ea"/>
              <a:cs typeface="+mn-cs"/>
            </a:rPr>
            <a:t>Measure</a:t>
          </a:r>
        </a:p>
      </dgm:t>
    </dgm:pt>
    <dgm:pt modelId="{CC653188-7757-47F5-980D-2F580D5D046C}" type="parTrans" cxnId="{65D8C6C9-1A10-491C-9E4D-E64E01660637}">
      <dgm:prSet/>
      <dgm:spPr/>
      <dgm:t>
        <a:bodyPr/>
        <a:lstStyle/>
        <a:p>
          <a:endParaRPr lang="en-GB"/>
        </a:p>
      </dgm:t>
    </dgm:pt>
    <dgm:pt modelId="{BAD65EFA-967E-4883-AE14-C7953EF71C1F}" type="sibTrans" cxnId="{65D8C6C9-1A10-491C-9E4D-E64E01660637}">
      <dgm:prSet/>
      <dgm:spPr/>
      <dgm:t>
        <a:bodyPr/>
        <a:lstStyle/>
        <a:p>
          <a:endParaRPr lang="en-GB"/>
        </a:p>
      </dgm:t>
    </dgm:pt>
    <dgm:pt modelId="{27BF821D-2F3E-49CD-9B37-04D0FA768287}">
      <dgm:prSet phldrT="[Text]"/>
      <dgm:spPr>
        <a:xfrm>
          <a:off x="1037289" y="213054"/>
          <a:ext cx="1824320" cy="1824320"/>
        </a:xfrm>
        <a:prstGeom prst="pie">
          <a:avLst>
            <a:gd name="adj1" fmla="val 3240000"/>
            <a:gd name="adj2" fmla="val 7560000"/>
          </a:avLst>
        </a:prstGeom>
      </dgm:spPr>
      <dgm:t>
        <a:bodyPr/>
        <a:lstStyle/>
        <a:p>
          <a:pPr>
            <a:buNone/>
          </a:pPr>
          <a:r>
            <a:rPr lang="en-US" noProof="0">
              <a:latin typeface="Trebuchet MS"/>
              <a:ea typeface="+mn-ea"/>
              <a:cs typeface="+mn-cs"/>
            </a:rPr>
            <a:t>Analyze</a:t>
          </a:r>
        </a:p>
        <a:p>
          <a:pPr>
            <a:buNone/>
          </a:pPr>
          <a:endParaRPr lang="en-US" noProof="0">
            <a:latin typeface="Trebuchet MS"/>
            <a:ea typeface="+mn-ea"/>
            <a:cs typeface="+mn-cs"/>
          </a:endParaRPr>
        </a:p>
      </dgm:t>
    </dgm:pt>
    <dgm:pt modelId="{D1698C79-E725-47CC-941A-190C96E6E135}" type="parTrans" cxnId="{F2C731B1-6208-471C-8AA5-21AEAFEA8436}">
      <dgm:prSet/>
      <dgm:spPr/>
      <dgm:t>
        <a:bodyPr/>
        <a:lstStyle/>
        <a:p>
          <a:endParaRPr lang="en-GB"/>
        </a:p>
      </dgm:t>
    </dgm:pt>
    <dgm:pt modelId="{66444982-89CC-4ADF-9DDF-851D4855A8D8}" type="sibTrans" cxnId="{F2C731B1-6208-471C-8AA5-21AEAFEA8436}">
      <dgm:prSet/>
      <dgm:spPr/>
      <dgm:t>
        <a:bodyPr/>
        <a:lstStyle/>
        <a:p>
          <a:endParaRPr lang="en-GB"/>
        </a:p>
      </dgm:t>
    </dgm:pt>
    <dgm:pt modelId="{17623FF4-83D1-409E-B2C9-D3BD0C35F949}">
      <dgm:prSet/>
      <dgm:spPr>
        <a:xfrm>
          <a:off x="1062917" y="134435"/>
          <a:ext cx="1824320" cy="1824320"/>
        </a:xfrm>
        <a:prstGeom prst="pie">
          <a:avLst>
            <a:gd name="adj1" fmla="val 16200000"/>
            <a:gd name="adj2" fmla="val 20520000"/>
          </a:avLst>
        </a:prstGeom>
      </dgm:spPr>
      <dgm:t>
        <a:bodyPr/>
        <a:lstStyle/>
        <a:p>
          <a:pPr>
            <a:buChar char="•"/>
          </a:pPr>
          <a:endParaRPr lang="en-US" noProof="0">
            <a:solidFill>
              <a:srgbClr val="FFFFFF"/>
            </a:solidFill>
            <a:latin typeface="Arial" panose="020B0604020202020204" pitchFamily="34" charset="0"/>
            <a:ea typeface="+mn-ea"/>
            <a:cs typeface="Arial" panose="020B0604020202020204" pitchFamily="34" charset="0"/>
          </a:endParaRPr>
        </a:p>
      </dgm:t>
    </dgm:pt>
    <dgm:pt modelId="{C5298539-7CF6-43EF-ACF5-4ED8AC1B4A67}" type="parTrans" cxnId="{E02ACA6B-C3D3-4D90-B61C-6E8277B25FF2}">
      <dgm:prSet/>
      <dgm:spPr/>
      <dgm:t>
        <a:bodyPr/>
        <a:lstStyle/>
        <a:p>
          <a:endParaRPr lang="en-GB"/>
        </a:p>
      </dgm:t>
    </dgm:pt>
    <dgm:pt modelId="{A170FA3D-9235-415D-8D21-809B23642B3F}" type="sibTrans" cxnId="{E02ACA6B-C3D3-4D90-B61C-6E8277B25FF2}">
      <dgm:prSet/>
      <dgm:spPr/>
      <dgm:t>
        <a:bodyPr/>
        <a:lstStyle/>
        <a:p>
          <a:endParaRPr lang="en-GB"/>
        </a:p>
      </dgm:t>
    </dgm:pt>
    <dgm:pt modelId="{61F0A2E3-1D9E-4CEC-86A0-B0FE6E70E7B1}">
      <dgm:prSet/>
      <dgm:spPr>
        <a:xfrm>
          <a:off x="996025" y="183083"/>
          <a:ext cx="1824320" cy="1824320"/>
        </a:xfrm>
        <a:prstGeom prst="pie">
          <a:avLst>
            <a:gd name="adj1" fmla="val 7560000"/>
            <a:gd name="adj2" fmla="val 11880000"/>
          </a:avLst>
        </a:prstGeom>
      </dgm:spPr>
      <dgm:t>
        <a:bodyPr/>
        <a:lstStyle/>
        <a:p>
          <a:pPr>
            <a:buNone/>
          </a:pPr>
          <a:r>
            <a:rPr lang="en-US" noProof="0">
              <a:latin typeface="Trebuchet MS"/>
              <a:ea typeface="+mn-ea"/>
              <a:cs typeface="+mn-cs"/>
            </a:rPr>
            <a:t>Improve</a:t>
          </a:r>
        </a:p>
      </dgm:t>
    </dgm:pt>
    <dgm:pt modelId="{13F9578B-8F2E-4E59-AA8C-9F45715DF7BE}" type="parTrans" cxnId="{49807935-D82D-4A28-9444-CF41A811697A}">
      <dgm:prSet/>
      <dgm:spPr/>
      <dgm:t>
        <a:bodyPr/>
        <a:lstStyle/>
        <a:p>
          <a:endParaRPr lang="en-GB"/>
        </a:p>
      </dgm:t>
    </dgm:pt>
    <dgm:pt modelId="{5B0F3261-B8F3-4EF6-8025-08F245E8EF09}" type="sibTrans" cxnId="{49807935-D82D-4A28-9444-CF41A811697A}">
      <dgm:prSet/>
      <dgm:spPr/>
      <dgm:t>
        <a:bodyPr/>
        <a:lstStyle/>
        <a:p>
          <a:endParaRPr lang="en-GB"/>
        </a:p>
      </dgm:t>
    </dgm:pt>
    <dgm:pt modelId="{3607FCD8-6657-4836-95A4-7A279A1F256B}">
      <dgm:prSet/>
      <dgm:spPr>
        <a:xfrm>
          <a:off x="1011662" y="134435"/>
          <a:ext cx="1824320" cy="1824320"/>
        </a:xfrm>
        <a:prstGeom prst="pie">
          <a:avLst>
            <a:gd name="adj1" fmla="val 11880000"/>
            <a:gd name="adj2" fmla="val 16200000"/>
          </a:avLst>
        </a:prstGeom>
      </dgm:spPr>
      <dgm:t>
        <a:bodyPr/>
        <a:lstStyle/>
        <a:p>
          <a:pPr>
            <a:buNone/>
          </a:pPr>
          <a:r>
            <a:rPr lang="en-US" noProof="0">
              <a:latin typeface="Trebuchet MS"/>
              <a:ea typeface="+mn-ea"/>
              <a:cs typeface="+mn-cs"/>
            </a:rPr>
            <a:t>Control</a:t>
          </a:r>
        </a:p>
        <a:p>
          <a:pPr>
            <a:buNone/>
          </a:pPr>
          <a:endParaRPr lang="en-US" noProof="0">
            <a:latin typeface="Trebuchet MS"/>
            <a:ea typeface="+mn-ea"/>
            <a:cs typeface="+mn-cs"/>
          </a:endParaRPr>
        </a:p>
      </dgm:t>
    </dgm:pt>
    <dgm:pt modelId="{E598C32C-35DB-47E0-A1F6-E475AD071A4B}" type="parTrans" cxnId="{956A859B-4D0E-406D-A476-6E0872DFC719}">
      <dgm:prSet/>
      <dgm:spPr/>
      <dgm:t>
        <a:bodyPr/>
        <a:lstStyle/>
        <a:p>
          <a:endParaRPr lang="en-GB"/>
        </a:p>
      </dgm:t>
    </dgm:pt>
    <dgm:pt modelId="{69B2B37B-26AE-4264-84DC-19FA2B13C444}" type="sibTrans" cxnId="{956A859B-4D0E-406D-A476-6E0872DFC719}">
      <dgm:prSet/>
      <dgm:spPr/>
      <dgm:t>
        <a:bodyPr/>
        <a:lstStyle/>
        <a:p>
          <a:endParaRPr lang="en-GB"/>
        </a:p>
      </dgm:t>
    </dgm:pt>
    <dgm:pt modelId="{50B73C20-8720-412A-ABE2-B41B774F189B}" type="pres">
      <dgm:prSet presAssocID="{52D369AA-59C0-49E1-B55E-B70432456B9A}" presName="compositeShape" presStyleCnt="0">
        <dgm:presLayoutVars>
          <dgm:chMax val="7"/>
          <dgm:dir/>
          <dgm:resizeHandles val="exact"/>
        </dgm:presLayoutVars>
      </dgm:prSet>
      <dgm:spPr/>
    </dgm:pt>
    <dgm:pt modelId="{8C235FE3-3F71-44C2-A46B-539B833DE24C}" type="pres">
      <dgm:prSet presAssocID="{52D369AA-59C0-49E1-B55E-B70432456B9A}" presName="wedge1" presStyleLbl="node1" presStyleIdx="0" presStyleCnt="5" custLinFactNeighborX="128" custLinFactNeighborY="-6"/>
      <dgm:spPr/>
    </dgm:pt>
    <dgm:pt modelId="{90038AF1-24CC-43B0-9B1B-D923A7B56C3C}" type="pres">
      <dgm:prSet presAssocID="{52D369AA-59C0-49E1-B55E-B70432456B9A}" presName="dummy1a" presStyleCnt="0"/>
      <dgm:spPr/>
    </dgm:pt>
    <dgm:pt modelId="{71E81969-F2BB-4CC9-867D-9E0708DF02FF}" type="pres">
      <dgm:prSet presAssocID="{52D369AA-59C0-49E1-B55E-B70432456B9A}" presName="dummy1b" presStyleCnt="0"/>
      <dgm:spPr/>
    </dgm:pt>
    <dgm:pt modelId="{DCE22BBA-999E-458F-ADE2-6AD635E0B027}" type="pres">
      <dgm:prSet presAssocID="{52D369AA-59C0-49E1-B55E-B70432456B9A}" presName="wedge1Tx" presStyleLbl="node1" presStyleIdx="0" presStyleCnt="5">
        <dgm:presLayoutVars>
          <dgm:chMax val="0"/>
          <dgm:chPref val="0"/>
          <dgm:bulletEnabled val="1"/>
        </dgm:presLayoutVars>
      </dgm:prSet>
      <dgm:spPr/>
    </dgm:pt>
    <dgm:pt modelId="{EDCE5F9B-1D88-4D8D-9083-55DD36D07A64}" type="pres">
      <dgm:prSet presAssocID="{52D369AA-59C0-49E1-B55E-B70432456B9A}" presName="wedge2" presStyleLbl="node1" presStyleIdx="1" presStyleCnt="5" custLinFactNeighborX="9626" custLinFactNeighborY="4157"/>
      <dgm:spPr/>
    </dgm:pt>
    <dgm:pt modelId="{CF151D6C-DD1F-432A-9488-CEF8ED585BC2}" type="pres">
      <dgm:prSet presAssocID="{52D369AA-59C0-49E1-B55E-B70432456B9A}" presName="dummy2a" presStyleCnt="0"/>
      <dgm:spPr/>
    </dgm:pt>
    <dgm:pt modelId="{94572E03-695E-4870-97D9-5D3958380E35}" type="pres">
      <dgm:prSet presAssocID="{52D369AA-59C0-49E1-B55E-B70432456B9A}" presName="dummy2b" presStyleCnt="0"/>
      <dgm:spPr/>
    </dgm:pt>
    <dgm:pt modelId="{9A004783-E531-48C1-8181-A872C2478DAA}" type="pres">
      <dgm:prSet presAssocID="{52D369AA-59C0-49E1-B55E-B70432456B9A}" presName="wedge2Tx" presStyleLbl="node1" presStyleIdx="1" presStyleCnt="5">
        <dgm:presLayoutVars>
          <dgm:chMax val="0"/>
          <dgm:chPref val="0"/>
          <dgm:bulletEnabled val="1"/>
        </dgm:presLayoutVars>
      </dgm:prSet>
      <dgm:spPr/>
    </dgm:pt>
    <dgm:pt modelId="{A5E52B60-80D4-45E8-AB32-72C8832C4F04}" type="pres">
      <dgm:prSet presAssocID="{52D369AA-59C0-49E1-B55E-B70432456B9A}" presName="wedge3" presStyleLbl="node1" presStyleIdx="2" presStyleCnt="5"/>
      <dgm:spPr/>
    </dgm:pt>
    <dgm:pt modelId="{5206D377-FF06-4A93-85A7-58B4AD85BDAC}" type="pres">
      <dgm:prSet presAssocID="{52D369AA-59C0-49E1-B55E-B70432456B9A}" presName="dummy3a" presStyleCnt="0"/>
      <dgm:spPr/>
    </dgm:pt>
    <dgm:pt modelId="{F113BEB2-4F0E-4611-BCBE-814660A4A7D5}" type="pres">
      <dgm:prSet presAssocID="{52D369AA-59C0-49E1-B55E-B70432456B9A}" presName="dummy3b" presStyleCnt="0"/>
      <dgm:spPr/>
    </dgm:pt>
    <dgm:pt modelId="{54C2283A-AC5E-45E9-B06B-8E6497C8CC06}" type="pres">
      <dgm:prSet presAssocID="{52D369AA-59C0-49E1-B55E-B70432456B9A}" presName="wedge3Tx" presStyleLbl="node1" presStyleIdx="2" presStyleCnt="5">
        <dgm:presLayoutVars>
          <dgm:chMax val="0"/>
          <dgm:chPref val="0"/>
          <dgm:bulletEnabled val="1"/>
        </dgm:presLayoutVars>
      </dgm:prSet>
      <dgm:spPr/>
    </dgm:pt>
    <dgm:pt modelId="{45CD1A6F-7DD7-4DE4-B175-D658CA85DBBD}" type="pres">
      <dgm:prSet presAssocID="{52D369AA-59C0-49E1-B55E-B70432456B9A}" presName="wedge4" presStyleLbl="node1" presStyleIdx="3" presStyleCnt="5"/>
      <dgm:spPr/>
    </dgm:pt>
    <dgm:pt modelId="{BADB538E-E5E0-42D9-8D41-A1BA0A54E760}" type="pres">
      <dgm:prSet presAssocID="{52D369AA-59C0-49E1-B55E-B70432456B9A}" presName="dummy4a" presStyleCnt="0"/>
      <dgm:spPr/>
    </dgm:pt>
    <dgm:pt modelId="{91C2630D-E657-4FDB-80ED-2B152AB0CF09}" type="pres">
      <dgm:prSet presAssocID="{52D369AA-59C0-49E1-B55E-B70432456B9A}" presName="dummy4b" presStyleCnt="0"/>
      <dgm:spPr/>
    </dgm:pt>
    <dgm:pt modelId="{49429826-AA5F-47CA-B11A-ABD6DE54C821}" type="pres">
      <dgm:prSet presAssocID="{52D369AA-59C0-49E1-B55E-B70432456B9A}" presName="wedge4Tx" presStyleLbl="node1" presStyleIdx="3" presStyleCnt="5">
        <dgm:presLayoutVars>
          <dgm:chMax val="0"/>
          <dgm:chPref val="0"/>
          <dgm:bulletEnabled val="1"/>
        </dgm:presLayoutVars>
      </dgm:prSet>
      <dgm:spPr/>
    </dgm:pt>
    <dgm:pt modelId="{3B487735-59B4-41E9-BDAB-5D244BF18F68}" type="pres">
      <dgm:prSet presAssocID="{52D369AA-59C0-49E1-B55E-B70432456B9A}" presName="wedge5" presStyleLbl="node1" presStyleIdx="4" presStyleCnt="5"/>
      <dgm:spPr/>
    </dgm:pt>
    <dgm:pt modelId="{939A2975-E45D-4D75-835C-838DA7CA4783}" type="pres">
      <dgm:prSet presAssocID="{52D369AA-59C0-49E1-B55E-B70432456B9A}" presName="dummy5a" presStyleCnt="0"/>
      <dgm:spPr/>
    </dgm:pt>
    <dgm:pt modelId="{76229039-77BD-4536-8D9F-CEC0D2D14777}" type="pres">
      <dgm:prSet presAssocID="{52D369AA-59C0-49E1-B55E-B70432456B9A}" presName="dummy5b" presStyleCnt="0"/>
      <dgm:spPr/>
    </dgm:pt>
    <dgm:pt modelId="{85604DE5-89B7-4180-B562-F4BF7B9539D2}" type="pres">
      <dgm:prSet presAssocID="{52D369AA-59C0-49E1-B55E-B70432456B9A}" presName="wedge5Tx" presStyleLbl="node1" presStyleIdx="4" presStyleCnt="5">
        <dgm:presLayoutVars>
          <dgm:chMax val="0"/>
          <dgm:chPref val="0"/>
          <dgm:bulletEnabled val="1"/>
        </dgm:presLayoutVars>
      </dgm:prSet>
      <dgm:spPr/>
    </dgm:pt>
    <dgm:pt modelId="{1B3C0182-CF0B-417D-8862-5551CF080ABD}" type="pres">
      <dgm:prSet presAssocID="{E2E703FF-F63F-4A79-96BF-A0500BFFB256}" presName="arrowWedge1" presStyleLbl="fgSibTrans2D1" presStyleIdx="0" presStyleCnt="5"/>
      <dgm:spPr>
        <a:xfrm>
          <a:off x="949897" y="21500"/>
          <a:ext cx="2050188" cy="2050188"/>
        </a:xfrm>
        <a:prstGeom prst="circularArrow">
          <a:avLst>
            <a:gd name="adj1" fmla="val 5085"/>
            <a:gd name="adj2" fmla="val 327528"/>
            <a:gd name="adj3" fmla="val 20192361"/>
            <a:gd name="adj4" fmla="val 16200324"/>
            <a:gd name="adj5" fmla="val 5932"/>
          </a:avLst>
        </a:prstGeom>
      </dgm:spPr>
    </dgm:pt>
    <dgm:pt modelId="{943B39FA-B7B3-4946-B395-D611843A2FD5}" type="pres">
      <dgm:prSet presAssocID="{BAD65EFA-967E-4883-AE14-C7953EF71C1F}" presName="arrowWedge2" presStyleLbl="fgSibTrans2D1" presStyleIdx="1" presStyleCnt="5"/>
      <dgm:spPr>
        <a:xfrm>
          <a:off x="965746" y="70133"/>
          <a:ext cx="2050188" cy="2050188"/>
        </a:xfrm>
        <a:prstGeom prst="circularArrow">
          <a:avLst>
            <a:gd name="adj1" fmla="val 5085"/>
            <a:gd name="adj2" fmla="val 327528"/>
            <a:gd name="adj3" fmla="val 2912753"/>
            <a:gd name="adj4" fmla="val 20519953"/>
            <a:gd name="adj5" fmla="val 5932"/>
          </a:avLst>
        </a:prstGeom>
      </dgm:spPr>
    </dgm:pt>
    <dgm:pt modelId="{F382579C-1F35-4CBE-B203-942B20126A0F}" type="pres">
      <dgm:prSet presAssocID="{66444982-89CC-4ADF-9DDF-851D4855A8D8}" presName="arrowWedge3" presStyleLbl="fgSibTrans2D1" presStyleIdx="2" presStyleCnt="5"/>
      <dgm:spPr>
        <a:xfrm>
          <a:off x="924355" y="100196"/>
          <a:ext cx="2050188" cy="2050188"/>
        </a:xfrm>
        <a:prstGeom prst="circularArrow">
          <a:avLst>
            <a:gd name="adj1" fmla="val 5085"/>
            <a:gd name="adj2" fmla="val 327528"/>
            <a:gd name="adj3" fmla="val 7232777"/>
            <a:gd name="adj4" fmla="val 3239695"/>
            <a:gd name="adj5" fmla="val 5932"/>
          </a:avLst>
        </a:prstGeom>
      </dgm:spPr>
    </dgm:pt>
    <dgm:pt modelId="{CDF1F5E0-2273-4303-AC97-73925993329B}" type="pres">
      <dgm:prSet presAssocID="{5B0F3261-B8F3-4EF6-8025-08F245E8EF09}" presName="arrowWedge4" presStyleLbl="fgSibTrans2D1" presStyleIdx="3" presStyleCnt="5"/>
      <dgm:spPr>
        <a:xfrm>
          <a:off x="882965" y="70133"/>
          <a:ext cx="2050188" cy="2050188"/>
        </a:xfrm>
        <a:prstGeom prst="circularArrow">
          <a:avLst>
            <a:gd name="adj1" fmla="val 5085"/>
            <a:gd name="adj2" fmla="val 327528"/>
            <a:gd name="adj3" fmla="val 11552519"/>
            <a:gd name="adj4" fmla="val 7559718"/>
            <a:gd name="adj5" fmla="val 5932"/>
          </a:avLst>
        </a:prstGeom>
      </dgm:spPr>
    </dgm:pt>
    <dgm:pt modelId="{578C926A-45BB-4DF8-A8E0-D69C701E431E}" type="pres">
      <dgm:prSet presAssocID="{69B2B37B-26AE-4264-84DC-19FA2B13C444}" presName="arrowWedge5" presStyleLbl="fgSibTrans2D1" presStyleIdx="4" presStyleCnt="5"/>
      <dgm:spPr>
        <a:xfrm>
          <a:off x="898814" y="21500"/>
          <a:ext cx="2050188" cy="2050188"/>
        </a:xfrm>
        <a:prstGeom prst="circularArrow">
          <a:avLst>
            <a:gd name="adj1" fmla="val 5085"/>
            <a:gd name="adj2" fmla="val 327528"/>
            <a:gd name="adj3" fmla="val 15872148"/>
            <a:gd name="adj4" fmla="val 11880111"/>
            <a:gd name="adj5" fmla="val 5932"/>
          </a:avLst>
        </a:prstGeom>
      </dgm:spPr>
    </dgm:pt>
  </dgm:ptLst>
  <dgm:cxnLst>
    <dgm:cxn modelId="{80E0BF16-C569-4180-B274-29A4561BD76A}" type="presOf" srcId="{27BF821D-2F3E-49CD-9B37-04D0FA768287}" destId="{54C2283A-AC5E-45E9-B06B-8E6497C8CC06}" srcOrd="1" destOrd="0" presId="urn:microsoft.com/office/officeart/2005/8/layout/cycle8"/>
    <dgm:cxn modelId="{31770029-1BAD-49B4-A767-7516DFF61D5B}" type="presOf" srcId="{17623FF4-83D1-409E-B2C9-D3BD0C35F949}" destId="{8C235FE3-3F71-44C2-A46B-539B833DE24C}" srcOrd="0" destOrd="1" presId="urn:microsoft.com/office/officeart/2005/8/layout/cycle8"/>
    <dgm:cxn modelId="{49807935-D82D-4A28-9444-CF41A811697A}" srcId="{52D369AA-59C0-49E1-B55E-B70432456B9A}" destId="{61F0A2E3-1D9E-4CEC-86A0-B0FE6E70E7B1}" srcOrd="3" destOrd="0" parTransId="{13F9578B-8F2E-4E59-AA8C-9F45715DF7BE}" sibTransId="{5B0F3261-B8F3-4EF6-8025-08F245E8EF09}"/>
    <dgm:cxn modelId="{77886068-65C1-4DE8-90B9-36CAC78D28B5}" type="presOf" srcId="{17623FF4-83D1-409E-B2C9-D3BD0C35F949}" destId="{DCE22BBA-999E-458F-ADE2-6AD635E0B027}" srcOrd="1" destOrd="1" presId="urn:microsoft.com/office/officeart/2005/8/layout/cycle8"/>
    <dgm:cxn modelId="{E02ACA6B-C3D3-4D90-B61C-6E8277B25FF2}" srcId="{D6618069-B0EC-4200-9E36-A2D5FA553F52}" destId="{17623FF4-83D1-409E-B2C9-D3BD0C35F949}" srcOrd="0" destOrd="0" parTransId="{C5298539-7CF6-43EF-ACF5-4ED8AC1B4A67}" sibTransId="{A170FA3D-9235-415D-8D21-809B23642B3F}"/>
    <dgm:cxn modelId="{CD5B734D-355E-4F53-BDB3-B027EB54C335}" type="presOf" srcId="{61F0A2E3-1D9E-4CEC-86A0-B0FE6E70E7B1}" destId="{49429826-AA5F-47CA-B11A-ABD6DE54C821}" srcOrd="1" destOrd="0" presId="urn:microsoft.com/office/officeart/2005/8/layout/cycle8"/>
    <dgm:cxn modelId="{3321FE52-A8B8-4A6C-AC9C-6F68280E5C1A}" type="presOf" srcId="{43434F5F-A1D0-4D7B-93B7-E3D3DB8C0F0B}" destId="{9A004783-E531-48C1-8181-A872C2478DAA}" srcOrd="1" destOrd="0" presId="urn:microsoft.com/office/officeart/2005/8/layout/cycle8"/>
    <dgm:cxn modelId="{80EA788F-BC8B-445D-9DE6-5E1576DBBAB1}" type="presOf" srcId="{3607FCD8-6657-4836-95A4-7A279A1F256B}" destId="{3B487735-59B4-41E9-BDAB-5D244BF18F68}" srcOrd="0" destOrd="0" presId="urn:microsoft.com/office/officeart/2005/8/layout/cycle8"/>
    <dgm:cxn modelId="{956A859B-4D0E-406D-A476-6E0872DFC719}" srcId="{52D369AA-59C0-49E1-B55E-B70432456B9A}" destId="{3607FCD8-6657-4836-95A4-7A279A1F256B}" srcOrd="4" destOrd="0" parTransId="{E598C32C-35DB-47E0-A1F6-E475AD071A4B}" sibTransId="{69B2B37B-26AE-4264-84DC-19FA2B13C444}"/>
    <dgm:cxn modelId="{851BA8A4-9B3D-48C7-9A10-E466CFA74B4A}" type="presOf" srcId="{D6618069-B0EC-4200-9E36-A2D5FA553F52}" destId="{8C235FE3-3F71-44C2-A46B-539B833DE24C}" srcOrd="0" destOrd="0" presId="urn:microsoft.com/office/officeart/2005/8/layout/cycle8"/>
    <dgm:cxn modelId="{40525CA9-711A-4555-8430-04F5EC60DCDF}" type="presOf" srcId="{3607FCD8-6657-4836-95A4-7A279A1F256B}" destId="{85604DE5-89B7-4180-B562-F4BF7B9539D2}" srcOrd="1" destOrd="0" presId="urn:microsoft.com/office/officeart/2005/8/layout/cycle8"/>
    <dgm:cxn modelId="{F2C731B1-6208-471C-8AA5-21AEAFEA8436}" srcId="{52D369AA-59C0-49E1-B55E-B70432456B9A}" destId="{27BF821D-2F3E-49CD-9B37-04D0FA768287}" srcOrd="2" destOrd="0" parTransId="{D1698C79-E725-47CC-941A-190C96E6E135}" sibTransId="{66444982-89CC-4ADF-9DDF-851D4855A8D8}"/>
    <dgm:cxn modelId="{804081B6-634C-48F7-BE19-0675DFCD041F}" srcId="{52D369AA-59C0-49E1-B55E-B70432456B9A}" destId="{D6618069-B0EC-4200-9E36-A2D5FA553F52}" srcOrd="0" destOrd="0" parTransId="{893EE6D8-CE80-42FD-B96D-4B0C4CCFFA5F}" sibTransId="{E2E703FF-F63F-4A79-96BF-A0500BFFB256}"/>
    <dgm:cxn modelId="{0A828DC2-5466-4E4B-8B06-DC2AF9159DE7}" type="presOf" srcId="{61F0A2E3-1D9E-4CEC-86A0-B0FE6E70E7B1}" destId="{45CD1A6F-7DD7-4DE4-B175-D658CA85DBBD}" srcOrd="0" destOrd="0" presId="urn:microsoft.com/office/officeart/2005/8/layout/cycle8"/>
    <dgm:cxn modelId="{78276EC5-638E-4FB2-ACB7-01621011D25E}" type="presOf" srcId="{27BF821D-2F3E-49CD-9B37-04D0FA768287}" destId="{A5E52B60-80D4-45E8-AB32-72C8832C4F04}" srcOrd="0" destOrd="0" presId="urn:microsoft.com/office/officeart/2005/8/layout/cycle8"/>
    <dgm:cxn modelId="{65D8C6C9-1A10-491C-9E4D-E64E01660637}" srcId="{52D369AA-59C0-49E1-B55E-B70432456B9A}" destId="{43434F5F-A1D0-4D7B-93B7-E3D3DB8C0F0B}" srcOrd="1" destOrd="0" parTransId="{CC653188-7757-47F5-980D-2F580D5D046C}" sibTransId="{BAD65EFA-967E-4883-AE14-C7953EF71C1F}"/>
    <dgm:cxn modelId="{10D097CA-E7CD-4428-8B11-E9F7EA003D0A}" type="presOf" srcId="{D6618069-B0EC-4200-9E36-A2D5FA553F52}" destId="{DCE22BBA-999E-458F-ADE2-6AD635E0B027}" srcOrd="1" destOrd="0" presId="urn:microsoft.com/office/officeart/2005/8/layout/cycle8"/>
    <dgm:cxn modelId="{952FC0D1-ACC3-489B-9B7D-E2B9EC3D23F4}" type="presOf" srcId="{52D369AA-59C0-49E1-B55E-B70432456B9A}" destId="{50B73C20-8720-412A-ABE2-B41B774F189B}" srcOrd="0" destOrd="0" presId="urn:microsoft.com/office/officeart/2005/8/layout/cycle8"/>
    <dgm:cxn modelId="{6A173FDB-54F1-4B5C-AC26-42035B875450}" type="presOf" srcId="{43434F5F-A1D0-4D7B-93B7-E3D3DB8C0F0B}" destId="{EDCE5F9B-1D88-4D8D-9083-55DD36D07A64}" srcOrd="0" destOrd="0" presId="urn:microsoft.com/office/officeart/2005/8/layout/cycle8"/>
    <dgm:cxn modelId="{F0697471-CBB1-4158-933D-B4B3F75E0604}" type="presParOf" srcId="{50B73C20-8720-412A-ABE2-B41B774F189B}" destId="{8C235FE3-3F71-44C2-A46B-539B833DE24C}" srcOrd="0" destOrd="0" presId="urn:microsoft.com/office/officeart/2005/8/layout/cycle8"/>
    <dgm:cxn modelId="{168EB40C-5A6D-4F3F-BF2C-FCF94CCE2D39}" type="presParOf" srcId="{50B73C20-8720-412A-ABE2-B41B774F189B}" destId="{90038AF1-24CC-43B0-9B1B-D923A7B56C3C}" srcOrd="1" destOrd="0" presId="urn:microsoft.com/office/officeart/2005/8/layout/cycle8"/>
    <dgm:cxn modelId="{569908DA-43D7-45B1-8009-0FA68FF133C5}" type="presParOf" srcId="{50B73C20-8720-412A-ABE2-B41B774F189B}" destId="{71E81969-F2BB-4CC9-867D-9E0708DF02FF}" srcOrd="2" destOrd="0" presId="urn:microsoft.com/office/officeart/2005/8/layout/cycle8"/>
    <dgm:cxn modelId="{120B6D63-67B5-4651-89B8-2F4AFC748633}" type="presParOf" srcId="{50B73C20-8720-412A-ABE2-B41B774F189B}" destId="{DCE22BBA-999E-458F-ADE2-6AD635E0B027}" srcOrd="3" destOrd="0" presId="urn:microsoft.com/office/officeart/2005/8/layout/cycle8"/>
    <dgm:cxn modelId="{84303F93-7770-4778-B60E-02E295CCDB18}" type="presParOf" srcId="{50B73C20-8720-412A-ABE2-B41B774F189B}" destId="{EDCE5F9B-1D88-4D8D-9083-55DD36D07A64}" srcOrd="4" destOrd="0" presId="urn:microsoft.com/office/officeart/2005/8/layout/cycle8"/>
    <dgm:cxn modelId="{10C0342C-209A-4EE1-BB67-4E82BD92DDB7}" type="presParOf" srcId="{50B73C20-8720-412A-ABE2-B41B774F189B}" destId="{CF151D6C-DD1F-432A-9488-CEF8ED585BC2}" srcOrd="5" destOrd="0" presId="urn:microsoft.com/office/officeart/2005/8/layout/cycle8"/>
    <dgm:cxn modelId="{D088F9FD-84AC-4D71-B185-0A3300C456C8}" type="presParOf" srcId="{50B73C20-8720-412A-ABE2-B41B774F189B}" destId="{94572E03-695E-4870-97D9-5D3958380E35}" srcOrd="6" destOrd="0" presId="urn:microsoft.com/office/officeart/2005/8/layout/cycle8"/>
    <dgm:cxn modelId="{876BFD5D-E2AD-4F6B-9D62-8D6CA971713B}" type="presParOf" srcId="{50B73C20-8720-412A-ABE2-B41B774F189B}" destId="{9A004783-E531-48C1-8181-A872C2478DAA}" srcOrd="7" destOrd="0" presId="urn:microsoft.com/office/officeart/2005/8/layout/cycle8"/>
    <dgm:cxn modelId="{B9611131-DF8C-44CB-96EC-2C6187ABC38E}" type="presParOf" srcId="{50B73C20-8720-412A-ABE2-B41B774F189B}" destId="{A5E52B60-80D4-45E8-AB32-72C8832C4F04}" srcOrd="8" destOrd="0" presId="urn:microsoft.com/office/officeart/2005/8/layout/cycle8"/>
    <dgm:cxn modelId="{490646F5-EF01-44D1-947D-C692A4CDBA66}" type="presParOf" srcId="{50B73C20-8720-412A-ABE2-B41B774F189B}" destId="{5206D377-FF06-4A93-85A7-58B4AD85BDAC}" srcOrd="9" destOrd="0" presId="urn:microsoft.com/office/officeart/2005/8/layout/cycle8"/>
    <dgm:cxn modelId="{ECCF5117-1E10-477D-9559-5C5ECCAC164D}" type="presParOf" srcId="{50B73C20-8720-412A-ABE2-B41B774F189B}" destId="{F113BEB2-4F0E-4611-BCBE-814660A4A7D5}" srcOrd="10" destOrd="0" presId="urn:microsoft.com/office/officeart/2005/8/layout/cycle8"/>
    <dgm:cxn modelId="{15C2D79C-91A3-47CD-8374-199DEC331890}" type="presParOf" srcId="{50B73C20-8720-412A-ABE2-B41B774F189B}" destId="{54C2283A-AC5E-45E9-B06B-8E6497C8CC06}" srcOrd="11" destOrd="0" presId="urn:microsoft.com/office/officeart/2005/8/layout/cycle8"/>
    <dgm:cxn modelId="{D6E4223E-9B2A-4E44-AEAB-45457981423F}" type="presParOf" srcId="{50B73C20-8720-412A-ABE2-B41B774F189B}" destId="{45CD1A6F-7DD7-4DE4-B175-D658CA85DBBD}" srcOrd="12" destOrd="0" presId="urn:microsoft.com/office/officeart/2005/8/layout/cycle8"/>
    <dgm:cxn modelId="{816B34C5-1FCC-4A31-9A69-5F5054EF6618}" type="presParOf" srcId="{50B73C20-8720-412A-ABE2-B41B774F189B}" destId="{BADB538E-E5E0-42D9-8D41-A1BA0A54E760}" srcOrd="13" destOrd="0" presId="urn:microsoft.com/office/officeart/2005/8/layout/cycle8"/>
    <dgm:cxn modelId="{E58EBEFA-592C-400E-B377-C856EA82807F}" type="presParOf" srcId="{50B73C20-8720-412A-ABE2-B41B774F189B}" destId="{91C2630D-E657-4FDB-80ED-2B152AB0CF09}" srcOrd="14" destOrd="0" presId="urn:microsoft.com/office/officeart/2005/8/layout/cycle8"/>
    <dgm:cxn modelId="{CCD18F65-0485-48C6-909E-7BCBB943D79E}" type="presParOf" srcId="{50B73C20-8720-412A-ABE2-B41B774F189B}" destId="{49429826-AA5F-47CA-B11A-ABD6DE54C821}" srcOrd="15" destOrd="0" presId="urn:microsoft.com/office/officeart/2005/8/layout/cycle8"/>
    <dgm:cxn modelId="{63846FA1-5D85-42C9-933E-037704582F50}" type="presParOf" srcId="{50B73C20-8720-412A-ABE2-B41B774F189B}" destId="{3B487735-59B4-41E9-BDAB-5D244BF18F68}" srcOrd="16" destOrd="0" presId="urn:microsoft.com/office/officeart/2005/8/layout/cycle8"/>
    <dgm:cxn modelId="{D4A25B8E-ECDA-4E18-8745-075786C360BE}" type="presParOf" srcId="{50B73C20-8720-412A-ABE2-B41B774F189B}" destId="{939A2975-E45D-4D75-835C-838DA7CA4783}" srcOrd="17" destOrd="0" presId="urn:microsoft.com/office/officeart/2005/8/layout/cycle8"/>
    <dgm:cxn modelId="{D9F9CDC3-0A72-4389-BC90-F9E89F90FB55}" type="presParOf" srcId="{50B73C20-8720-412A-ABE2-B41B774F189B}" destId="{76229039-77BD-4536-8D9F-CEC0D2D14777}" srcOrd="18" destOrd="0" presId="urn:microsoft.com/office/officeart/2005/8/layout/cycle8"/>
    <dgm:cxn modelId="{B6377646-4E5F-4A6C-8830-F8F204A6839B}" type="presParOf" srcId="{50B73C20-8720-412A-ABE2-B41B774F189B}" destId="{85604DE5-89B7-4180-B562-F4BF7B9539D2}" srcOrd="19" destOrd="0" presId="urn:microsoft.com/office/officeart/2005/8/layout/cycle8"/>
    <dgm:cxn modelId="{6F3AA099-86CA-4C4C-A96A-80F24A60A4FF}" type="presParOf" srcId="{50B73C20-8720-412A-ABE2-B41B774F189B}" destId="{1B3C0182-CF0B-417D-8862-5551CF080ABD}" srcOrd="20" destOrd="0" presId="urn:microsoft.com/office/officeart/2005/8/layout/cycle8"/>
    <dgm:cxn modelId="{5A889218-F07E-4117-9BF5-4D3C479D9E0F}" type="presParOf" srcId="{50B73C20-8720-412A-ABE2-B41B774F189B}" destId="{943B39FA-B7B3-4946-B395-D611843A2FD5}" srcOrd="21" destOrd="0" presId="urn:microsoft.com/office/officeart/2005/8/layout/cycle8"/>
    <dgm:cxn modelId="{DF53E29A-B27D-4573-A778-472B14395646}" type="presParOf" srcId="{50B73C20-8720-412A-ABE2-B41B774F189B}" destId="{F382579C-1F35-4CBE-B203-942B20126A0F}" srcOrd="22" destOrd="0" presId="urn:microsoft.com/office/officeart/2005/8/layout/cycle8"/>
    <dgm:cxn modelId="{5AC306C3-10BC-426E-8737-A1813C15BCD0}" type="presParOf" srcId="{50B73C20-8720-412A-ABE2-B41B774F189B}" destId="{CDF1F5E0-2273-4303-AC97-73925993329B}" srcOrd="23" destOrd="0" presId="urn:microsoft.com/office/officeart/2005/8/layout/cycle8"/>
    <dgm:cxn modelId="{F6E7CDAB-577A-4E47-87DF-7F49B00FF327}" type="presParOf" srcId="{50B73C20-8720-412A-ABE2-B41B774F189B}" destId="{578C926A-45BB-4DF8-A8E0-D69C701E431E}" srcOrd="2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ACAAAA1-9166-4621-B38C-6E7EA8BBE198}" type="doc">
      <dgm:prSet loTypeId="urn:microsoft.com/office/officeart/2005/8/layout/hChevron3" loCatId="process" qsTypeId="urn:microsoft.com/office/officeart/2005/8/quickstyle/simple5#1" qsCatId="simple" csTypeId="urn:microsoft.com/office/officeart/2005/8/colors/accent1_2#2" csCatId="accent1" phldr="1"/>
      <dgm:spPr/>
      <dgm:t>
        <a:bodyPr/>
        <a:lstStyle/>
        <a:p>
          <a:endParaRPr lang="en-US"/>
        </a:p>
      </dgm:t>
    </dgm:pt>
    <dgm:pt modelId="{5DC43FB9-F7B5-4341-8481-F4F4490D5069}">
      <dgm:prSet phldrT="[Text]" custT="1"/>
      <dgm:spPr>
        <a:solidFill>
          <a:schemeClr val="tx2"/>
        </a:solidFill>
        <a:effectLst/>
      </dgm:spPr>
      <dgm:t>
        <a:bodyPr/>
        <a:lstStyle/>
        <a:p>
          <a:pPr algn="ctr"/>
          <a:r>
            <a:rPr lang="en-US" sz="1800" b="1" noProof="0" dirty="0">
              <a:solidFill>
                <a:schemeClr val="bg1"/>
              </a:solidFill>
              <a:latin typeface="+mn-lt"/>
              <a:cs typeface="Arial" panose="020B0604020202020204" pitchFamily="34" charset="0"/>
            </a:rPr>
            <a:t>Select what to measure</a:t>
          </a:r>
        </a:p>
      </dgm:t>
    </dgm:pt>
    <dgm:pt modelId="{57EB6F99-85C9-4774-B2CC-A3CB8B4B46E3}" type="parTrans" cxnId="{4C73EA4F-304E-40E7-940F-082CF5CFE393}">
      <dgm:prSet/>
      <dgm:spPr/>
      <dgm:t>
        <a:bodyPr/>
        <a:lstStyle/>
        <a:p>
          <a:pPr algn="ctr"/>
          <a:endParaRPr lang="en-GB" sz="1800" b="1">
            <a:latin typeface="+mn-lt"/>
            <a:cs typeface="Arial" panose="020B0604020202020204" pitchFamily="34" charset="0"/>
          </a:endParaRPr>
        </a:p>
      </dgm:t>
    </dgm:pt>
    <dgm:pt modelId="{FAF3D4C6-8E6A-4C79-8602-3AFC07EFF118}" type="sibTrans" cxnId="{4C73EA4F-304E-40E7-940F-082CF5CFE393}">
      <dgm:prSet/>
      <dgm:spPr/>
      <dgm:t>
        <a:bodyPr/>
        <a:lstStyle/>
        <a:p>
          <a:pPr algn="ctr"/>
          <a:endParaRPr lang="en-GB" sz="1800" b="1">
            <a:latin typeface="+mn-lt"/>
            <a:cs typeface="Arial" panose="020B0604020202020204" pitchFamily="34" charset="0"/>
          </a:endParaRPr>
        </a:p>
      </dgm:t>
    </dgm:pt>
    <dgm:pt modelId="{676A2A38-B1E1-4186-8BCF-5501ACA8EB24}">
      <dgm:prSet phldrT="[Text]" custT="1"/>
      <dgm:spPr>
        <a:solidFill>
          <a:schemeClr val="accent1"/>
        </a:solidFill>
        <a:effectLst/>
      </dgm:spPr>
      <dgm:t>
        <a:bodyPr/>
        <a:lstStyle/>
        <a:p>
          <a:pPr algn="ctr"/>
          <a:r>
            <a:rPr lang="en-US" sz="1800" b="1" noProof="0">
              <a:solidFill>
                <a:schemeClr val="bg1"/>
              </a:solidFill>
              <a:latin typeface="+mn-lt"/>
              <a:cs typeface="Arial" panose="020B0604020202020204" pitchFamily="34" charset="0"/>
            </a:rPr>
            <a:t>Define operational definitions</a:t>
          </a:r>
        </a:p>
      </dgm:t>
    </dgm:pt>
    <dgm:pt modelId="{6D3B9E73-8764-4C25-AA52-047770DCE89F}" type="parTrans" cxnId="{AB0BF37A-6389-4F67-811D-396688E63BC7}">
      <dgm:prSet/>
      <dgm:spPr/>
      <dgm:t>
        <a:bodyPr/>
        <a:lstStyle/>
        <a:p>
          <a:pPr algn="ctr"/>
          <a:endParaRPr lang="en-GB" sz="1800" b="1">
            <a:latin typeface="+mn-lt"/>
            <a:cs typeface="Arial" panose="020B0604020202020204" pitchFamily="34" charset="0"/>
          </a:endParaRPr>
        </a:p>
      </dgm:t>
    </dgm:pt>
    <dgm:pt modelId="{92DC7D91-8F21-403B-8990-24BBEF4E4CDA}" type="sibTrans" cxnId="{AB0BF37A-6389-4F67-811D-396688E63BC7}">
      <dgm:prSet/>
      <dgm:spPr/>
      <dgm:t>
        <a:bodyPr/>
        <a:lstStyle/>
        <a:p>
          <a:pPr algn="ctr"/>
          <a:endParaRPr lang="en-GB" sz="1800" b="1">
            <a:latin typeface="+mn-lt"/>
            <a:cs typeface="Arial" panose="020B0604020202020204" pitchFamily="34" charset="0"/>
          </a:endParaRPr>
        </a:p>
      </dgm:t>
    </dgm:pt>
    <dgm:pt modelId="{DD2182FA-0411-4537-A443-7AD87301307E}">
      <dgm:prSet phldrT="[Text]" custT="1"/>
      <dgm:spPr>
        <a:solidFill>
          <a:schemeClr val="accent3"/>
        </a:solidFill>
        <a:ln>
          <a:noFill/>
        </a:ln>
        <a:effectLst/>
      </dgm:spPr>
      <dgm:t>
        <a:bodyPr spcFirstLastPara="0" vert="horz" wrap="square" lIns="96012" tIns="48006" rIns="24003" bIns="48006" numCol="1" spcCol="1270" anchor="ctr" anchorCtr="0"/>
        <a:lstStyle/>
        <a:p>
          <a:pPr algn="ctr"/>
          <a:r>
            <a:rPr lang="en-US" sz="1800" b="1" noProof="0">
              <a:solidFill>
                <a:schemeClr val="bg1"/>
              </a:solidFill>
              <a:latin typeface="+mn-lt"/>
              <a:cs typeface="Arial" panose="020B0604020202020204" pitchFamily="34" charset="0"/>
            </a:rPr>
            <a:t>Identify data sources</a:t>
          </a:r>
        </a:p>
      </dgm:t>
    </dgm:pt>
    <dgm:pt modelId="{1576897F-2715-413F-A576-4676B7F66624}" type="parTrans" cxnId="{8BE558A0-65FF-4AF4-B5F4-8444BB716576}">
      <dgm:prSet/>
      <dgm:spPr/>
      <dgm:t>
        <a:bodyPr/>
        <a:lstStyle/>
        <a:p>
          <a:pPr algn="ctr"/>
          <a:endParaRPr lang="en-GB" sz="1800" b="1">
            <a:latin typeface="+mn-lt"/>
            <a:cs typeface="Arial" panose="020B0604020202020204" pitchFamily="34" charset="0"/>
          </a:endParaRPr>
        </a:p>
      </dgm:t>
    </dgm:pt>
    <dgm:pt modelId="{ABB84739-BBF9-47E9-9C9F-7405DF1C2E86}" type="sibTrans" cxnId="{8BE558A0-65FF-4AF4-B5F4-8444BB716576}">
      <dgm:prSet/>
      <dgm:spPr/>
      <dgm:t>
        <a:bodyPr/>
        <a:lstStyle/>
        <a:p>
          <a:pPr algn="ctr"/>
          <a:endParaRPr lang="en-GB" sz="1800" b="1">
            <a:latin typeface="+mn-lt"/>
            <a:cs typeface="Arial" panose="020B0604020202020204" pitchFamily="34" charset="0"/>
          </a:endParaRPr>
        </a:p>
      </dgm:t>
    </dgm:pt>
    <dgm:pt modelId="{567726F5-67AC-41D9-8203-A0D8104545EF}">
      <dgm:prSet phldrT="[Text]" custT="1"/>
      <dgm:spPr>
        <a:solidFill>
          <a:schemeClr val="accent4"/>
        </a:solidFill>
        <a:ln>
          <a:noFill/>
        </a:ln>
        <a:effectLst/>
      </dgm:spPr>
      <dgm:t>
        <a:bodyPr spcFirstLastPara="0" vert="horz" wrap="square" lIns="72009" tIns="48006" rIns="24003" bIns="48006" numCol="1" spcCol="1270" anchor="ctr" anchorCtr="0"/>
        <a:lstStyle/>
        <a:p>
          <a:pPr marL="0" lvl="0" indent="0" algn="ctr" defTabSz="800100">
            <a:lnSpc>
              <a:spcPct val="90000"/>
            </a:lnSpc>
            <a:spcBef>
              <a:spcPct val="0"/>
            </a:spcBef>
            <a:spcAft>
              <a:spcPct val="35000"/>
            </a:spcAft>
            <a:buNone/>
          </a:pPr>
          <a:r>
            <a:rPr lang="en-US" sz="1800" b="1" kern="1200" noProof="0">
              <a:solidFill>
                <a:schemeClr val="bg1"/>
              </a:solidFill>
              <a:latin typeface="+mn-lt"/>
              <a:ea typeface="+mn-ea"/>
              <a:cs typeface="Arial" panose="020B0604020202020204" pitchFamily="34" charset="0"/>
            </a:rPr>
            <a:t>Develop a collection and sampling plan</a:t>
          </a:r>
        </a:p>
      </dgm:t>
    </dgm:pt>
    <dgm:pt modelId="{F2FBC948-0259-424E-9339-15A988756E49}" type="parTrans" cxnId="{D6F617BB-5F34-4EC3-B454-43F8AFE17133}">
      <dgm:prSet/>
      <dgm:spPr/>
      <dgm:t>
        <a:bodyPr/>
        <a:lstStyle/>
        <a:p>
          <a:pPr algn="ctr"/>
          <a:endParaRPr lang="en-GB" sz="1800" b="1">
            <a:latin typeface="+mn-lt"/>
            <a:cs typeface="Arial" panose="020B0604020202020204" pitchFamily="34" charset="0"/>
          </a:endParaRPr>
        </a:p>
      </dgm:t>
    </dgm:pt>
    <dgm:pt modelId="{8ED59AA5-5FA0-4A27-BA3B-380E8FB0D91A}" type="sibTrans" cxnId="{D6F617BB-5F34-4EC3-B454-43F8AFE17133}">
      <dgm:prSet/>
      <dgm:spPr/>
      <dgm:t>
        <a:bodyPr/>
        <a:lstStyle/>
        <a:p>
          <a:pPr algn="ctr"/>
          <a:endParaRPr lang="en-GB" sz="1800" b="1">
            <a:latin typeface="+mn-lt"/>
            <a:cs typeface="Arial" panose="020B0604020202020204" pitchFamily="34" charset="0"/>
          </a:endParaRPr>
        </a:p>
      </dgm:t>
    </dgm:pt>
    <dgm:pt modelId="{050B13B3-4195-45DB-9086-2675F0974BFB}">
      <dgm:prSet phldrT="[Text]" custT="1"/>
      <dgm:spPr>
        <a:solidFill>
          <a:srgbClr val="7030A0"/>
        </a:solidFill>
        <a:ln>
          <a:noFill/>
        </a:ln>
        <a:effectLst/>
      </dgm:spPr>
      <dgm:t>
        <a:bodyPr spcFirstLastPara="0" vert="horz" wrap="square" lIns="96012" tIns="48006" rIns="24003" bIns="48006" numCol="1" spcCol="1270" anchor="ctr" anchorCtr="0"/>
        <a:lstStyle/>
        <a:p>
          <a:pPr marL="0" lvl="0" indent="0" algn="ctr" defTabSz="800100">
            <a:lnSpc>
              <a:spcPct val="90000"/>
            </a:lnSpc>
            <a:spcBef>
              <a:spcPct val="0"/>
            </a:spcBef>
            <a:spcAft>
              <a:spcPct val="35000"/>
            </a:spcAft>
            <a:buNone/>
          </a:pPr>
          <a:r>
            <a:rPr lang="en-US" sz="1800" b="1" kern="1200" noProof="0">
              <a:solidFill>
                <a:schemeClr val="bg1"/>
              </a:solidFill>
              <a:latin typeface="+mn-lt"/>
              <a:ea typeface="+mn-ea"/>
              <a:cs typeface="Arial" panose="020B0604020202020204" pitchFamily="34" charset="0"/>
            </a:rPr>
            <a:t>Implement and refine measures</a:t>
          </a:r>
        </a:p>
      </dgm:t>
    </dgm:pt>
    <dgm:pt modelId="{AECCB57D-24B1-4E24-BAA2-374BCAEA1D78}" type="parTrans" cxnId="{472F50D7-2A52-4875-94A3-0753B9BB023A}">
      <dgm:prSet/>
      <dgm:spPr/>
      <dgm:t>
        <a:bodyPr/>
        <a:lstStyle/>
        <a:p>
          <a:pPr algn="ctr"/>
          <a:endParaRPr lang="en-GB" sz="1800" b="1">
            <a:latin typeface="+mn-lt"/>
            <a:cs typeface="Arial" panose="020B0604020202020204" pitchFamily="34" charset="0"/>
          </a:endParaRPr>
        </a:p>
      </dgm:t>
    </dgm:pt>
    <dgm:pt modelId="{203117A1-6489-45DA-891D-906927354F19}" type="sibTrans" cxnId="{472F50D7-2A52-4875-94A3-0753B9BB023A}">
      <dgm:prSet/>
      <dgm:spPr/>
      <dgm:t>
        <a:bodyPr/>
        <a:lstStyle/>
        <a:p>
          <a:pPr algn="ctr"/>
          <a:endParaRPr lang="en-GB" sz="1800" b="1">
            <a:latin typeface="+mn-lt"/>
            <a:cs typeface="Arial" panose="020B0604020202020204" pitchFamily="34" charset="0"/>
          </a:endParaRPr>
        </a:p>
      </dgm:t>
    </dgm:pt>
    <dgm:pt modelId="{FB022D5B-803B-4B8C-87D9-CA6117339D10}" type="pres">
      <dgm:prSet presAssocID="{CACAAAA1-9166-4621-B38C-6E7EA8BBE198}" presName="Name0" presStyleCnt="0">
        <dgm:presLayoutVars>
          <dgm:dir/>
          <dgm:resizeHandles val="exact"/>
        </dgm:presLayoutVars>
      </dgm:prSet>
      <dgm:spPr/>
    </dgm:pt>
    <dgm:pt modelId="{756CB746-C218-4B8C-870F-056FEB09FB76}" type="pres">
      <dgm:prSet presAssocID="{5DC43FB9-F7B5-4341-8481-F4F4490D5069}" presName="parTxOnly" presStyleLbl="node1" presStyleIdx="0" presStyleCnt="5" custScaleY="142145" custLinFactNeighborX="11702" custLinFactNeighborY="-20769">
        <dgm:presLayoutVars>
          <dgm:bulletEnabled val="1"/>
        </dgm:presLayoutVars>
      </dgm:prSet>
      <dgm:spPr/>
    </dgm:pt>
    <dgm:pt modelId="{2BBC932E-02B3-4B18-BFEB-FF786FD3B55F}" type="pres">
      <dgm:prSet presAssocID="{FAF3D4C6-8E6A-4C79-8602-3AFC07EFF118}" presName="parSpace" presStyleCnt="0"/>
      <dgm:spPr/>
    </dgm:pt>
    <dgm:pt modelId="{003252B5-CA45-46A8-BD94-354EEC568DF8}" type="pres">
      <dgm:prSet presAssocID="{676A2A38-B1E1-4186-8BCF-5501ACA8EB24}" presName="parTxOnly" presStyleLbl="node1" presStyleIdx="1" presStyleCnt="5" custScaleX="118393" custScaleY="142145" custLinFactNeighborX="11702" custLinFactNeighborY="-20769">
        <dgm:presLayoutVars>
          <dgm:bulletEnabled val="1"/>
        </dgm:presLayoutVars>
      </dgm:prSet>
      <dgm:spPr/>
    </dgm:pt>
    <dgm:pt modelId="{B0142427-D630-48BE-A180-AE1A0DE85E31}" type="pres">
      <dgm:prSet presAssocID="{92DC7D91-8F21-403B-8990-24BBEF4E4CDA}" presName="parSpace" presStyleCnt="0"/>
      <dgm:spPr/>
    </dgm:pt>
    <dgm:pt modelId="{E0816AF5-E54C-44FF-A2A2-1410DC767C85}" type="pres">
      <dgm:prSet presAssocID="{DD2182FA-0411-4537-A443-7AD87301307E}" presName="parTxOnly" presStyleLbl="node1" presStyleIdx="2" presStyleCnt="5" custScaleX="107987" custScaleY="142145" custLinFactNeighborX="8301" custLinFactNeighborY="-20769">
        <dgm:presLayoutVars>
          <dgm:bulletEnabled val="1"/>
        </dgm:presLayoutVars>
      </dgm:prSet>
      <dgm:spPr>
        <a:xfrm>
          <a:off x="3957292" y="0"/>
          <a:ext cx="2327421" cy="1225448"/>
        </a:xfrm>
        <a:prstGeom prst="chevron">
          <a:avLst/>
        </a:prstGeom>
      </dgm:spPr>
    </dgm:pt>
    <dgm:pt modelId="{AA186FFD-24D9-4A44-8C37-755994CF78F3}" type="pres">
      <dgm:prSet presAssocID="{ABB84739-BBF9-47E9-9C9F-7405DF1C2E86}" presName="parSpace" presStyleCnt="0"/>
      <dgm:spPr/>
    </dgm:pt>
    <dgm:pt modelId="{501D44B4-1019-487C-B964-9F2908705DCA}" type="pres">
      <dgm:prSet presAssocID="{567726F5-67AC-41D9-8203-A0D8104545EF}" presName="parTxOnly" presStyleLbl="node1" presStyleIdx="3" presStyleCnt="5" custScaleX="130306" custScaleY="142145" custLinFactNeighborX="-2749" custLinFactNeighborY="-20769">
        <dgm:presLayoutVars>
          <dgm:bulletEnabled val="1"/>
        </dgm:presLayoutVars>
      </dgm:prSet>
      <dgm:spPr>
        <a:xfrm>
          <a:off x="5842976" y="0"/>
          <a:ext cx="2808458" cy="1225448"/>
        </a:xfrm>
        <a:prstGeom prst="chevron">
          <a:avLst/>
        </a:prstGeom>
      </dgm:spPr>
    </dgm:pt>
    <dgm:pt modelId="{25E42F8E-B994-4CDA-B5AD-8E846A936206}" type="pres">
      <dgm:prSet presAssocID="{8ED59AA5-5FA0-4A27-BA3B-380E8FB0D91A}" presName="parSpace" presStyleCnt="0"/>
      <dgm:spPr/>
    </dgm:pt>
    <dgm:pt modelId="{88F5A45A-C98C-45F4-842F-68ED04FC8D55}" type="pres">
      <dgm:prSet presAssocID="{050B13B3-4195-45DB-9086-2675F0974BFB}" presName="parTxOnly" presStyleLbl="node1" presStyleIdx="4" presStyleCnt="5" custScaleX="130618" custScaleY="142145" custLinFactNeighborX="-16986" custLinFactNeighborY="-20321">
        <dgm:presLayoutVars>
          <dgm:bulletEnabled val="1"/>
        </dgm:presLayoutVars>
      </dgm:prSet>
      <dgm:spPr>
        <a:xfrm>
          <a:off x="8124129" y="0"/>
          <a:ext cx="2815183" cy="1225448"/>
        </a:xfrm>
        <a:prstGeom prst="chevron">
          <a:avLst/>
        </a:prstGeom>
      </dgm:spPr>
    </dgm:pt>
  </dgm:ptLst>
  <dgm:cxnLst>
    <dgm:cxn modelId="{214C7368-5639-4714-BFB9-5CD9F21AD7A4}" type="presOf" srcId="{5DC43FB9-F7B5-4341-8481-F4F4490D5069}" destId="{756CB746-C218-4B8C-870F-056FEB09FB76}" srcOrd="0" destOrd="0" presId="urn:microsoft.com/office/officeart/2005/8/layout/hChevron3"/>
    <dgm:cxn modelId="{FC36CA68-4080-40AC-B100-956E3D85DABB}" type="presOf" srcId="{CACAAAA1-9166-4621-B38C-6E7EA8BBE198}" destId="{FB022D5B-803B-4B8C-87D9-CA6117339D10}" srcOrd="0" destOrd="0" presId="urn:microsoft.com/office/officeart/2005/8/layout/hChevron3"/>
    <dgm:cxn modelId="{4C73EA4F-304E-40E7-940F-082CF5CFE393}" srcId="{CACAAAA1-9166-4621-B38C-6E7EA8BBE198}" destId="{5DC43FB9-F7B5-4341-8481-F4F4490D5069}" srcOrd="0" destOrd="0" parTransId="{57EB6F99-85C9-4774-B2CC-A3CB8B4B46E3}" sibTransId="{FAF3D4C6-8E6A-4C79-8602-3AFC07EFF118}"/>
    <dgm:cxn modelId="{AB0BF37A-6389-4F67-811D-396688E63BC7}" srcId="{CACAAAA1-9166-4621-B38C-6E7EA8BBE198}" destId="{676A2A38-B1E1-4186-8BCF-5501ACA8EB24}" srcOrd="1" destOrd="0" parTransId="{6D3B9E73-8764-4C25-AA52-047770DCE89F}" sibTransId="{92DC7D91-8F21-403B-8990-24BBEF4E4CDA}"/>
    <dgm:cxn modelId="{576DFB8B-4701-467A-AFEB-18E101B4B076}" type="presOf" srcId="{567726F5-67AC-41D9-8203-A0D8104545EF}" destId="{501D44B4-1019-487C-B964-9F2908705DCA}" srcOrd="0" destOrd="0" presId="urn:microsoft.com/office/officeart/2005/8/layout/hChevron3"/>
    <dgm:cxn modelId="{8BE558A0-65FF-4AF4-B5F4-8444BB716576}" srcId="{CACAAAA1-9166-4621-B38C-6E7EA8BBE198}" destId="{DD2182FA-0411-4537-A443-7AD87301307E}" srcOrd="2" destOrd="0" parTransId="{1576897F-2715-413F-A576-4676B7F66624}" sibTransId="{ABB84739-BBF9-47E9-9C9F-7405DF1C2E86}"/>
    <dgm:cxn modelId="{D6F617BB-5F34-4EC3-B454-43F8AFE17133}" srcId="{CACAAAA1-9166-4621-B38C-6E7EA8BBE198}" destId="{567726F5-67AC-41D9-8203-A0D8104545EF}" srcOrd="3" destOrd="0" parTransId="{F2FBC948-0259-424E-9339-15A988756E49}" sibTransId="{8ED59AA5-5FA0-4A27-BA3B-380E8FB0D91A}"/>
    <dgm:cxn modelId="{4F36FABB-0AD5-4984-B206-384345888B41}" type="presOf" srcId="{050B13B3-4195-45DB-9086-2675F0974BFB}" destId="{88F5A45A-C98C-45F4-842F-68ED04FC8D55}" srcOrd="0" destOrd="0" presId="urn:microsoft.com/office/officeart/2005/8/layout/hChevron3"/>
    <dgm:cxn modelId="{01955FBC-2F81-4BF7-9453-F2E1C33468A6}" type="presOf" srcId="{DD2182FA-0411-4537-A443-7AD87301307E}" destId="{E0816AF5-E54C-44FF-A2A2-1410DC767C85}" srcOrd="0" destOrd="0" presId="urn:microsoft.com/office/officeart/2005/8/layout/hChevron3"/>
    <dgm:cxn modelId="{472F50D7-2A52-4875-94A3-0753B9BB023A}" srcId="{CACAAAA1-9166-4621-B38C-6E7EA8BBE198}" destId="{050B13B3-4195-45DB-9086-2675F0974BFB}" srcOrd="4" destOrd="0" parTransId="{AECCB57D-24B1-4E24-BAA2-374BCAEA1D78}" sibTransId="{203117A1-6489-45DA-891D-906927354F19}"/>
    <dgm:cxn modelId="{E4B573F8-B1F6-4890-978C-466B73124AE2}" type="presOf" srcId="{676A2A38-B1E1-4186-8BCF-5501ACA8EB24}" destId="{003252B5-CA45-46A8-BD94-354EEC568DF8}" srcOrd="0" destOrd="0" presId="urn:microsoft.com/office/officeart/2005/8/layout/hChevron3"/>
    <dgm:cxn modelId="{729E6A4B-CB3E-41B1-AABC-B5D8C62D9A00}" type="presParOf" srcId="{FB022D5B-803B-4B8C-87D9-CA6117339D10}" destId="{756CB746-C218-4B8C-870F-056FEB09FB76}" srcOrd="0" destOrd="0" presId="urn:microsoft.com/office/officeart/2005/8/layout/hChevron3"/>
    <dgm:cxn modelId="{0B27DD82-78B6-41A2-B3D4-B9C055FB95B0}" type="presParOf" srcId="{FB022D5B-803B-4B8C-87D9-CA6117339D10}" destId="{2BBC932E-02B3-4B18-BFEB-FF786FD3B55F}" srcOrd="1" destOrd="0" presId="urn:microsoft.com/office/officeart/2005/8/layout/hChevron3"/>
    <dgm:cxn modelId="{ED4E2BE6-B780-4EBF-91FD-FD22E3F53106}" type="presParOf" srcId="{FB022D5B-803B-4B8C-87D9-CA6117339D10}" destId="{003252B5-CA45-46A8-BD94-354EEC568DF8}" srcOrd="2" destOrd="0" presId="urn:microsoft.com/office/officeart/2005/8/layout/hChevron3"/>
    <dgm:cxn modelId="{C232BFAB-B916-4761-BADB-9270694F49EF}" type="presParOf" srcId="{FB022D5B-803B-4B8C-87D9-CA6117339D10}" destId="{B0142427-D630-48BE-A180-AE1A0DE85E31}" srcOrd="3" destOrd="0" presId="urn:microsoft.com/office/officeart/2005/8/layout/hChevron3"/>
    <dgm:cxn modelId="{1A20BEDF-ED1F-4F46-9D31-2ECC02C5CED0}" type="presParOf" srcId="{FB022D5B-803B-4B8C-87D9-CA6117339D10}" destId="{E0816AF5-E54C-44FF-A2A2-1410DC767C85}" srcOrd="4" destOrd="0" presId="urn:microsoft.com/office/officeart/2005/8/layout/hChevron3"/>
    <dgm:cxn modelId="{E23D2EC2-2663-46CF-9A90-64EF73E269AC}" type="presParOf" srcId="{FB022D5B-803B-4B8C-87D9-CA6117339D10}" destId="{AA186FFD-24D9-4A44-8C37-755994CF78F3}" srcOrd="5" destOrd="0" presId="urn:microsoft.com/office/officeart/2005/8/layout/hChevron3"/>
    <dgm:cxn modelId="{F98B82F3-7D3C-46FA-953E-08E5516DB7BA}" type="presParOf" srcId="{FB022D5B-803B-4B8C-87D9-CA6117339D10}" destId="{501D44B4-1019-487C-B964-9F2908705DCA}" srcOrd="6" destOrd="0" presId="urn:microsoft.com/office/officeart/2005/8/layout/hChevron3"/>
    <dgm:cxn modelId="{E2B78973-FB57-42B1-BA17-D8DEBED5C5D6}" type="presParOf" srcId="{FB022D5B-803B-4B8C-87D9-CA6117339D10}" destId="{25E42F8E-B994-4CDA-B5AD-8E846A936206}" srcOrd="7" destOrd="0" presId="urn:microsoft.com/office/officeart/2005/8/layout/hChevron3"/>
    <dgm:cxn modelId="{D9B7689B-EBE6-4138-9105-B664D4B1D728}" type="presParOf" srcId="{FB022D5B-803B-4B8C-87D9-CA6117339D10}" destId="{88F5A45A-C98C-45F4-842F-68ED04FC8D55}" srcOrd="8" destOrd="0" presId="urn:microsoft.com/office/officeart/2005/8/layout/hChevron3"/>
  </dgm:cxnLst>
  <dgm:bg>
    <a:effect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235FE3-3F71-44C2-A46B-539B833DE24C}">
      <dsp:nvSpPr>
        <dsp:cNvPr id="0" name=""/>
        <dsp:cNvSpPr/>
      </dsp:nvSpPr>
      <dsp:spPr>
        <a:xfrm>
          <a:off x="307888" y="153664"/>
          <a:ext cx="2085273" cy="2085273"/>
        </a:xfrm>
        <a:prstGeom prst="pie">
          <a:avLst>
            <a:gd name="adj1" fmla="val 16200000"/>
            <a:gd name="adj2" fmla="val 20520000"/>
          </a:avLst>
        </a:prstGeom>
        <a:solidFill>
          <a:srgbClr val="00AF74"/>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t" anchorCtr="0">
          <a:noAutofit/>
        </a:bodyPr>
        <a:lstStyle/>
        <a:p>
          <a:pPr marL="0" lvl="0" indent="0" algn="l" defTabSz="355600">
            <a:lnSpc>
              <a:spcPct val="90000"/>
            </a:lnSpc>
            <a:spcBef>
              <a:spcPct val="0"/>
            </a:spcBef>
            <a:spcAft>
              <a:spcPct val="35000"/>
            </a:spcAft>
            <a:buNone/>
          </a:pPr>
          <a:r>
            <a:rPr lang="en-US" sz="800" kern="1200" noProof="0">
              <a:solidFill>
                <a:srgbClr val="FFFFFF"/>
              </a:solidFill>
              <a:latin typeface="Arial" panose="020B0604020202020204" pitchFamily="34" charset="0"/>
              <a:ea typeface="+mn-ea"/>
              <a:cs typeface="Arial" panose="020B0604020202020204" pitchFamily="34" charset="0"/>
            </a:rPr>
            <a:t>Define</a:t>
          </a:r>
        </a:p>
        <a:p>
          <a:pPr marL="57150" lvl="1" indent="-57150" algn="l" defTabSz="266700">
            <a:lnSpc>
              <a:spcPct val="90000"/>
            </a:lnSpc>
            <a:spcBef>
              <a:spcPct val="0"/>
            </a:spcBef>
            <a:spcAft>
              <a:spcPct val="15000"/>
            </a:spcAft>
            <a:buChar char="•"/>
          </a:pPr>
          <a:endParaRPr lang="en-US" sz="600" kern="1200" noProof="0">
            <a:solidFill>
              <a:srgbClr val="FFFFFF"/>
            </a:solidFill>
            <a:latin typeface="Trebuchet MS"/>
            <a:ea typeface="+mn-ea"/>
            <a:cs typeface="+mn-cs"/>
          </a:endParaRPr>
        </a:p>
      </dsp:txBody>
      <dsp:txXfrm>
        <a:off x="1493864" y="569628"/>
        <a:ext cx="473950" cy="315966"/>
      </dsp:txXfrm>
    </dsp:sp>
    <dsp:sp modelId="{EDCE5F9B-1D88-4D8D-9083-55DD36D07A64}">
      <dsp:nvSpPr>
        <dsp:cNvPr id="0" name=""/>
        <dsp:cNvSpPr/>
      </dsp:nvSpPr>
      <dsp:spPr>
        <a:xfrm>
          <a:off x="325762" y="209272"/>
          <a:ext cx="2085273" cy="2085273"/>
        </a:xfrm>
        <a:prstGeom prst="pie">
          <a:avLst>
            <a:gd name="adj1" fmla="val 20520000"/>
            <a:gd name="adj2" fmla="val 3240000"/>
          </a:avLst>
        </a:prstGeom>
        <a:solidFill>
          <a:srgbClr val="27AAE1"/>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noProof="0">
              <a:solidFill>
                <a:srgbClr val="FFFFFF"/>
              </a:solidFill>
              <a:latin typeface="Trebuchet MS"/>
              <a:ea typeface="+mn-ea"/>
              <a:cs typeface="+mn-cs"/>
            </a:rPr>
            <a:t>Measure</a:t>
          </a:r>
        </a:p>
      </dsp:txBody>
      <dsp:txXfrm>
        <a:off x="1759664" y="1234753"/>
        <a:ext cx="438843" cy="351073"/>
      </dsp:txXfrm>
    </dsp:sp>
    <dsp:sp modelId="{A5E52B60-80D4-45E8-AB32-72C8832C4F04}">
      <dsp:nvSpPr>
        <dsp:cNvPr id="0" name=""/>
        <dsp:cNvSpPr/>
      </dsp:nvSpPr>
      <dsp:spPr>
        <a:xfrm>
          <a:off x="278595" y="243530"/>
          <a:ext cx="2085273" cy="2085273"/>
        </a:xfrm>
        <a:prstGeom prst="pie">
          <a:avLst>
            <a:gd name="adj1" fmla="val 3240000"/>
            <a:gd name="adj2" fmla="val 7560000"/>
          </a:avLst>
        </a:prstGeom>
        <a:solidFill>
          <a:srgbClr val="EC008C"/>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noProof="0">
              <a:solidFill>
                <a:srgbClr val="FFFFFF"/>
              </a:solidFill>
              <a:latin typeface="Trebuchet MS"/>
              <a:ea typeface="+mn-ea"/>
              <a:cs typeface="+mn-cs"/>
            </a:rPr>
            <a:t>Analyze</a:t>
          </a:r>
        </a:p>
        <a:p>
          <a:pPr marL="0" lvl="0" indent="0" algn="ctr" defTabSz="355600">
            <a:lnSpc>
              <a:spcPct val="90000"/>
            </a:lnSpc>
            <a:spcBef>
              <a:spcPct val="0"/>
            </a:spcBef>
            <a:spcAft>
              <a:spcPct val="35000"/>
            </a:spcAft>
            <a:buNone/>
          </a:pPr>
          <a:endParaRPr lang="en-US" sz="800" kern="1200" noProof="0">
            <a:solidFill>
              <a:srgbClr val="FFFFFF"/>
            </a:solidFill>
            <a:latin typeface="Trebuchet MS"/>
            <a:ea typeface="+mn-ea"/>
            <a:cs typeface="+mn-cs"/>
          </a:endParaRPr>
        </a:p>
      </dsp:txBody>
      <dsp:txXfrm>
        <a:off x="1110587" y="1788167"/>
        <a:ext cx="421288" cy="386180"/>
      </dsp:txXfrm>
    </dsp:sp>
    <dsp:sp modelId="{45CD1A6F-7DD7-4DE4-B175-D658CA85DBBD}">
      <dsp:nvSpPr>
        <dsp:cNvPr id="0" name=""/>
        <dsp:cNvSpPr/>
      </dsp:nvSpPr>
      <dsp:spPr>
        <a:xfrm>
          <a:off x="231428" y="209272"/>
          <a:ext cx="2085273" cy="2085273"/>
        </a:xfrm>
        <a:prstGeom prst="pie">
          <a:avLst>
            <a:gd name="adj1" fmla="val 7560000"/>
            <a:gd name="adj2" fmla="val 11880000"/>
          </a:avLst>
        </a:prstGeom>
        <a:solidFill>
          <a:srgbClr val="FBBA00"/>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noProof="0">
              <a:solidFill>
                <a:srgbClr val="FFFFFF"/>
              </a:solidFill>
              <a:latin typeface="Trebuchet MS"/>
              <a:ea typeface="+mn-ea"/>
              <a:cs typeface="+mn-cs"/>
            </a:rPr>
            <a:t>Improve</a:t>
          </a:r>
        </a:p>
      </dsp:txBody>
      <dsp:txXfrm>
        <a:off x="443956" y="1234753"/>
        <a:ext cx="438843" cy="351073"/>
      </dsp:txXfrm>
    </dsp:sp>
    <dsp:sp modelId="{3B487735-59B4-41E9-BDAB-5D244BF18F68}">
      <dsp:nvSpPr>
        <dsp:cNvPr id="0" name=""/>
        <dsp:cNvSpPr/>
      </dsp:nvSpPr>
      <dsp:spPr>
        <a:xfrm>
          <a:off x="249302" y="153664"/>
          <a:ext cx="2085273" cy="2085273"/>
        </a:xfrm>
        <a:prstGeom prst="pie">
          <a:avLst>
            <a:gd name="adj1" fmla="val 11880000"/>
            <a:gd name="adj2" fmla="val 16200000"/>
          </a:avLst>
        </a:prstGeom>
        <a:solidFill>
          <a:srgbClr val="7030A0"/>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noProof="0">
              <a:solidFill>
                <a:srgbClr val="FFFFFF"/>
              </a:solidFill>
              <a:latin typeface="Trebuchet MS"/>
              <a:ea typeface="+mn-ea"/>
              <a:cs typeface="+mn-cs"/>
            </a:rPr>
            <a:t>Control</a:t>
          </a:r>
        </a:p>
        <a:p>
          <a:pPr marL="0" lvl="0" indent="0" algn="ctr" defTabSz="355600">
            <a:lnSpc>
              <a:spcPct val="90000"/>
            </a:lnSpc>
            <a:spcBef>
              <a:spcPct val="0"/>
            </a:spcBef>
            <a:spcAft>
              <a:spcPct val="35000"/>
            </a:spcAft>
            <a:buNone/>
          </a:pPr>
          <a:endParaRPr lang="en-US" sz="800" kern="1200" noProof="0">
            <a:solidFill>
              <a:srgbClr val="FFFFFF"/>
            </a:solidFill>
            <a:latin typeface="Trebuchet MS"/>
            <a:ea typeface="+mn-ea"/>
            <a:cs typeface="+mn-cs"/>
          </a:endParaRPr>
        </a:p>
      </dsp:txBody>
      <dsp:txXfrm>
        <a:off x="674649" y="569628"/>
        <a:ext cx="473950" cy="315966"/>
      </dsp:txXfrm>
    </dsp:sp>
    <dsp:sp modelId="{1B3C0182-CF0B-417D-8862-5551CF080ABD}">
      <dsp:nvSpPr>
        <dsp:cNvPr id="0" name=""/>
        <dsp:cNvSpPr/>
      </dsp:nvSpPr>
      <dsp:spPr>
        <a:xfrm>
          <a:off x="178702" y="24576"/>
          <a:ext cx="2343449" cy="2343449"/>
        </a:xfrm>
        <a:prstGeom prst="circularArrow">
          <a:avLst>
            <a:gd name="adj1" fmla="val 5085"/>
            <a:gd name="adj2" fmla="val 327528"/>
            <a:gd name="adj3" fmla="val 20192361"/>
            <a:gd name="adj4" fmla="val 16200324"/>
            <a:gd name="adj5" fmla="val 5932"/>
          </a:avLst>
        </a:prstGeom>
        <a:solidFill>
          <a:srgbClr val="6B635B"/>
        </a:solidFill>
        <a:ln>
          <a:noFill/>
        </a:ln>
        <a:effectLst/>
      </dsp:spPr>
      <dsp:style>
        <a:lnRef idx="0">
          <a:scrgbClr r="0" g="0" b="0"/>
        </a:lnRef>
        <a:fillRef idx="1">
          <a:scrgbClr r="0" g="0" b="0"/>
        </a:fillRef>
        <a:effectRef idx="0">
          <a:scrgbClr r="0" g="0" b="0"/>
        </a:effectRef>
        <a:fontRef idx="minor">
          <a:schemeClr val="lt1"/>
        </a:fontRef>
      </dsp:style>
    </dsp:sp>
    <dsp:sp modelId="{943B39FA-B7B3-4946-B395-D611843A2FD5}">
      <dsp:nvSpPr>
        <dsp:cNvPr id="0" name=""/>
        <dsp:cNvSpPr/>
      </dsp:nvSpPr>
      <dsp:spPr>
        <a:xfrm>
          <a:off x="196818" y="80165"/>
          <a:ext cx="2343449" cy="2343449"/>
        </a:xfrm>
        <a:prstGeom prst="circularArrow">
          <a:avLst>
            <a:gd name="adj1" fmla="val 5085"/>
            <a:gd name="adj2" fmla="val 327528"/>
            <a:gd name="adj3" fmla="val 2912753"/>
            <a:gd name="adj4" fmla="val 20519953"/>
            <a:gd name="adj5" fmla="val 5932"/>
          </a:avLst>
        </a:prstGeom>
        <a:solidFill>
          <a:srgbClr val="6B635B"/>
        </a:solidFill>
        <a:ln>
          <a:noFill/>
        </a:ln>
        <a:effectLst/>
      </dsp:spPr>
      <dsp:style>
        <a:lnRef idx="0">
          <a:scrgbClr r="0" g="0" b="0"/>
        </a:lnRef>
        <a:fillRef idx="1">
          <a:scrgbClr r="0" g="0" b="0"/>
        </a:fillRef>
        <a:effectRef idx="0">
          <a:scrgbClr r="0" g="0" b="0"/>
        </a:effectRef>
        <a:fontRef idx="minor">
          <a:schemeClr val="lt1"/>
        </a:fontRef>
      </dsp:style>
    </dsp:sp>
    <dsp:sp modelId="{F382579C-1F35-4CBE-B203-942B20126A0F}">
      <dsp:nvSpPr>
        <dsp:cNvPr id="0" name=""/>
        <dsp:cNvSpPr/>
      </dsp:nvSpPr>
      <dsp:spPr>
        <a:xfrm>
          <a:off x="149507" y="114528"/>
          <a:ext cx="2343449" cy="2343449"/>
        </a:xfrm>
        <a:prstGeom prst="circularArrow">
          <a:avLst>
            <a:gd name="adj1" fmla="val 5085"/>
            <a:gd name="adj2" fmla="val 327528"/>
            <a:gd name="adj3" fmla="val 7232777"/>
            <a:gd name="adj4" fmla="val 3239695"/>
            <a:gd name="adj5" fmla="val 5932"/>
          </a:avLst>
        </a:prstGeom>
        <a:solidFill>
          <a:srgbClr val="6B635B"/>
        </a:solidFill>
        <a:ln>
          <a:noFill/>
        </a:ln>
        <a:effectLst/>
      </dsp:spPr>
      <dsp:style>
        <a:lnRef idx="0">
          <a:scrgbClr r="0" g="0" b="0"/>
        </a:lnRef>
        <a:fillRef idx="1">
          <a:scrgbClr r="0" g="0" b="0"/>
        </a:fillRef>
        <a:effectRef idx="0">
          <a:scrgbClr r="0" g="0" b="0"/>
        </a:effectRef>
        <a:fontRef idx="minor">
          <a:schemeClr val="lt1"/>
        </a:fontRef>
      </dsp:style>
    </dsp:sp>
    <dsp:sp modelId="{CDF1F5E0-2273-4303-AC97-73925993329B}">
      <dsp:nvSpPr>
        <dsp:cNvPr id="0" name=""/>
        <dsp:cNvSpPr/>
      </dsp:nvSpPr>
      <dsp:spPr>
        <a:xfrm>
          <a:off x="102196" y="80165"/>
          <a:ext cx="2343449" cy="2343449"/>
        </a:xfrm>
        <a:prstGeom prst="circularArrow">
          <a:avLst>
            <a:gd name="adj1" fmla="val 5085"/>
            <a:gd name="adj2" fmla="val 327528"/>
            <a:gd name="adj3" fmla="val 11552519"/>
            <a:gd name="adj4" fmla="val 7559718"/>
            <a:gd name="adj5" fmla="val 5932"/>
          </a:avLst>
        </a:prstGeom>
        <a:solidFill>
          <a:srgbClr val="6B635B"/>
        </a:solidFill>
        <a:ln>
          <a:noFill/>
        </a:ln>
        <a:effectLst/>
      </dsp:spPr>
      <dsp:style>
        <a:lnRef idx="0">
          <a:scrgbClr r="0" g="0" b="0"/>
        </a:lnRef>
        <a:fillRef idx="1">
          <a:scrgbClr r="0" g="0" b="0"/>
        </a:fillRef>
        <a:effectRef idx="0">
          <a:scrgbClr r="0" g="0" b="0"/>
        </a:effectRef>
        <a:fontRef idx="minor">
          <a:schemeClr val="lt1"/>
        </a:fontRef>
      </dsp:style>
    </dsp:sp>
    <dsp:sp modelId="{578C926A-45BB-4DF8-A8E0-D69C701E431E}">
      <dsp:nvSpPr>
        <dsp:cNvPr id="0" name=""/>
        <dsp:cNvSpPr/>
      </dsp:nvSpPr>
      <dsp:spPr>
        <a:xfrm>
          <a:off x="120312" y="24576"/>
          <a:ext cx="2343449" cy="2343449"/>
        </a:xfrm>
        <a:prstGeom prst="circularArrow">
          <a:avLst>
            <a:gd name="adj1" fmla="val 5085"/>
            <a:gd name="adj2" fmla="val 327528"/>
            <a:gd name="adj3" fmla="val 15872148"/>
            <a:gd name="adj4" fmla="val 11880111"/>
            <a:gd name="adj5" fmla="val 5932"/>
          </a:avLst>
        </a:prstGeom>
        <a:solidFill>
          <a:srgbClr val="6B635B"/>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235FE3-3F71-44C2-A46B-539B833DE24C}">
      <dsp:nvSpPr>
        <dsp:cNvPr id="0" name=""/>
        <dsp:cNvSpPr/>
      </dsp:nvSpPr>
      <dsp:spPr>
        <a:xfrm>
          <a:off x="977794" y="279773"/>
          <a:ext cx="3799690" cy="3799690"/>
        </a:xfrm>
        <a:prstGeom prst="pie">
          <a:avLst>
            <a:gd name="adj1" fmla="val 16200000"/>
            <a:gd name="adj2" fmla="val 2052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t" anchorCtr="0">
          <a:noAutofit/>
        </a:bodyPr>
        <a:lstStyle/>
        <a:p>
          <a:pPr marL="0" lvl="0" indent="0" algn="l" defTabSz="666750">
            <a:lnSpc>
              <a:spcPct val="90000"/>
            </a:lnSpc>
            <a:spcBef>
              <a:spcPct val="0"/>
            </a:spcBef>
            <a:spcAft>
              <a:spcPct val="35000"/>
            </a:spcAft>
            <a:buNone/>
          </a:pPr>
          <a:r>
            <a:rPr lang="en-US" sz="1500" kern="1200" noProof="0">
              <a:latin typeface="Arial" panose="020B0604020202020204" pitchFamily="34" charset="0"/>
              <a:ea typeface="+mn-ea"/>
              <a:cs typeface="Arial" panose="020B0604020202020204" pitchFamily="34" charset="0"/>
            </a:rPr>
            <a:t>Define</a:t>
          </a:r>
        </a:p>
        <a:p>
          <a:pPr marL="114300" lvl="1" indent="-114300" algn="l" defTabSz="533400">
            <a:lnSpc>
              <a:spcPct val="90000"/>
            </a:lnSpc>
            <a:spcBef>
              <a:spcPct val="0"/>
            </a:spcBef>
            <a:spcAft>
              <a:spcPct val="15000"/>
            </a:spcAft>
            <a:buChar char="•"/>
          </a:pPr>
          <a:endParaRPr lang="en-US" sz="1200" kern="1200" noProof="0">
            <a:solidFill>
              <a:srgbClr val="FFFFFF"/>
            </a:solidFill>
            <a:latin typeface="Arial" panose="020B0604020202020204" pitchFamily="34" charset="0"/>
            <a:ea typeface="+mn-ea"/>
            <a:cs typeface="Arial" panose="020B0604020202020204" pitchFamily="34" charset="0"/>
          </a:endParaRPr>
        </a:p>
      </dsp:txBody>
      <dsp:txXfrm>
        <a:off x="3138825" y="1037722"/>
        <a:ext cx="863611" cy="575739"/>
      </dsp:txXfrm>
    </dsp:sp>
    <dsp:sp modelId="{EDCE5F9B-1D88-4D8D-9083-55DD36D07A64}">
      <dsp:nvSpPr>
        <dsp:cNvPr id="0" name=""/>
        <dsp:cNvSpPr/>
      </dsp:nvSpPr>
      <dsp:spPr>
        <a:xfrm>
          <a:off x="1371258" y="539279"/>
          <a:ext cx="3799690" cy="3799690"/>
        </a:xfrm>
        <a:prstGeom prst="pie">
          <a:avLst>
            <a:gd name="adj1" fmla="val 20520000"/>
            <a:gd name="adj2" fmla="val 3240000"/>
          </a:avLst>
        </a:prstGeom>
        <a:solidFill>
          <a:schemeClr val="accent4"/>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noProof="0">
              <a:solidFill>
                <a:schemeClr val="bg1"/>
              </a:solidFill>
              <a:latin typeface="Trebuchet MS"/>
              <a:ea typeface="+mn-ea"/>
              <a:cs typeface="+mn-cs"/>
            </a:rPr>
            <a:t>Measure</a:t>
          </a:r>
        </a:p>
      </dsp:txBody>
      <dsp:txXfrm>
        <a:off x="3984050" y="2407863"/>
        <a:ext cx="799638" cy="639712"/>
      </dsp:txXfrm>
    </dsp:sp>
    <dsp:sp modelId="{A5E52B60-80D4-45E8-AB32-72C8832C4F04}">
      <dsp:nvSpPr>
        <dsp:cNvPr id="0" name=""/>
        <dsp:cNvSpPr/>
      </dsp:nvSpPr>
      <dsp:spPr>
        <a:xfrm>
          <a:off x="919554" y="443749"/>
          <a:ext cx="3799690" cy="3799690"/>
        </a:xfrm>
        <a:prstGeom prst="pie">
          <a:avLst>
            <a:gd name="adj1" fmla="val 3240000"/>
            <a:gd name="adj2" fmla="val 756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noProof="0">
              <a:latin typeface="Trebuchet MS"/>
              <a:ea typeface="+mn-ea"/>
              <a:cs typeface="+mn-cs"/>
            </a:rPr>
            <a:t>Analyze</a:t>
          </a:r>
        </a:p>
        <a:p>
          <a:pPr marL="0" lvl="0" indent="0" algn="ctr" defTabSz="666750">
            <a:lnSpc>
              <a:spcPct val="90000"/>
            </a:lnSpc>
            <a:spcBef>
              <a:spcPct val="0"/>
            </a:spcBef>
            <a:spcAft>
              <a:spcPct val="35000"/>
            </a:spcAft>
            <a:buNone/>
          </a:pPr>
          <a:endParaRPr lang="en-US" sz="1500" kern="1200" noProof="0">
            <a:latin typeface="Trebuchet MS"/>
            <a:ea typeface="+mn-ea"/>
            <a:cs typeface="+mn-cs"/>
          </a:endParaRPr>
        </a:p>
      </dsp:txBody>
      <dsp:txXfrm>
        <a:off x="2435573" y="3258316"/>
        <a:ext cx="767653" cy="703683"/>
      </dsp:txXfrm>
    </dsp:sp>
    <dsp:sp modelId="{45CD1A6F-7DD7-4DE4-B175-D658CA85DBBD}">
      <dsp:nvSpPr>
        <dsp:cNvPr id="0" name=""/>
        <dsp:cNvSpPr/>
      </dsp:nvSpPr>
      <dsp:spPr>
        <a:xfrm>
          <a:off x="833609" y="381326"/>
          <a:ext cx="3799690" cy="3799690"/>
        </a:xfrm>
        <a:prstGeom prst="pie">
          <a:avLst>
            <a:gd name="adj1" fmla="val 7560000"/>
            <a:gd name="adj2" fmla="val 1188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noProof="0">
              <a:latin typeface="Trebuchet MS"/>
              <a:ea typeface="+mn-ea"/>
              <a:cs typeface="+mn-cs"/>
            </a:rPr>
            <a:t>Improve</a:t>
          </a:r>
        </a:p>
      </dsp:txBody>
      <dsp:txXfrm>
        <a:off x="1220869" y="2249910"/>
        <a:ext cx="799638" cy="639712"/>
      </dsp:txXfrm>
    </dsp:sp>
    <dsp:sp modelId="{3B487735-59B4-41E9-BDAB-5D244BF18F68}">
      <dsp:nvSpPr>
        <dsp:cNvPr id="0" name=""/>
        <dsp:cNvSpPr/>
      </dsp:nvSpPr>
      <dsp:spPr>
        <a:xfrm>
          <a:off x="866178" y="280000"/>
          <a:ext cx="3799690" cy="3799690"/>
        </a:xfrm>
        <a:prstGeom prst="pie">
          <a:avLst>
            <a:gd name="adj1" fmla="val 11880000"/>
            <a:gd name="adj2" fmla="val 1620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noProof="0">
              <a:latin typeface="Trebuchet MS"/>
              <a:ea typeface="+mn-ea"/>
              <a:cs typeface="+mn-cs"/>
            </a:rPr>
            <a:t>Control</a:t>
          </a:r>
        </a:p>
        <a:p>
          <a:pPr marL="0" lvl="0" indent="0" algn="ctr" defTabSz="666750">
            <a:lnSpc>
              <a:spcPct val="90000"/>
            </a:lnSpc>
            <a:spcBef>
              <a:spcPct val="0"/>
            </a:spcBef>
            <a:spcAft>
              <a:spcPct val="35000"/>
            </a:spcAft>
            <a:buNone/>
          </a:pPr>
          <a:endParaRPr lang="en-US" sz="1500" kern="1200" noProof="0">
            <a:latin typeface="Trebuchet MS"/>
            <a:ea typeface="+mn-ea"/>
            <a:cs typeface="+mn-cs"/>
          </a:endParaRPr>
        </a:p>
      </dsp:txBody>
      <dsp:txXfrm>
        <a:off x="1641226" y="1037950"/>
        <a:ext cx="863611" cy="575739"/>
      </dsp:txXfrm>
    </dsp:sp>
    <dsp:sp modelId="{1B3C0182-CF0B-417D-8862-5551CF080ABD}">
      <dsp:nvSpPr>
        <dsp:cNvPr id="0" name=""/>
        <dsp:cNvSpPr/>
      </dsp:nvSpPr>
      <dsp:spPr>
        <a:xfrm>
          <a:off x="742397" y="44554"/>
          <a:ext cx="4270128" cy="4270128"/>
        </a:xfrm>
        <a:prstGeom prst="circularArrow">
          <a:avLst>
            <a:gd name="adj1" fmla="val 5085"/>
            <a:gd name="adj2" fmla="val 327528"/>
            <a:gd name="adj3" fmla="val 20192361"/>
            <a:gd name="adj4" fmla="val 16200324"/>
            <a:gd name="adj5" fmla="val 5932"/>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43B39FA-B7B3-4946-B395-D611843A2FD5}">
      <dsp:nvSpPr>
        <dsp:cNvPr id="0" name=""/>
        <dsp:cNvSpPr/>
      </dsp:nvSpPr>
      <dsp:spPr>
        <a:xfrm>
          <a:off x="1136302" y="304026"/>
          <a:ext cx="4270128" cy="4270128"/>
        </a:xfrm>
        <a:prstGeom prst="circularArrow">
          <a:avLst>
            <a:gd name="adj1" fmla="val 5085"/>
            <a:gd name="adj2" fmla="val 327528"/>
            <a:gd name="adj3" fmla="val 2912753"/>
            <a:gd name="adj4" fmla="val 20519953"/>
            <a:gd name="adj5" fmla="val 5932"/>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382579C-1F35-4CBE-B203-942B20126A0F}">
      <dsp:nvSpPr>
        <dsp:cNvPr id="0" name=""/>
        <dsp:cNvSpPr/>
      </dsp:nvSpPr>
      <dsp:spPr>
        <a:xfrm>
          <a:off x="684335" y="208688"/>
          <a:ext cx="4270128" cy="4270128"/>
        </a:xfrm>
        <a:prstGeom prst="circularArrow">
          <a:avLst>
            <a:gd name="adj1" fmla="val 5085"/>
            <a:gd name="adj2" fmla="val 327528"/>
            <a:gd name="adj3" fmla="val 7232777"/>
            <a:gd name="adj4" fmla="val 3239695"/>
            <a:gd name="adj5" fmla="val 5932"/>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DF1F5E0-2273-4303-AC97-73925993329B}">
      <dsp:nvSpPr>
        <dsp:cNvPr id="0" name=""/>
        <dsp:cNvSpPr/>
      </dsp:nvSpPr>
      <dsp:spPr>
        <a:xfrm>
          <a:off x="598127" y="146073"/>
          <a:ext cx="4270128" cy="4270128"/>
        </a:xfrm>
        <a:prstGeom prst="circularArrow">
          <a:avLst>
            <a:gd name="adj1" fmla="val 5085"/>
            <a:gd name="adj2" fmla="val 327528"/>
            <a:gd name="adj3" fmla="val 11552519"/>
            <a:gd name="adj4" fmla="val 7559718"/>
            <a:gd name="adj5" fmla="val 5932"/>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78C926A-45BB-4DF8-A8E0-D69C701E431E}">
      <dsp:nvSpPr>
        <dsp:cNvPr id="0" name=""/>
        <dsp:cNvSpPr/>
      </dsp:nvSpPr>
      <dsp:spPr>
        <a:xfrm>
          <a:off x="631138" y="44782"/>
          <a:ext cx="4270128" cy="4270128"/>
        </a:xfrm>
        <a:prstGeom prst="circularArrow">
          <a:avLst>
            <a:gd name="adj1" fmla="val 5085"/>
            <a:gd name="adj2" fmla="val 327528"/>
            <a:gd name="adj3" fmla="val 15872148"/>
            <a:gd name="adj4" fmla="val 11880111"/>
            <a:gd name="adj5" fmla="val 5932"/>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6CB746-C218-4B8C-870F-056FEB09FB76}">
      <dsp:nvSpPr>
        <dsp:cNvPr id="0" name=""/>
        <dsp:cNvSpPr/>
      </dsp:nvSpPr>
      <dsp:spPr>
        <a:xfrm>
          <a:off x="52993" y="50920"/>
          <a:ext cx="2147360" cy="1220945"/>
        </a:xfrm>
        <a:prstGeom prst="homePlate">
          <a:avLst/>
        </a:prstGeom>
        <a:solidFill>
          <a:schemeClr val="tx2"/>
        </a:solidFill>
        <a:ln>
          <a:noFill/>
        </a:ln>
        <a:effectLst/>
      </dsp:spPr>
      <dsp:style>
        <a:lnRef idx="0">
          <a:scrgbClr r="0" g="0" b="0"/>
        </a:lnRef>
        <a:fillRef idx="3">
          <a:scrgbClr r="0" g="0" b="0"/>
        </a:fillRef>
        <a:effectRef idx="3">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b="1" kern="1200" noProof="0" dirty="0">
              <a:solidFill>
                <a:schemeClr val="bg1"/>
              </a:solidFill>
              <a:latin typeface="+mn-lt"/>
              <a:cs typeface="Arial" panose="020B0604020202020204" pitchFamily="34" charset="0"/>
            </a:rPr>
            <a:t>Select what to measure</a:t>
          </a:r>
        </a:p>
      </dsp:txBody>
      <dsp:txXfrm>
        <a:off x="52993" y="50920"/>
        <a:ext cx="1842124" cy="1220945"/>
      </dsp:txXfrm>
    </dsp:sp>
    <dsp:sp modelId="{003252B5-CA45-46A8-BD94-354EEC568DF8}">
      <dsp:nvSpPr>
        <dsp:cNvPr id="0" name=""/>
        <dsp:cNvSpPr/>
      </dsp:nvSpPr>
      <dsp:spPr>
        <a:xfrm>
          <a:off x="1770881" y="50920"/>
          <a:ext cx="2542323" cy="1220945"/>
        </a:xfrm>
        <a:prstGeom prst="chevron">
          <a:avLst/>
        </a:prstGeom>
        <a:solidFill>
          <a:schemeClr val="accent1"/>
        </a:solidFill>
        <a:ln>
          <a:noFill/>
        </a:ln>
        <a:effectLst/>
      </dsp:spPr>
      <dsp:style>
        <a:lnRef idx="0">
          <a:scrgbClr r="0" g="0" b="0"/>
        </a:lnRef>
        <a:fillRef idx="3">
          <a:scrgbClr r="0" g="0" b="0"/>
        </a:fillRef>
        <a:effectRef idx="3">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b="1" kern="1200" noProof="0">
              <a:solidFill>
                <a:schemeClr val="bg1"/>
              </a:solidFill>
              <a:latin typeface="+mn-lt"/>
              <a:cs typeface="Arial" panose="020B0604020202020204" pitchFamily="34" charset="0"/>
            </a:rPr>
            <a:t>Define operational definitions</a:t>
          </a:r>
        </a:p>
      </dsp:txBody>
      <dsp:txXfrm>
        <a:off x="2381354" y="50920"/>
        <a:ext cx="1321378" cy="1220945"/>
      </dsp:txXfrm>
    </dsp:sp>
    <dsp:sp modelId="{E0816AF5-E54C-44FF-A2A2-1410DC767C85}">
      <dsp:nvSpPr>
        <dsp:cNvPr id="0" name=""/>
        <dsp:cNvSpPr/>
      </dsp:nvSpPr>
      <dsp:spPr>
        <a:xfrm>
          <a:off x="3869126" y="50920"/>
          <a:ext cx="2318869" cy="1220945"/>
        </a:xfrm>
        <a:prstGeom prst="chevron">
          <a:avLst/>
        </a:prstGeom>
        <a:solidFill>
          <a:schemeClr val="accent3"/>
        </a:solidFill>
        <a:ln>
          <a:noFill/>
        </a:ln>
        <a:effectLst/>
      </dsp:spPr>
      <dsp:style>
        <a:lnRef idx="0">
          <a:scrgbClr r="0" g="0" b="0"/>
        </a:lnRef>
        <a:fillRef idx="3">
          <a:scrgbClr r="0" g="0" b="0"/>
        </a:fillRef>
        <a:effectRef idx="3">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b="1" kern="1200" noProof="0">
              <a:solidFill>
                <a:schemeClr val="bg1"/>
              </a:solidFill>
              <a:latin typeface="+mn-lt"/>
              <a:cs typeface="Arial" panose="020B0604020202020204" pitchFamily="34" charset="0"/>
            </a:rPr>
            <a:t>Identify data sources</a:t>
          </a:r>
        </a:p>
      </dsp:txBody>
      <dsp:txXfrm>
        <a:off x="4479599" y="50920"/>
        <a:ext cx="1097924" cy="1220945"/>
      </dsp:txXfrm>
    </dsp:sp>
    <dsp:sp modelId="{501D44B4-1019-487C-B964-9F2908705DCA}">
      <dsp:nvSpPr>
        <dsp:cNvPr id="0" name=""/>
        <dsp:cNvSpPr/>
      </dsp:nvSpPr>
      <dsp:spPr>
        <a:xfrm>
          <a:off x="5711067" y="50920"/>
          <a:ext cx="2798138" cy="1220945"/>
        </a:xfrm>
        <a:prstGeom prst="chevron">
          <a:avLst/>
        </a:prstGeom>
        <a:solidFill>
          <a:schemeClr val="accent4"/>
        </a:solidFill>
        <a:ln>
          <a:noFill/>
        </a:ln>
        <a:effectLst/>
      </dsp:spPr>
      <dsp:style>
        <a:lnRef idx="0">
          <a:scrgbClr r="0" g="0" b="0"/>
        </a:lnRef>
        <a:fillRef idx="3">
          <a:scrgbClr r="0" g="0" b="0"/>
        </a:fillRef>
        <a:effectRef idx="3">
          <a:scrgbClr r="0" g="0" b="0"/>
        </a:effectRef>
        <a:fontRef idx="minor">
          <a:schemeClr val="lt1"/>
        </a:fontRef>
      </dsp:style>
      <dsp:txBody>
        <a:bodyPr spcFirstLastPara="0" vert="horz" wrap="square" lIns="72009"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b="1" kern="1200" noProof="0">
              <a:solidFill>
                <a:schemeClr val="bg1"/>
              </a:solidFill>
              <a:latin typeface="+mn-lt"/>
              <a:ea typeface="+mn-ea"/>
              <a:cs typeface="Arial" panose="020B0604020202020204" pitchFamily="34" charset="0"/>
            </a:rPr>
            <a:t>Develop a collection and sampling plan</a:t>
          </a:r>
        </a:p>
      </dsp:txBody>
      <dsp:txXfrm>
        <a:off x="6321540" y="50920"/>
        <a:ext cx="1577193" cy="1220945"/>
      </dsp:txXfrm>
    </dsp:sp>
    <dsp:sp modelId="{88F5A45A-C98C-45F4-842F-68ED04FC8D55}">
      <dsp:nvSpPr>
        <dsp:cNvPr id="0" name=""/>
        <dsp:cNvSpPr/>
      </dsp:nvSpPr>
      <dsp:spPr>
        <a:xfrm>
          <a:off x="8018590" y="54768"/>
          <a:ext cx="2804838" cy="1220945"/>
        </a:xfrm>
        <a:prstGeom prst="chevron">
          <a:avLst/>
        </a:prstGeom>
        <a:solidFill>
          <a:srgbClr val="7030A0"/>
        </a:solidFill>
        <a:ln>
          <a:noFill/>
        </a:ln>
        <a:effectLst/>
      </dsp:spPr>
      <dsp:style>
        <a:lnRef idx="0">
          <a:scrgbClr r="0" g="0" b="0"/>
        </a:lnRef>
        <a:fillRef idx="3">
          <a:scrgbClr r="0" g="0" b="0"/>
        </a:fillRef>
        <a:effectRef idx="3">
          <a:scrgbClr r="0" g="0" b="0"/>
        </a:effectRef>
        <a:fontRef idx="minor">
          <a:schemeClr val="lt1"/>
        </a:fontRef>
      </dsp:style>
      <dsp:txBody>
        <a:bodyPr spcFirstLastPara="0" vert="horz" wrap="square" lIns="96012" tIns="48006" rIns="24003" bIns="48006" numCol="1" spcCol="1270" anchor="ctr" anchorCtr="0">
          <a:noAutofit/>
        </a:bodyPr>
        <a:lstStyle/>
        <a:p>
          <a:pPr marL="0" lvl="0" indent="0" algn="ctr" defTabSz="800100">
            <a:lnSpc>
              <a:spcPct val="90000"/>
            </a:lnSpc>
            <a:spcBef>
              <a:spcPct val="0"/>
            </a:spcBef>
            <a:spcAft>
              <a:spcPct val="35000"/>
            </a:spcAft>
            <a:buNone/>
          </a:pPr>
          <a:r>
            <a:rPr lang="en-US" sz="1800" b="1" kern="1200" noProof="0">
              <a:solidFill>
                <a:schemeClr val="bg1"/>
              </a:solidFill>
              <a:latin typeface="+mn-lt"/>
              <a:ea typeface="+mn-ea"/>
              <a:cs typeface="Arial" panose="020B0604020202020204" pitchFamily="34" charset="0"/>
            </a:rPr>
            <a:t>Implement and refine measures</a:t>
          </a:r>
        </a:p>
      </dsp:txBody>
      <dsp:txXfrm>
        <a:off x="8629063" y="54768"/>
        <a:ext cx="1583893" cy="1220945"/>
      </dsp:txXfrm>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1">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D28A65-6865-44CD-8989-A6ED98005A17}" type="datetimeFigureOut">
              <a:rPr lang="en-GB" smtClean="0"/>
              <a:t>22/09/2026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90768B-30EA-485B-8D7E-4439A0A6DE93}" type="slidenum">
              <a:rPr lang="en-GB" smtClean="0"/>
              <a:t>‹#›</a:t>
            </a:fld>
            <a:endParaRPr lang="en-GB"/>
          </a:p>
        </p:txBody>
      </p:sp>
    </p:spTree>
    <p:extLst>
      <p:ext uri="{BB962C8B-B14F-4D97-AF65-F5344CB8AC3E}">
        <p14:creationId xmlns:p14="http://schemas.microsoft.com/office/powerpoint/2010/main" val="49786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lang="en-US" b="1" dirty="0"/>
              <a:t>TIMING: 1.5 MINUTES</a:t>
            </a:r>
            <a:endParaRPr lang="en-US"/>
          </a:p>
          <a:p>
            <a:pPr>
              <a:spcAft>
                <a:spcPts val="600"/>
              </a:spcAft>
            </a:pPr>
            <a:r>
              <a:rPr lang="en-US" b="1" dirty="0"/>
              <a:t>SPEAKER SCRIPT</a:t>
            </a:r>
            <a:endParaRPr lang="en-US"/>
          </a:p>
          <a:p>
            <a:pPr>
              <a:spcAft>
                <a:spcPts val="600"/>
              </a:spcAft>
            </a:pPr>
            <a:r>
              <a:rPr lang="en-US" dirty="0"/>
              <a:t>Good morning, everyone, and welcome to Data Measurement and Operational Definitions. Today we are going to focus on how better measurement leads to better decisions. In workforce services, the quality of our data directly affects how well we understand the customer experience, how confidently we evaluate performance, and how effectively we invest our time, technology, and resources. Throughout the session, I will connect the concepts to practical Equus project examples so that we can see how measurement supports local delivery while also giving us a consistent way to learn and improve across programs. Let's get started.</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1</a:t>
            </a:fld>
            <a:endParaRPr lang="en-US"/>
          </a:p>
        </p:txBody>
      </p:sp>
    </p:spTree>
    <p:extLst>
      <p:ext uri="{BB962C8B-B14F-4D97-AF65-F5344CB8AC3E}">
        <p14:creationId xmlns:p14="http://schemas.microsoft.com/office/powerpoint/2010/main" val="9038632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lang="en-US" b="1" dirty="0"/>
              <a:t>TIMING: 2.5 MINUTES</a:t>
            </a:r>
            <a:endParaRPr lang="en-US"/>
          </a:p>
          <a:p>
            <a:pPr>
              <a:spcAft>
                <a:spcPts val="600"/>
              </a:spcAft>
            </a:pPr>
            <a:r>
              <a:rPr lang="en-US" b="1" dirty="0"/>
              <a:t>SPEAKER SCRIPT</a:t>
            </a:r>
            <a:endParaRPr lang="en-US"/>
          </a:p>
          <a:p>
            <a:pPr>
              <a:spcAft>
                <a:spcPts val="600"/>
              </a:spcAft>
            </a:pPr>
            <a:r>
              <a:rPr lang="en-US" dirty="0"/>
              <a:t>Before we begin, let me quickly cover how we will work together today. We have 90 minutes for the module, which gives us time to discuss the material and connect it to real work. Please keep your microphone muted when you are not speaking, but feel free to use the chat throughout the session. I will also pause for questions and short activities. This module sits within the Measure stage of continuous improvement. The goal is not simply to collect more data. The goal is to collect the right data, define it clearly, and use it to make sound decisions. If an example reminds you of a challenge in your own project, please share it. Those practical connections are where much of the learning happens.</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2</a:t>
            </a:fld>
            <a:endParaRPr lang="en-US"/>
          </a:p>
        </p:txBody>
      </p:sp>
    </p:spTree>
    <p:extLst>
      <p:ext uri="{BB962C8B-B14F-4D97-AF65-F5344CB8AC3E}">
        <p14:creationId xmlns:p14="http://schemas.microsoft.com/office/powerpoint/2010/main" val="903863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lang="en-US" b="1" dirty="0"/>
              <a:t>TIMING: 2 MINUTES</a:t>
            </a:r>
            <a:endParaRPr lang="en-US"/>
          </a:p>
          <a:p>
            <a:pPr>
              <a:spcAft>
                <a:spcPts val="600"/>
              </a:spcAft>
            </a:pPr>
            <a:r>
              <a:rPr lang="en-US" b="1" dirty="0"/>
              <a:t>SPEAKER SCRIPT</a:t>
            </a:r>
            <a:endParaRPr lang="en-US"/>
          </a:p>
          <a:p>
            <a:pPr>
              <a:spcAft>
                <a:spcPts val="600"/>
              </a:spcAft>
            </a:pPr>
            <a:r>
              <a:rPr lang="en-US" dirty="0"/>
              <a:t>This is one of five modules in the Measure stage. The earlier module introduced data more broadly. Today we will focus on data measurement and operational definitions. The modules that follow will build on this foundation through data verification, basic statistics, and summarizing data. The order matters. Before we calculate anything or create a visual, we need confidence that everyone is measuring the same thing in the same way. If the definition or collection process is unclear, even a polished report can lead us in the wrong direction. Think of today's session as the bridge between identifying a process problem and producing data we can genuinely trust.</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3</a:t>
            </a:fld>
            <a:endParaRPr lang="en-US"/>
          </a:p>
        </p:txBody>
      </p:sp>
    </p:spTree>
    <p:extLst>
      <p:ext uri="{BB962C8B-B14F-4D97-AF65-F5344CB8AC3E}">
        <p14:creationId xmlns:p14="http://schemas.microsoft.com/office/powerpoint/2010/main" val="13902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lang="en-US" b="1" dirty="0"/>
              <a:t>TIMING: 2.5 MINUTES</a:t>
            </a:r>
            <a:endParaRPr lang="en-US"/>
          </a:p>
          <a:p>
            <a:pPr>
              <a:spcAft>
                <a:spcPts val="600"/>
              </a:spcAft>
            </a:pPr>
            <a:r>
              <a:rPr lang="en-US" b="1" dirty="0"/>
              <a:t>SPEAKER SCRIPT</a:t>
            </a:r>
            <a:endParaRPr lang="en-US"/>
          </a:p>
          <a:p>
            <a:pPr>
              <a:spcAft>
                <a:spcPts val="600"/>
              </a:spcAft>
            </a:pPr>
            <a:r>
              <a:rPr lang="en-US" dirty="0"/>
              <a:t>By the end of the session, you should be able to explain key data definitions, describe the measurement process, select useful measures, recognize different data types, and plan how data will be collected. More importantly, you should be able to apply these ideas to an improvement effort. As we move through the material, keep one real process in mind. It might involve participant intake, appointment timeliness, employer engagement, service requests, or another issue relevant to your work. Using one real process will make the concepts much easier to apply. Our focus is practical: define what matters, collect it consistently, and use the results to improve customer experience, performance outcomes, and value.</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4</a:t>
            </a:fld>
            <a:endParaRPr lang="en-US"/>
          </a:p>
        </p:txBody>
      </p:sp>
    </p:spTree>
    <p:extLst>
      <p:ext uri="{BB962C8B-B14F-4D97-AF65-F5344CB8AC3E}">
        <p14:creationId xmlns:p14="http://schemas.microsoft.com/office/powerpoint/2010/main" val="26981590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lang="en-US" b="1" dirty="0"/>
              <a:t>TIMING: 0.5 MINUTES</a:t>
            </a:r>
            <a:endParaRPr lang="en-US"/>
          </a:p>
          <a:p>
            <a:pPr>
              <a:spcAft>
                <a:spcPts val="600"/>
              </a:spcAft>
            </a:pPr>
            <a:r>
              <a:rPr lang="en-US" b="1" dirty="0"/>
              <a:t>SPEAKER SCRIPT</a:t>
            </a:r>
            <a:endParaRPr lang="en-US"/>
          </a:p>
          <a:p>
            <a:pPr>
              <a:spcAft>
                <a:spcPts val="600"/>
              </a:spcAft>
            </a:pPr>
            <a:r>
              <a:rPr lang="en-US" dirty="0"/>
              <a:t>We will begin with data definitions. Before we collect information, build a dashboard, or analyze performance, we need a shared understanding of what trustworthy data looks like. This section gives us that foundation.</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5</a:t>
            </a:fld>
            <a:endParaRPr lang="en-US"/>
          </a:p>
        </p:txBody>
      </p:sp>
    </p:spTree>
    <p:extLst>
      <p:ext uri="{BB962C8B-B14F-4D97-AF65-F5344CB8AC3E}">
        <p14:creationId xmlns:p14="http://schemas.microsoft.com/office/powerpoint/2010/main" val="3244594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lang="en-US" b="1" dirty="0"/>
              <a:t>TIMING: 4 MINUTES</a:t>
            </a:r>
            <a:endParaRPr lang="en-US"/>
          </a:p>
          <a:p>
            <a:pPr>
              <a:spcAft>
                <a:spcPts val="600"/>
              </a:spcAft>
            </a:pPr>
            <a:r>
              <a:rPr lang="en-US" b="1" dirty="0"/>
              <a:t>SPEAKER SCRIPT</a:t>
            </a:r>
            <a:endParaRPr lang="en-US"/>
          </a:p>
          <a:p>
            <a:pPr>
              <a:spcAft>
                <a:spcPts val="600"/>
              </a:spcAft>
            </a:pPr>
            <a:r>
              <a:rPr lang="en-US" dirty="0"/>
              <a:t>Let's start with a simple question: Why do we collect data? Please add a thought in the chat or unmute and share. [Pause for responses.] You may hear answers such as compliance, reporting, performance tracking, customer satisfaction, or funding accountability. All of those are valid, but they point to a larger purpose. We collect data so we can make better decisions. Data helps us move from assumptions to evidence. Suppose a workforce center believes employer engagement is declining. Rather than relying on impressions, the team could review employer contacts, job orders, placements, hiring events, and employer feedback. That evidence helps determine whether a problem exists, how large it is, and where improvement work should focus. Data collection should never become an exercise in gathering information simply because it is available. The information should help us understand the customer, improve an outcome, manage a risk, or decide where resources will create the greatest value.</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6</a:t>
            </a:fld>
            <a:endParaRPr lang="en-US"/>
          </a:p>
        </p:txBody>
      </p:sp>
    </p:spTree>
    <p:extLst>
      <p:ext uri="{BB962C8B-B14F-4D97-AF65-F5344CB8AC3E}">
        <p14:creationId xmlns:p14="http://schemas.microsoft.com/office/powerpoint/2010/main" val="10909804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lang="en-US" b="1" dirty="0"/>
              <a:t>TIMING: 4 MINUTES</a:t>
            </a:r>
            <a:endParaRPr lang="en-US"/>
          </a:p>
          <a:p>
            <a:pPr>
              <a:spcAft>
                <a:spcPts val="600"/>
              </a:spcAft>
            </a:pPr>
            <a:r>
              <a:rPr lang="en-US" b="1" dirty="0"/>
              <a:t>SPEAKER SCRIPT</a:t>
            </a:r>
            <a:endParaRPr lang="en-US"/>
          </a:p>
          <a:p>
            <a:pPr>
              <a:spcAft>
                <a:spcPts val="600"/>
              </a:spcAft>
            </a:pPr>
            <a:r>
              <a:rPr lang="en-US" dirty="0"/>
              <a:t>Data supports an improvement project before, during, and after the change. Before we begin, data establishes the baseline. It tells us the current level of performance, how often the issue occurs, how many customers are affected, and whether the issue is significant enough to justify a project. During the work, data acts as feedback. It shows whether the change is moving performance in the right direction or whether we need to adjust our approach. After implementation, data tells us whether the improvement was sustained. For example, if an Equus project wants to reduce participant enrollment time, we first measure current cycle time. During implementation, we track the effect of process or technology changes. Afterward, we continue measuring both enrollment time and customer feedback. That final step matters. A faster process is only a success if the service remains clear, accurate, and helpful. Measurement allows us to demonstrate improvement and the value of the resources invested.</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7</a:t>
            </a:fld>
            <a:endParaRPr lang="en-US"/>
          </a:p>
        </p:txBody>
      </p:sp>
    </p:spTree>
    <p:extLst>
      <p:ext uri="{BB962C8B-B14F-4D97-AF65-F5344CB8AC3E}">
        <p14:creationId xmlns:p14="http://schemas.microsoft.com/office/powerpoint/2010/main" val="9766002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lang="en-US" b="1" dirty="0"/>
              <a:t>TIMING: 4 MINUTES</a:t>
            </a:r>
            <a:endParaRPr lang="en-US"/>
          </a:p>
          <a:p>
            <a:pPr>
              <a:spcAft>
                <a:spcPts val="600"/>
              </a:spcAft>
            </a:pPr>
            <a:r>
              <a:rPr lang="en-US" b="1" dirty="0"/>
              <a:t>SPEAKER SCRIPT</a:t>
            </a:r>
            <a:endParaRPr lang="en-US"/>
          </a:p>
          <a:p>
            <a:pPr>
              <a:spcAft>
                <a:spcPts val="600"/>
              </a:spcAft>
            </a:pPr>
            <a:r>
              <a:rPr lang="en-US" dirty="0"/>
              <a:t>Two of the most important ideas in data quality are reliability and validity. They are related, but they are not the same. Reliability means consistency. If we measure the same thing repeatedly under the same conditions, we should get a consistent result. Validity means correctness. We are measuring what we intended to measure, and the result reflects the real value. You can have reliable data that is not valid. For example, imagine advisors consistently count unsuccessful outreach attempts as completed participant services. The entries may be consistent, so the process appears reliable, but the result is not valid because it does not reflect the service delivered. You can also have information that is occasionally correct but inconsistent. That does not give us confidence either. The standard we want is both reliable and valid: consistent and correct. Before using a measure to support a decision, ask two questions. Are we collecting it consistently? And does it truly represent what we say it represents?</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8</a:t>
            </a:fld>
            <a:endParaRPr lang="en-US"/>
          </a:p>
        </p:txBody>
      </p:sp>
    </p:spTree>
    <p:extLst>
      <p:ext uri="{BB962C8B-B14F-4D97-AF65-F5344CB8AC3E}">
        <p14:creationId xmlns:p14="http://schemas.microsoft.com/office/powerpoint/2010/main" val="1269272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TIMING: 3 MINUTES</a:t>
            </a:r>
            <a:endParaRPr lang="en-US"/>
          </a:p>
          <a:p>
            <a:pPr>
              <a:spcAft>
                <a:spcPts val="600"/>
              </a:spcAft>
            </a:pPr>
            <a:r>
              <a:rPr lang="en-US" b="1" dirty="0"/>
              <a:t>SPEAKER SCRIPT</a:t>
            </a:r>
            <a:endParaRPr lang="en-US"/>
          </a:p>
          <a:p>
            <a:pPr>
              <a:spcAft>
                <a:spcPts val="600"/>
              </a:spcAft>
            </a:pPr>
            <a:r>
              <a:rPr lang="en-US" dirty="0"/>
              <a:t>Repeatability and reproducibility help us understand consistency more precisely. Repeatability means the same person can measure the same item, using the same method and conditions, and get the same result. Reproducibility means different people can use that same method and reach the same result. Think about participant intake. If one career advisor follows the process consistently every time, that demonstrates repeatability. If different advisors follow the same process, apply the same definitions, and record comparable results, that demonstrates reproducibility. Repeatability tells us an individual can be consistent. Reproducibility tells us the process is clear and standardized enough to work across people. Both matter, but reproducibility is especially important when a service is delivered by multiple team members or in multiple markets.</a:t>
            </a:r>
            <a:endParaRPr lang="en-US"/>
          </a:p>
        </p:txBody>
      </p:sp>
      <p:sp>
        <p:nvSpPr>
          <p:cNvPr id="4" name="Slide Number Placeholder 3"/>
          <p:cNvSpPr>
            <a:spLocks noGrp="1"/>
          </p:cNvSpPr>
          <p:nvPr>
            <p:ph type="sldNum" sz="quarter" idx="5"/>
          </p:nvPr>
        </p:nvSpPr>
        <p:spPr/>
        <p:txBody>
          <a:bodyPr/>
          <a:lstStyle/>
          <a:p>
            <a:fld id="{9F90768B-30EA-485B-8D7E-4439A0A6DE93}" type="slidenum">
              <a:rPr lang="en-GB" smtClean="0"/>
              <a:t>9</a:t>
            </a:fld>
            <a:endParaRPr lang="en-GB"/>
          </a:p>
        </p:txBody>
      </p:sp>
    </p:spTree>
    <p:extLst>
      <p:ext uri="{BB962C8B-B14F-4D97-AF65-F5344CB8AC3E}">
        <p14:creationId xmlns:p14="http://schemas.microsoft.com/office/powerpoint/2010/main" val="35891422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lang="en-US" b="1" dirty="0"/>
              <a:t>TIMING: 3 MINUTES</a:t>
            </a:r>
            <a:endParaRPr lang="en-US"/>
          </a:p>
          <a:p>
            <a:pPr>
              <a:spcAft>
                <a:spcPts val="600"/>
              </a:spcAft>
            </a:pPr>
            <a:r>
              <a:rPr lang="en-US" b="1" dirty="0"/>
              <a:t>SPEAKER SCRIPT</a:t>
            </a:r>
            <a:endParaRPr lang="en-US"/>
          </a:p>
          <a:p>
            <a:pPr>
              <a:spcAft>
                <a:spcPts val="600"/>
              </a:spcAft>
            </a:pPr>
            <a:r>
              <a:rPr lang="en-US" dirty="0"/>
              <a:t>High-quality data should be accurate, unbiased, precise, and stable. I think of these as four questions. Accuracy asks, are we getting the correct value? Being unbiased asks, does the data show the full picture rather than a selectively favorable or unfavorable view? Precision asks, do repeated measurements produce very similar results? Stability asks, does the process perform consistently over time unless something meaningful changes? We need all four. Data can be precise but inaccurate, which means consistently wrong. It can be accurate once but unstable over time. It can also be technically correct but biased because important groups or conditions were excluded. When Equus evaluates outcomes such as placements, credential attainment, customer satisfaction, or employer satisfaction, these characteristics help ensure we are not misjudging performance or investing improvement resources in the wrong place. The practical question is simple: can we trust the data enough to act on it?</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10</a:t>
            </a:fld>
            <a:endParaRPr lang="en-US"/>
          </a:p>
        </p:txBody>
      </p:sp>
    </p:spTree>
    <p:extLst>
      <p:ext uri="{BB962C8B-B14F-4D97-AF65-F5344CB8AC3E}">
        <p14:creationId xmlns:p14="http://schemas.microsoft.com/office/powerpoint/2010/main" val="25681520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lang="en-US" b="1" dirty="0"/>
              <a:t>TIMING: 2 MINUTES</a:t>
            </a:r>
            <a:endParaRPr lang="en-US"/>
          </a:p>
          <a:p>
            <a:pPr>
              <a:spcAft>
                <a:spcPts val="600"/>
              </a:spcAft>
            </a:pPr>
            <a:r>
              <a:rPr lang="en-US" b="1" dirty="0"/>
              <a:t>SPEAKER SCRIPT</a:t>
            </a:r>
            <a:endParaRPr lang="en-US"/>
          </a:p>
          <a:p>
            <a:pPr>
              <a:spcAft>
                <a:spcPts val="600"/>
              </a:spcAft>
            </a:pPr>
            <a:r>
              <a:rPr lang="en-US" dirty="0"/>
              <a:t>This baker example makes repeatability easy to see. We have the same person, the same recipe, the same equipment, and the same method. Because those conditions remain consistent, the result should also remain consistent. In our work, think about one career advisor conducting participant assessments. If that advisor follows the same steps, asks the same required questions, and documents information consistently each time, the process demonstrates repeatability. This matters because variation in how the work is performed creates variation in the data. If we cannot repeat the process consistently, it becomes difficult to know whether a change in the results reflects the customer situation or simply a change in how the measurement was taken.</a:t>
            </a:r>
            <a:endParaRPr lang="en-US"/>
          </a:p>
        </p:txBody>
      </p:sp>
      <p:sp>
        <p:nvSpPr>
          <p:cNvPr id="4" name="Slide Number Placeholder 3"/>
          <p:cNvSpPr>
            <a:spLocks noGrp="1"/>
          </p:cNvSpPr>
          <p:nvPr>
            <p:ph type="sldNum" sz="quarter" idx="5"/>
          </p:nvPr>
        </p:nvSpPr>
        <p:spPr/>
        <p:txBody>
          <a:bodyPr/>
          <a:lstStyle/>
          <a:p>
            <a:fld id="{9F90768B-30EA-485B-8D7E-4439A0A6DE93}" type="slidenum">
              <a:rPr lang="en-GB" smtClean="0"/>
              <a:t>11</a:t>
            </a:fld>
            <a:endParaRPr lang="en-GB"/>
          </a:p>
        </p:txBody>
      </p:sp>
    </p:spTree>
    <p:extLst>
      <p:ext uri="{BB962C8B-B14F-4D97-AF65-F5344CB8AC3E}">
        <p14:creationId xmlns:p14="http://schemas.microsoft.com/office/powerpoint/2010/main" val="27469716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lang="en-US" b="1" dirty="0"/>
              <a:t>TIMING: 2 MINUTES</a:t>
            </a:r>
            <a:endParaRPr lang="en-US"/>
          </a:p>
          <a:p>
            <a:pPr>
              <a:spcAft>
                <a:spcPts val="600"/>
              </a:spcAft>
            </a:pPr>
            <a:r>
              <a:rPr lang="en-US" b="1" dirty="0"/>
              <a:t>SPEAKER SCRIPT</a:t>
            </a:r>
            <a:endParaRPr lang="en-US"/>
          </a:p>
          <a:p>
            <a:pPr>
              <a:spcAft>
                <a:spcPts val="600"/>
              </a:spcAft>
            </a:pPr>
            <a:r>
              <a:rPr lang="en-US" dirty="0"/>
              <a:t>Now the example moves from one baker to different bakers. Each person follows the same recipe, uses the same equipment, and produces a consistent result. That is reproducibility. This is where a process becomes scalable because success is no longer dependent on one individual. For Equus projects, different team members should be able to use the same operational definitions, process, and enabling tools to deliver a consistent level of service. Local needs, resources, and strategic priorities may shape how a program is delivered, but the quality expectations and measurement rules should remain clear. That balance supports tailored local solutions without losing consistency. Now that we know what trustworthy data looks like, let's move to the next question: what should we actually measure?</a:t>
            </a:r>
            <a:endParaRPr lang="en-US"/>
          </a:p>
        </p:txBody>
      </p:sp>
      <p:sp>
        <p:nvSpPr>
          <p:cNvPr id="4" name="Slide Number Placeholder 3"/>
          <p:cNvSpPr>
            <a:spLocks noGrp="1"/>
          </p:cNvSpPr>
          <p:nvPr>
            <p:ph type="sldNum" sz="quarter" idx="5"/>
          </p:nvPr>
        </p:nvSpPr>
        <p:spPr/>
        <p:txBody>
          <a:bodyPr/>
          <a:lstStyle/>
          <a:p>
            <a:fld id="{9F90768B-30EA-485B-8D7E-4439A0A6DE93}" type="slidenum">
              <a:rPr lang="en-GB" smtClean="0"/>
              <a:t>12</a:t>
            </a:fld>
            <a:endParaRPr lang="en-GB"/>
          </a:p>
        </p:txBody>
      </p:sp>
    </p:spTree>
    <p:extLst>
      <p:ext uri="{BB962C8B-B14F-4D97-AF65-F5344CB8AC3E}">
        <p14:creationId xmlns:p14="http://schemas.microsoft.com/office/powerpoint/2010/main" val="2694466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lang="en-US" b="1" dirty="0"/>
              <a:t>TIMING: 0.5 MINUTES</a:t>
            </a:r>
            <a:endParaRPr lang="en-US"/>
          </a:p>
          <a:p>
            <a:pPr>
              <a:spcAft>
                <a:spcPts val="600"/>
              </a:spcAft>
            </a:pPr>
            <a:r>
              <a:rPr lang="en-US" b="1" dirty="0"/>
              <a:t>SPEAKER SCRIPT</a:t>
            </a:r>
            <a:endParaRPr lang="en-US"/>
          </a:p>
          <a:p>
            <a:pPr>
              <a:spcAft>
                <a:spcPts val="600"/>
              </a:spcAft>
            </a:pPr>
            <a:r>
              <a:rPr lang="en-US" dirty="0"/>
              <a:t>This section focuses on selecting what to measure. Good data is valuable only when it answers the right question, so we will now connect measurement directly to the problem and the outcome we want to improve.</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13</a:t>
            </a:fld>
            <a:endParaRPr lang="en-US"/>
          </a:p>
        </p:txBody>
      </p:sp>
    </p:spTree>
    <p:extLst>
      <p:ext uri="{BB962C8B-B14F-4D97-AF65-F5344CB8AC3E}">
        <p14:creationId xmlns:p14="http://schemas.microsoft.com/office/powerpoint/2010/main" val="32445949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lang="en-US" b="1" dirty="0"/>
              <a:t>TIMING: 3 MINUTES</a:t>
            </a:r>
            <a:endParaRPr lang="en-US"/>
          </a:p>
          <a:p>
            <a:pPr>
              <a:spcAft>
                <a:spcPts val="600"/>
              </a:spcAft>
            </a:pPr>
            <a:r>
              <a:rPr lang="en-US" b="1" dirty="0"/>
              <a:t>SPEAKER SCRIPT</a:t>
            </a:r>
            <a:endParaRPr lang="en-US"/>
          </a:p>
          <a:p>
            <a:pPr>
              <a:spcAft>
                <a:spcPts val="600"/>
              </a:spcAft>
            </a:pPr>
            <a:r>
              <a:rPr lang="en-US" dirty="0"/>
              <a:t>The measurement process gives us a structured path. First, select what matters. Second, define it clearly. Third, identify the source. Fourth, create a collection and sampling plan. Finally, implement the measure and refine it as we learn. These are not administrative steps. Together, they protect data quality. Selecting the measure keeps us focused. Operational definitions support repeatability and reproducibility. Identifying the source helps us understand ownership and limitations. A collection plan reduces inconsistency and bias. Refinement recognizes that the first version may need adjustment. Think about a request for data in your own work. How often do we begin by asking what report is available rather than what decision needs to be supported? [Pause.] A strong measurement process reverses that habit. We begin with the question, then determine the data required to answer it.</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14</a:t>
            </a:fld>
            <a:endParaRPr lang="en-US"/>
          </a:p>
        </p:txBody>
      </p:sp>
    </p:spTree>
    <p:extLst>
      <p:ext uri="{BB962C8B-B14F-4D97-AF65-F5344CB8AC3E}">
        <p14:creationId xmlns:p14="http://schemas.microsoft.com/office/powerpoint/2010/main" val="20935175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lang="en-US" b="1" dirty="0"/>
              <a:t>TIMING: 4 MINUTES</a:t>
            </a:r>
            <a:endParaRPr lang="en-US"/>
          </a:p>
          <a:p>
            <a:pPr>
              <a:spcAft>
                <a:spcPts val="600"/>
              </a:spcAft>
            </a:pPr>
            <a:r>
              <a:rPr lang="en-US" b="1" dirty="0"/>
              <a:t>SPEAKER SCRIPT</a:t>
            </a:r>
            <a:endParaRPr lang="en-US"/>
          </a:p>
          <a:p>
            <a:pPr>
              <a:spcAft>
                <a:spcPts val="600"/>
              </a:spcAft>
            </a:pPr>
            <a:r>
              <a:rPr lang="en-US" dirty="0"/>
              <a:t>When deciding what to measure, we need to balance effectiveness and efficiency. Effectiveness is the customer and outcome perspective. Are we meeting the customer's needs? Are we delivering the intended result? Examples include quality of service, customer satisfaction, employer satisfaction, placement, retention, or first-time-right outcomes. Efficiency is the process and resource perspective. How much time, effort, capacity, or cost does the process require? For example, a digital intake workflow may reduce registration time and increase staff capacity. That is an efficiency improvement. It is only effective if participants can complete the process, understand the next steps, and receive quality service. The strongest solution improves both. Equus can use its talent delivery model, enabling technology, and national expertise to create a more efficient process, but local customer needs and program priorities still determine whether the solution is truly effective. Do not measure only what is easy. Measure the outcome that matters and the process factors that help explain it.</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15</a:t>
            </a:fld>
            <a:endParaRPr lang="en-US"/>
          </a:p>
        </p:txBody>
      </p:sp>
    </p:spTree>
    <p:extLst>
      <p:ext uri="{BB962C8B-B14F-4D97-AF65-F5344CB8AC3E}">
        <p14:creationId xmlns:p14="http://schemas.microsoft.com/office/powerpoint/2010/main" val="27671512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lang="en-US" b="1" dirty="0"/>
              <a:t>TIMING: 3 MINUTES</a:t>
            </a:r>
            <a:endParaRPr lang="en-US"/>
          </a:p>
          <a:p>
            <a:pPr>
              <a:spcAft>
                <a:spcPts val="600"/>
              </a:spcAft>
            </a:pPr>
            <a:r>
              <a:rPr lang="en-US" b="1" dirty="0"/>
              <a:t>SPEAKER SCRIPT</a:t>
            </a:r>
            <a:endParaRPr lang="en-US"/>
          </a:p>
          <a:p>
            <a:pPr>
              <a:spcAft>
                <a:spcPts val="600"/>
              </a:spcAft>
            </a:pPr>
            <a:r>
              <a:rPr lang="en-US" dirty="0"/>
              <a:t>So, which should take priority: efficiency or effectiveness? Take a moment and choose. [Pause for responses.] Effectiveness comes first because making a process faster does not create value if the customer receives the wrong outcome, experiences avoidable rework, or leaves without understanding what happens next. Once we know the service is effective, we can make it simpler, faster, and less costly. That does not mean efficiency is unimportant. It means efficiency should support the customer outcome rather than replace it. A helpful way to remember this is: first make sure we are doing the right thing, then improve how we do it. Now let's move from selecting measures to defining and collecting the data that will support them.</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16</a:t>
            </a:fld>
            <a:endParaRPr lang="en-US"/>
          </a:p>
        </p:txBody>
      </p:sp>
    </p:spTree>
    <p:extLst>
      <p:ext uri="{BB962C8B-B14F-4D97-AF65-F5344CB8AC3E}">
        <p14:creationId xmlns:p14="http://schemas.microsoft.com/office/powerpoint/2010/main" val="1902513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lang="en-US" b="1" dirty="0"/>
              <a:t>TIMING: 0.5 MINUTES</a:t>
            </a:r>
            <a:endParaRPr lang="en-US"/>
          </a:p>
          <a:p>
            <a:pPr>
              <a:spcAft>
                <a:spcPts val="600"/>
              </a:spcAft>
            </a:pPr>
            <a:r>
              <a:rPr lang="en-US" b="1" dirty="0"/>
              <a:t>SPEAKER SCRIPT</a:t>
            </a:r>
            <a:endParaRPr lang="en-US"/>
          </a:p>
          <a:p>
            <a:pPr>
              <a:spcAft>
                <a:spcPts val="600"/>
              </a:spcAft>
            </a:pPr>
            <a:r>
              <a:rPr lang="en-US" dirty="0"/>
              <a:t>We are now moving into selecting and defining data for measurement. The focus shifts from what matters to the practical question of how we gather useful information without creating unnecessary work.</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17</a:t>
            </a:fld>
            <a:endParaRPr lang="en-US"/>
          </a:p>
        </p:txBody>
      </p:sp>
    </p:spTree>
    <p:extLst>
      <p:ext uri="{BB962C8B-B14F-4D97-AF65-F5344CB8AC3E}">
        <p14:creationId xmlns:p14="http://schemas.microsoft.com/office/powerpoint/2010/main" val="32445949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lang="en-US" b="1" dirty="0"/>
              <a:t>TIMING: 3 MINUTES</a:t>
            </a:r>
            <a:endParaRPr lang="en-US"/>
          </a:p>
          <a:p>
            <a:pPr>
              <a:spcAft>
                <a:spcPts val="600"/>
              </a:spcAft>
            </a:pPr>
            <a:r>
              <a:rPr lang="en-US" b="1" dirty="0"/>
              <a:t>SPEAKER SCRIPT</a:t>
            </a:r>
            <a:endParaRPr lang="en-US"/>
          </a:p>
          <a:p>
            <a:pPr>
              <a:spcAft>
                <a:spcPts val="600"/>
              </a:spcAft>
            </a:pPr>
            <a:r>
              <a:rPr lang="en-US" dirty="0"/>
              <a:t>There are three good habits to follow before collecting data. First, understand the process. Observe what actually happens, identify where variation occurs, and avoid relying only on how the process is supposed to work. Second, define the purpose. What question are we trying to answer? What decision will the data support? How will we use the result? If we cannot answer those questions, we should reconsider whether the data is needed. Third, collect valuable data. Link it to customer requirements and the improvement goal. Do not collect fields just in case. More data does not automatically create more insight. For an Equus project, a useful measure should help us understand customer experience, performance outcomes, process conditions, or the value of an investment. Good collection is not about volume. It is about relevance.</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18</a:t>
            </a:fld>
            <a:endParaRPr lang="en-US"/>
          </a:p>
        </p:txBody>
      </p:sp>
    </p:spTree>
    <p:extLst>
      <p:ext uri="{BB962C8B-B14F-4D97-AF65-F5344CB8AC3E}">
        <p14:creationId xmlns:p14="http://schemas.microsoft.com/office/powerpoint/2010/main" val="22305793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lang="en-US" b="1" dirty="0"/>
              <a:t>TIMING: 4 MINUTES</a:t>
            </a:r>
            <a:endParaRPr lang="en-US"/>
          </a:p>
          <a:p>
            <a:pPr>
              <a:spcAft>
                <a:spcPts val="600"/>
              </a:spcAft>
            </a:pPr>
            <a:r>
              <a:rPr lang="en-US" b="1" dirty="0"/>
              <a:t>SPEAKER SCRIPT</a:t>
            </a:r>
            <a:endParaRPr lang="en-US"/>
          </a:p>
          <a:p>
            <a:pPr>
              <a:spcAft>
                <a:spcPts val="600"/>
              </a:spcAft>
            </a:pPr>
            <a:r>
              <a:rPr lang="en-US" dirty="0"/>
              <a:t>For this activity, think about a real project or process you might improve. Start with the goal. What outcome are you trying to change? What matters most to the customer? Is the priority quality, impact, cost, or time? Write down one primary measure that would tell you whether the goal was achieved. Next, think about supporting measures. What factors might drive the outcome? How could you break the data into meaningful groups to find patterns? For example, if the goal is to reduce time to employment, the primary measure may be the number of days from enrollment to employment. Supporting measures might include time to first appointment, service pathway, referral source, industry, credential status, or project location. [Allow participants time to respond.] The main lesson is to begin with the goal and then select measures that help explain the result. Do not begin with a list of available fields and try to invent a question afterward.</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19</a:t>
            </a:fld>
            <a:endParaRPr lang="en-US"/>
          </a:p>
        </p:txBody>
      </p:sp>
    </p:spTree>
    <p:extLst>
      <p:ext uri="{BB962C8B-B14F-4D97-AF65-F5344CB8AC3E}">
        <p14:creationId xmlns:p14="http://schemas.microsoft.com/office/powerpoint/2010/main" val="21980864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TIMING: 3.5 MINUTES</a:t>
            </a:r>
            <a:endParaRPr lang="en-US"/>
          </a:p>
          <a:p>
            <a:pPr>
              <a:spcAft>
                <a:spcPts val="600"/>
              </a:spcAft>
            </a:pPr>
            <a:r>
              <a:rPr lang="en-US" b="1" dirty="0"/>
              <a:t>SPEAKER SCRIPT</a:t>
            </a:r>
            <a:endParaRPr lang="en-US"/>
          </a:p>
          <a:p>
            <a:pPr>
              <a:spcAft>
                <a:spcPts val="600"/>
              </a:spcAft>
            </a:pPr>
            <a:r>
              <a:rPr lang="en-US" dirty="0"/>
              <a:t>This example shows why averages can hide the real problem. We know that 30 percent of appointments are late, but that overall figure does not tell us where, when, or under what conditions the delays occur. Stratification means breaking the data into groups. By project, we see that Project B has a larger issue. By person or process owner, we see variation in how the work is performed. By time of day, we see delays increase later in the day. In an Equus setting, we might also stratify by service type, appointment format, customer pathway, staffing level, or system condition. The purpose is not to label a person or office as the problem. The purpose is to locate variation and understand what conditions may be driving it. That allows local leaders to target scheduling, staffing, process, or technology changes instead of applying one broad solution everywhere.</a:t>
            </a:r>
            <a:endParaRPr lang="en-US"/>
          </a:p>
        </p:txBody>
      </p:sp>
      <p:sp>
        <p:nvSpPr>
          <p:cNvPr id="4" name="Slide Number Placeholder 3"/>
          <p:cNvSpPr>
            <a:spLocks noGrp="1"/>
          </p:cNvSpPr>
          <p:nvPr>
            <p:ph type="sldNum" sz="quarter" idx="5"/>
          </p:nvPr>
        </p:nvSpPr>
        <p:spPr/>
        <p:txBody>
          <a:bodyPr/>
          <a:lstStyle/>
          <a:p>
            <a:fld id="{9F90768B-30EA-485B-8D7E-4439A0A6DE93}" type="slidenum">
              <a:rPr lang="en-GB" smtClean="0"/>
              <a:t>20</a:t>
            </a:fld>
            <a:endParaRPr lang="en-GB"/>
          </a:p>
        </p:txBody>
      </p:sp>
    </p:spTree>
    <p:extLst>
      <p:ext uri="{BB962C8B-B14F-4D97-AF65-F5344CB8AC3E}">
        <p14:creationId xmlns:p14="http://schemas.microsoft.com/office/powerpoint/2010/main" val="32619766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TIMING: 3 MINUTES</a:t>
            </a:r>
            <a:endParaRPr lang="en-US"/>
          </a:p>
          <a:p>
            <a:pPr>
              <a:spcAft>
                <a:spcPts val="600"/>
              </a:spcAft>
            </a:pPr>
            <a:r>
              <a:rPr lang="en-US" b="1" dirty="0"/>
              <a:t>SPEAKER SCRIPT</a:t>
            </a:r>
            <a:endParaRPr lang="en-US"/>
          </a:p>
          <a:p>
            <a:pPr>
              <a:spcAft>
                <a:spcPts val="600"/>
              </a:spcAft>
            </a:pPr>
            <a:r>
              <a:rPr lang="en-US" dirty="0"/>
              <a:t>The same principle applies to shared services and enabling functions. An overall turnaround result may suggest a broad performance issue, but stratification can reveal that most delays are concentrated in one function, one request type, or one demand period. For an Equus support function, we might break turnaround time down by project, business function, request category, complexity, and time received. That can show whether the constraint sits within a workflow, a resource pattern, or a particular service. It also helps national experts focus assistance where it will have the greatest operational value. Again, the overall average tells us what is happening. Stratification helps us understand where to investigate and where a targeted improvement may produce a stronger return.</a:t>
            </a:r>
            <a:endParaRPr lang="en-US"/>
          </a:p>
        </p:txBody>
      </p:sp>
      <p:sp>
        <p:nvSpPr>
          <p:cNvPr id="4" name="Slide Number Placeholder 3"/>
          <p:cNvSpPr>
            <a:spLocks noGrp="1"/>
          </p:cNvSpPr>
          <p:nvPr>
            <p:ph type="sldNum" sz="quarter" idx="5"/>
          </p:nvPr>
        </p:nvSpPr>
        <p:spPr/>
        <p:txBody>
          <a:bodyPr/>
          <a:lstStyle/>
          <a:p>
            <a:fld id="{9F90768B-30EA-485B-8D7E-4439A0A6DE93}" type="slidenum">
              <a:rPr lang="en-GB" smtClean="0"/>
              <a:t>21</a:t>
            </a:fld>
            <a:endParaRPr lang="en-GB"/>
          </a:p>
        </p:txBody>
      </p:sp>
    </p:spTree>
    <p:extLst>
      <p:ext uri="{BB962C8B-B14F-4D97-AF65-F5344CB8AC3E}">
        <p14:creationId xmlns:p14="http://schemas.microsoft.com/office/powerpoint/2010/main" val="20979611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lang="en-US" b="1" dirty="0"/>
              <a:t>TIMING: 4 MINUTES</a:t>
            </a:r>
            <a:endParaRPr lang="en-US"/>
          </a:p>
          <a:p>
            <a:pPr>
              <a:spcAft>
                <a:spcPts val="600"/>
              </a:spcAft>
            </a:pPr>
            <a:r>
              <a:rPr lang="en-US" b="1" dirty="0"/>
              <a:t>SPEAKER SCRIPT</a:t>
            </a:r>
            <a:endParaRPr lang="en-US"/>
          </a:p>
          <a:p>
            <a:pPr>
              <a:spcAft>
                <a:spcPts val="600"/>
              </a:spcAft>
            </a:pPr>
            <a:r>
              <a:rPr lang="en-US" dirty="0"/>
              <a:t>Now think about an issue affecting your own team. If you collected data on that issue, how could you stratify it? You might use request type, department, system, service location, delivery channel, experience level, day of week, or customer group, depending on the question. Add one idea in the chat. [Pause and acknowledge responses.] As you listen to the examples, notice that a useful stratification variable should help explain variation or support a decision. We should be careful not to divide data into groups simply because the fields exist. We also need to protect privacy and avoid drawing conclusions from groups that are too small or not relevant. The objective is to reveal a process pattern, not to create noise. Now that we have selected useful measures, we need to ensure everyone interprets them the same way.</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22</a:t>
            </a:fld>
            <a:endParaRPr lang="en-US"/>
          </a:p>
        </p:txBody>
      </p:sp>
    </p:spTree>
    <p:extLst>
      <p:ext uri="{BB962C8B-B14F-4D97-AF65-F5344CB8AC3E}">
        <p14:creationId xmlns:p14="http://schemas.microsoft.com/office/powerpoint/2010/main" val="463863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lang="en-US" b="1" dirty="0"/>
              <a:t>TIMING: 0.5 MINUTES</a:t>
            </a:r>
            <a:endParaRPr lang="en-US"/>
          </a:p>
          <a:p>
            <a:pPr>
              <a:spcAft>
                <a:spcPts val="600"/>
              </a:spcAft>
            </a:pPr>
            <a:r>
              <a:rPr lang="en-US" b="1" dirty="0"/>
              <a:t>SPEAKER SCRIPT</a:t>
            </a:r>
            <a:endParaRPr lang="en-US"/>
          </a:p>
          <a:p>
            <a:pPr>
              <a:spcAft>
                <a:spcPts val="600"/>
              </a:spcAft>
            </a:pPr>
            <a:r>
              <a:rPr lang="en-US" dirty="0"/>
              <a:t>That brings us to operational definitions. This section is about removing ambiguity so different people can collect and interpret the same measure consistently.</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23</a:t>
            </a:fld>
            <a:endParaRPr lang="en-US"/>
          </a:p>
        </p:txBody>
      </p:sp>
    </p:spTree>
    <p:extLst>
      <p:ext uri="{BB962C8B-B14F-4D97-AF65-F5344CB8AC3E}">
        <p14:creationId xmlns:p14="http://schemas.microsoft.com/office/powerpoint/2010/main" val="32445949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217A9-A95B-301A-5B34-3F961621CB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CD7E09-302C-B2B4-C50C-FC874D15F8E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96F4087-E965-1CE6-E3D5-5D94AEB72AB0}"/>
              </a:ext>
            </a:extLst>
          </p:cNvPr>
          <p:cNvSpPr>
            <a:spLocks noGrp="1"/>
          </p:cNvSpPr>
          <p:nvPr>
            <p:ph type="body" idx="1"/>
          </p:nvPr>
        </p:nvSpPr>
        <p:spPr/>
        <p:txBody>
          <a:bodyPr/>
          <a:lstStyle/>
          <a:p>
            <a:pPr>
              <a:spcAft>
                <a:spcPts val="600"/>
              </a:spcAft>
            </a:pPr>
            <a:r>
              <a:rPr lang="en-US" b="1" dirty="0"/>
              <a:t>TIMING: 5 MINUTES</a:t>
            </a:r>
            <a:endParaRPr lang="en-US"/>
          </a:p>
          <a:p>
            <a:pPr>
              <a:spcAft>
                <a:spcPts val="600"/>
              </a:spcAft>
            </a:pPr>
            <a:r>
              <a:rPr lang="en-US" b="1" dirty="0"/>
              <a:t>SPEAKER SCRIPT</a:t>
            </a:r>
            <a:endParaRPr lang="en-US"/>
          </a:p>
          <a:p>
            <a:pPr>
              <a:spcAft>
                <a:spcPts val="600"/>
              </a:spcAft>
            </a:pPr>
            <a:r>
              <a:rPr lang="en-US" dirty="0"/>
              <a:t>An operational definition states exactly what will be measured and how the measurement will be made. It answers practical questions such as what is included, what is excluded, which source is used, when the measurement occurs, where it is recorded, and who is responsible. Consider the phrase participant engagement. One person may interpret that as attending an appointment. Another may count replying to a message. Someone else may define it as completing a service milestone. Unless the term is defined, the numbers will not be comparable. An Equus project might define engagement as a completed two-way interaction documented in the approved system within a specified period. The definition should also state whether automated messages, unsuccessful outreach, or administrative contact are excluded. Clear rules support consistent data, reliable results, and repeatable outcomes. They also let local teams use a shared measurement standard while tailoring service delivery to market needs. A good test is this: could someone unfamiliar with the project read the definition and collect the same data without having to guess?</a:t>
            </a:r>
            <a:endParaRPr lang="en-US"/>
          </a:p>
        </p:txBody>
      </p:sp>
      <p:sp>
        <p:nvSpPr>
          <p:cNvPr id="4" name="Slide Number Placeholder 3">
            <a:extLst>
              <a:ext uri="{FF2B5EF4-FFF2-40B4-BE49-F238E27FC236}">
                <a16:creationId xmlns:a16="http://schemas.microsoft.com/office/drawing/2014/main" id="{7D2F24EC-C853-F8F2-70F5-440CAA6981EE}"/>
              </a:ext>
            </a:extLst>
          </p:cNvPr>
          <p:cNvSpPr>
            <a:spLocks noGrp="1"/>
          </p:cNvSpPr>
          <p:nvPr>
            <p:ph type="sldNum" sz="quarter" idx="5"/>
          </p:nvPr>
        </p:nvSpPr>
        <p:spPr/>
        <p:txBody>
          <a:bodyPr/>
          <a:lstStyle/>
          <a:p>
            <a:fld id="{336F8861-7D18-944D-B836-A484A82765AD}" type="slidenum">
              <a:rPr lang="en-US" smtClean="0"/>
              <a:t>24</a:t>
            </a:fld>
            <a:endParaRPr lang="en-US"/>
          </a:p>
        </p:txBody>
      </p:sp>
    </p:spTree>
    <p:extLst>
      <p:ext uri="{BB962C8B-B14F-4D97-AF65-F5344CB8AC3E}">
        <p14:creationId xmlns:p14="http://schemas.microsoft.com/office/powerpoint/2010/main" val="6251536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lang="en-US" b="1" dirty="0"/>
              <a:t>TIMING: 0.5 MINUTES</a:t>
            </a:r>
            <a:endParaRPr lang="en-US"/>
          </a:p>
          <a:p>
            <a:pPr>
              <a:spcAft>
                <a:spcPts val="600"/>
              </a:spcAft>
            </a:pPr>
            <a:r>
              <a:rPr lang="en-US" b="1" dirty="0"/>
              <a:t>SPEAKER SCRIPT</a:t>
            </a:r>
            <a:endParaRPr lang="en-US"/>
          </a:p>
          <a:p>
            <a:pPr>
              <a:spcAft>
                <a:spcPts val="600"/>
              </a:spcAft>
            </a:pPr>
            <a:r>
              <a:rPr lang="en-US" dirty="0"/>
              <a:t>We have defined what we are measuring. The next section focuses on collecting the data in a way that is practical, consistent, and useful.</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25</a:t>
            </a:fld>
            <a:endParaRPr lang="en-US"/>
          </a:p>
        </p:txBody>
      </p:sp>
    </p:spTree>
    <p:extLst>
      <p:ext uri="{BB962C8B-B14F-4D97-AF65-F5344CB8AC3E}">
        <p14:creationId xmlns:p14="http://schemas.microsoft.com/office/powerpoint/2010/main" val="32445949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lang="en-US" b="1" dirty="0"/>
              <a:t>TIMING: 3 MINUTES</a:t>
            </a:r>
            <a:endParaRPr lang="en-US"/>
          </a:p>
          <a:p>
            <a:pPr>
              <a:spcAft>
                <a:spcPts val="600"/>
              </a:spcAft>
            </a:pPr>
            <a:r>
              <a:rPr lang="en-US" b="1" dirty="0"/>
              <a:t>SPEAKER SCRIPT</a:t>
            </a:r>
            <a:endParaRPr lang="en-US"/>
          </a:p>
          <a:p>
            <a:pPr>
              <a:spcAft>
                <a:spcPts val="600"/>
              </a:spcAft>
            </a:pPr>
            <a:r>
              <a:rPr lang="en-US" dirty="0"/>
              <a:t>Good analysis begins with trusted data, and real-world data rarely arrives in the exact format we need. We may need to combine files, review records, standardize values, resolve missing information, and remove fields that do not support the question. Historical data deserves special attention. Ask why it was collected, who collected it, what definition was used, when it was captured, and whether it is still relevant. Workforce data may have been created for compliance or contract reporting rather than for the improvement question we are studying. Two fields can sound similar while representing different activities. Spending time upfront understanding ownership, definitions, and limitations prevents us from solving the wrong problem. Data cleaning is not separate from measurement. It is part of making the measurement usable.</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26</a:t>
            </a:fld>
            <a:endParaRPr lang="en-US"/>
          </a:p>
        </p:txBody>
      </p:sp>
    </p:spTree>
    <p:extLst>
      <p:ext uri="{BB962C8B-B14F-4D97-AF65-F5344CB8AC3E}">
        <p14:creationId xmlns:p14="http://schemas.microsoft.com/office/powerpoint/2010/main" val="20793819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0228-FBC7-E510-68CC-19C3014C87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392A9A-B4C4-63D0-2CBE-0ED3A3DCD64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CC3DCC4-FF79-8367-F8BE-F81528FB8425}"/>
              </a:ext>
            </a:extLst>
          </p:cNvPr>
          <p:cNvSpPr>
            <a:spLocks noGrp="1"/>
          </p:cNvSpPr>
          <p:nvPr>
            <p:ph type="body" idx="1"/>
          </p:nvPr>
        </p:nvSpPr>
        <p:spPr/>
        <p:txBody>
          <a:bodyPr/>
          <a:lstStyle/>
          <a:p>
            <a:pPr>
              <a:spcAft>
                <a:spcPts val="600"/>
              </a:spcAft>
            </a:pPr>
            <a:r>
              <a:rPr lang="en-US" b="1" dirty="0"/>
              <a:t>TIMING: 3 MINUTES</a:t>
            </a:r>
            <a:endParaRPr lang="en-US"/>
          </a:p>
          <a:p>
            <a:pPr>
              <a:spcAft>
                <a:spcPts val="600"/>
              </a:spcAft>
            </a:pPr>
            <a:r>
              <a:rPr lang="en-US" b="1" dirty="0"/>
              <a:t>SPEAKER SCRIPT</a:t>
            </a:r>
            <a:endParaRPr lang="en-US"/>
          </a:p>
          <a:p>
            <a:pPr>
              <a:spcAft>
                <a:spcPts val="600"/>
              </a:spcAft>
            </a:pPr>
            <a:r>
              <a:rPr lang="en-US" dirty="0"/>
              <a:t>Imagine you have been asked to collect data for an improvement. What would you consider before you begin? [Pause for responses.] I would expect to hear the problem statement, the decision the data will support, the measure, the definition, the source, the owner, the frequency, and any useful context. For a project focused on reducing time to employment, we might capture the outcome plus selected factors such as program, service pathway, referral source, industry, and milestone timing. The important word is selected. Collect only the context that could help explain variation or support action. If a field has no connection to the problem or a decision, it may add burden without adding value.</a:t>
            </a:r>
            <a:endParaRPr lang="en-US"/>
          </a:p>
        </p:txBody>
      </p:sp>
      <p:sp>
        <p:nvSpPr>
          <p:cNvPr id="4" name="Slide Number Placeholder 3">
            <a:extLst>
              <a:ext uri="{FF2B5EF4-FFF2-40B4-BE49-F238E27FC236}">
                <a16:creationId xmlns:a16="http://schemas.microsoft.com/office/drawing/2014/main" id="{8E7E3EB1-C518-4423-9501-4693E465C190}"/>
              </a:ext>
            </a:extLst>
          </p:cNvPr>
          <p:cNvSpPr>
            <a:spLocks noGrp="1"/>
          </p:cNvSpPr>
          <p:nvPr>
            <p:ph type="sldNum" sz="quarter" idx="5"/>
          </p:nvPr>
        </p:nvSpPr>
        <p:spPr/>
        <p:txBody>
          <a:bodyPr/>
          <a:lstStyle/>
          <a:p>
            <a:fld id="{336F8861-7D18-944D-B836-A484A82765AD}" type="slidenum">
              <a:rPr lang="en-US" smtClean="0"/>
              <a:t>27</a:t>
            </a:fld>
            <a:endParaRPr lang="en-US"/>
          </a:p>
        </p:txBody>
      </p:sp>
    </p:spTree>
    <p:extLst>
      <p:ext uri="{BB962C8B-B14F-4D97-AF65-F5344CB8AC3E}">
        <p14:creationId xmlns:p14="http://schemas.microsoft.com/office/powerpoint/2010/main" val="18804763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lang="en-US" b="1" dirty="0"/>
              <a:t>TIMING: 4 MINUTES</a:t>
            </a:r>
            <a:endParaRPr lang="en-US"/>
          </a:p>
          <a:p>
            <a:pPr>
              <a:spcAft>
                <a:spcPts val="600"/>
              </a:spcAft>
            </a:pPr>
            <a:r>
              <a:rPr lang="en-US" b="1" dirty="0"/>
              <a:t>SPEAKER SCRIPT</a:t>
            </a:r>
            <a:endParaRPr lang="en-US"/>
          </a:p>
          <a:p>
            <a:pPr>
              <a:spcAft>
                <a:spcPts val="600"/>
              </a:spcAft>
            </a:pPr>
            <a:r>
              <a:rPr lang="en-US" dirty="0"/>
              <a:t>A strong collection plan answers five questions: what, how, when, where, and who. What data is required, and is it relevant and reliable? How will it be captured, and from which source? When will it be collected, and at what point in the process? Where will the source and final data be stored? Who owns the collection and has the capacity and skills to complete it correctly? Suppose the problem concerns delayed participant enrollment. The plan should name the required timestamps, the approved source system, the collection frequency, the storage location, the data owner, and the quality checks. It should not add unrelated fields simply because they are easy to obtain. Every element should link back to the problem statement in the project charter.</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28</a:t>
            </a:fld>
            <a:endParaRPr lang="en-US"/>
          </a:p>
        </p:txBody>
      </p:sp>
    </p:spTree>
    <p:extLst>
      <p:ext uri="{BB962C8B-B14F-4D97-AF65-F5344CB8AC3E}">
        <p14:creationId xmlns:p14="http://schemas.microsoft.com/office/powerpoint/2010/main" val="15766362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lang="en-US" b="1" dirty="0"/>
              <a:t>TIMING: 3 MINUTES</a:t>
            </a:r>
            <a:endParaRPr lang="en-US"/>
          </a:p>
          <a:p>
            <a:pPr>
              <a:spcAft>
                <a:spcPts val="600"/>
              </a:spcAft>
            </a:pPr>
            <a:r>
              <a:rPr lang="en-US" b="1" dirty="0"/>
              <a:t>SPEAKER SCRIPT</a:t>
            </a:r>
            <a:endParaRPr lang="en-US"/>
          </a:p>
          <a:p>
            <a:pPr>
              <a:spcAft>
                <a:spcPts val="600"/>
              </a:spcAft>
            </a:pPr>
            <a:r>
              <a:rPr lang="en-US" dirty="0"/>
              <a:t>The data collection plan brings all of those decisions into one place. As you open the plan, look for the measure, operational definition, unit, purpose, collection owner, method, frequency, and storage location. For example, a measure of customer appointment timeliness could be defined as the percentage of appointments beginning within the agreed service window. The plan would identify the exact formula, the source system, the responsible owner, the review frequency, and where the final dataset is stored. The document creates alignment before collection begins. It also makes problems easier to diagnose because the team can compare what happened with what was planned. A good collection plan is not paperwork for its own sake. It is a control that protects the quality and usefulness of the data.</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29</a:t>
            </a:fld>
            <a:endParaRPr lang="en-US"/>
          </a:p>
        </p:txBody>
      </p:sp>
    </p:spTree>
    <p:extLst>
      <p:ext uri="{BB962C8B-B14F-4D97-AF65-F5344CB8AC3E}">
        <p14:creationId xmlns:p14="http://schemas.microsoft.com/office/powerpoint/2010/main" val="7579025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TIMING: 3 MINUTES</a:t>
            </a:r>
            <a:endParaRPr lang="en-US"/>
          </a:p>
          <a:p>
            <a:pPr>
              <a:spcAft>
                <a:spcPts val="600"/>
              </a:spcAft>
            </a:pPr>
            <a:r>
              <a:rPr lang="en-US" b="1" dirty="0"/>
              <a:t>SPEAKER SCRIPT</a:t>
            </a:r>
            <a:endParaRPr lang="en-US"/>
          </a:p>
          <a:p>
            <a:pPr>
              <a:spcAft>
                <a:spcPts val="600"/>
              </a:spcAft>
            </a:pPr>
            <a:r>
              <a:rPr lang="en-US" dirty="0"/>
              <a:t>A data collection plan improves more than the dataset. It focuses the team on the right information, standardizes definitions and methods, clarifies ownership, and reduces wasted effort. Those foundations enable better decisions. Once the data is structured consistently, we can identify patterns and potential root causes more quickly. We also spend less time repairing information that cannot be used. For Equus, a consistent plan allows local project teams and national experts to interpret results using the same rules. That alignment helps us direct resources, expertise, and enabling technology toward the opportunities most likely to improve customer outcomes and return on investment. The plan is valuable because it improves the quality of the action that follows.</a:t>
            </a:r>
            <a:endParaRPr lang="en-US"/>
          </a:p>
        </p:txBody>
      </p:sp>
      <p:sp>
        <p:nvSpPr>
          <p:cNvPr id="4" name="Slide Number Placeholder 3"/>
          <p:cNvSpPr>
            <a:spLocks noGrp="1"/>
          </p:cNvSpPr>
          <p:nvPr>
            <p:ph type="sldNum" sz="quarter" idx="5"/>
          </p:nvPr>
        </p:nvSpPr>
        <p:spPr/>
        <p:txBody>
          <a:bodyPr/>
          <a:lstStyle/>
          <a:p>
            <a:fld id="{9F90768B-30EA-485B-8D7E-4439A0A6DE93}" type="slidenum">
              <a:rPr lang="en-GB" smtClean="0"/>
              <a:t>30</a:t>
            </a:fld>
            <a:endParaRPr lang="en-GB"/>
          </a:p>
        </p:txBody>
      </p:sp>
    </p:spTree>
    <p:extLst>
      <p:ext uri="{BB962C8B-B14F-4D97-AF65-F5344CB8AC3E}">
        <p14:creationId xmlns:p14="http://schemas.microsoft.com/office/powerpoint/2010/main" val="36090602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lang="en-US" b="1" dirty="0"/>
              <a:t>TIMING: 3 MINUTES</a:t>
            </a:r>
            <a:endParaRPr lang="en-US"/>
          </a:p>
          <a:p>
            <a:pPr>
              <a:spcAft>
                <a:spcPts val="600"/>
              </a:spcAft>
            </a:pPr>
            <a:r>
              <a:rPr lang="en-US" b="1" dirty="0"/>
              <a:t>SPEAKER SCRIPT</a:t>
            </a:r>
            <a:endParaRPr lang="en-US"/>
          </a:p>
          <a:p>
            <a:pPr>
              <a:spcAft>
                <a:spcPts val="600"/>
              </a:spcAft>
            </a:pPr>
            <a:r>
              <a:rPr lang="en-US" dirty="0"/>
              <a:t>Alongside the primary measure, consider what context may help explain variation. Time of day, day of week, workload, staffing level, appointment type, delivery channel, process conditions, and system interruptions may all be relevant. For example, if customer wait time increases, the reason may not be the same throughout the week. The pattern could be linked to demand, local resource constraints, a particular appointment type, or a technology issue. Context data gives us places to investigate. Be thoughtful about sampling as well. The sample needs to represent the process well enough to support the decision. Avoid using a fixed rule without considering the population, the amount of variation, and the risk of a wrong conclusion. The right amount of data depends on the question and the process.</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31</a:t>
            </a:fld>
            <a:endParaRPr lang="en-US"/>
          </a:p>
        </p:txBody>
      </p:sp>
    </p:spTree>
    <p:extLst>
      <p:ext uri="{BB962C8B-B14F-4D97-AF65-F5344CB8AC3E}">
        <p14:creationId xmlns:p14="http://schemas.microsoft.com/office/powerpoint/2010/main" val="595367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spcAft>
                <a:spcPts val="600"/>
              </a:spcAft>
            </a:pPr>
            <a:r>
              <a:rPr lang="en-US" b="1" dirty="0"/>
              <a:t>TIMING: 3 MINUTES</a:t>
            </a:r>
            <a:endParaRPr lang="en-US"/>
          </a:p>
          <a:p>
            <a:pPr>
              <a:spcAft>
                <a:spcPts val="600"/>
              </a:spcAft>
            </a:pPr>
            <a:r>
              <a:rPr lang="en-US" b="1" dirty="0"/>
              <a:t>SPEAKER SCRIPT</a:t>
            </a:r>
            <a:endParaRPr lang="en-US"/>
          </a:p>
          <a:p>
            <a:pPr>
              <a:spcAft>
                <a:spcPts val="600"/>
              </a:spcAft>
            </a:pPr>
            <a:r>
              <a:rPr lang="en-US" dirty="0"/>
              <a:t>This example shows how clearly the collection requirements should be documented. The measure tells us what we will count. The operational definition explains exactly what qualifies. The unit tells us whether the result is a count, percentage, time, or another value. The purpose connects the measure to the decision. The remaining fields establish ownership, method, frequency, and source. In an Equus first-time-right measure, a service might be considered not completed correctly when it requires correction, rework, or resubmission before the customer can move to the next step. We would measure both the number and percentage, use an approved source, identify the responsible owner, and establish a consistent review schedule. The goal is that anyone using the plan understands the requirement without needing to interpret or invent a rule.</a:t>
            </a:r>
            <a:endParaRPr lang="en-US"/>
          </a:p>
        </p:txBody>
      </p:sp>
      <p:sp>
        <p:nvSpPr>
          <p:cNvPr id="4" name="Slide Number Placeholder 3"/>
          <p:cNvSpPr>
            <a:spLocks noGrp="1"/>
          </p:cNvSpPr>
          <p:nvPr>
            <p:ph type="sldNum" sz="quarter" idx="5"/>
          </p:nvPr>
        </p:nvSpPr>
        <p:spPr/>
        <p:txBody>
          <a:bodyPr/>
          <a:lstStyle/>
          <a:p>
            <a:fld id="{336F8861-7D18-944D-B836-A484A82765AD}" type="slidenum">
              <a:rPr lang="en-US" smtClean="0"/>
              <a:t>32</a:t>
            </a:fld>
            <a:endParaRPr lang="en-US"/>
          </a:p>
        </p:txBody>
      </p:sp>
    </p:spTree>
    <p:extLst>
      <p:ext uri="{BB962C8B-B14F-4D97-AF65-F5344CB8AC3E}">
        <p14:creationId xmlns:p14="http://schemas.microsoft.com/office/powerpoint/2010/main" val="18084422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TIMING: 2.5 MINUTES</a:t>
            </a:r>
            <a:endParaRPr lang="en-US"/>
          </a:p>
          <a:p>
            <a:pPr>
              <a:spcAft>
                <a:spcPts val="600"/>
              </a:spcAft>
            </a:pPr>
            <a:r>
              <a:rPr lang="en-US" b="1" dirty="0"/>
              <a:t>SPEAKER SCRIPT</a:t>
            </a:r>
            <a:endParaRPr lang="en-US"/>
          </a:p>
          <a:p>
            <a:pPr>
              <a:spcAft>
                <a:spcPts val="600"/>
              </a:spcAft>
            </a:pPr>
            <a:r>
              <a:rPr lang="en-US" dirty="0"/>
              <a:t>Let's close by bringing the pieces together. We started with the characteristics of trustworthy data: reliability, validity, repeatability, reproducibility, accuracy, lack of bias, precision, and stability. We then selected measures based on the customer outcome and the process, used stratification to uncover variation, created operational definitions to remove ambiguity, and built collection plans to make the work consistent. The central message is that good measurement is not about collecting the most data. It is about collecting the right data, using clear rules, and turning the evidence into action. For Equus, that supports quality customer experiences, stronger performance outcomes, and better use of our people, technology, expertise, and resources. Thank you for your participation. Before we finish, what is one idea from today's session that you can apply to a current project? [Take final responses and address remaining questions.]</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6F8861-7D18-944D-B836-A484A82765A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339670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1.xml"/><Relationship Id="rId4" Type="http://schemas.openxmlformats.org/officeDocument/2006/relationships/image" Target="../media/image8.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2.xml"/><Relationship Id="rId4" Type="http://schemas.openxmlformats.org/officeDocument/2006/relationships/image" Target="../media/image8.emf"/></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10.emf"/><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2.xml"/><Relationship Id="rId4" Type="http://schemas.openxmlformats.org/officeDocument/2006/relationships/image" Target="../media/image8.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5" name="Picture 4" descr="A picture containing person, clothing, man, indoor&#10;&#10;Description generated with very high confidence">
            <a:extLst>
              <a:ext uri="{FF2B5EF4-FFF2-40B4-BE49-F238E27FC236}">
                <a16:creationId xmlns:a16="http://schemas.microsoft.com/office/drawing/2014/main" id="{5A2AF239-AC0A-4440-93DD-736D00FE7B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1" name="Freeform: Shape 20">
            <a:extLst>
              <a:ext uri="{FF2B5EF4-FFF2-40B4-BE49-F238E27FC236}">
                <a16:creationId xmlns:a16="http://schemas.microsoft.com/office/drawing/2014/main" id="{AFFE477E-4140-491C-B36C-2012D9E86E84}"/>
              </a:ext>
            </a:extLst>
          </p:cNvPr>
          <p:cNvSpPr/>
          <p:nvPr userDrawn="1"/>
        </p:nvSpPr>
        <p:spPr>
          <a:xfrm>
            <a:off x="6845300" y="4191000"/>
            <a:ext cx="5346700" cy="736600"/>
          </a:xfrm>
          <a:custGeom>
            <a:avLst/>
            <a:gdLst>
              <a:gd name="connsiteX0" fmla="*/ 368300 w 5346700"/>
              <a:gd name="connsiteY0" fmla="*/ 0 h 736600"/>
              <a:gd name="connsiteX1" fmla="*/ 5346700 w 5346700"/>
              <a:gd name="connsiteY1" fmla="*/ 0 h 736600"/>
              <a:gd name="connsiteX2" fmla="*/ 5346700 w 5346700"/>
              <a:gd name="connsiteY2" fmla="*/ 736600 h 736600"/>
              <a:gd name="connsiteX3" fmla="*/ 368300 w 5346700"/>
              <a:gd name="connsiteY3" fmla="*/ 736600 h 736600"/>
              <a:gd name="connsiteX4" fmla="*/ 0 w 5346700"/>
              <a:gd name="connsiteY4" fmla="*/ 368300 h 736600"/>
              <a:gd name="connsiteX5" fmla="*/ 368300 w 5346700"/>
              <a:gd name="connsiteY5" fmla="*/ 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46700" h="736600">
                <a:moveTo>
                  <a:pt x="368300" y="0"/>
                </a:moveTo>
                <a:lnTo>
                  <a:pt x="5346700" y="0"/>
                </a:lnTo>
                <a:lnTo>
                  <a:pt x="5346700" y="736600"/>
                </a:lnTo>
                <a:lnTo>
                  <a:pt x="368300" y="736600"/>
                </a:lnTo>
                <a:cubicBezTo>
                  <a:pt x="164894" y="736600"/>
                  <a:pt x="0" y="571706"/>
                  <a:pt x="0" y="368300"/>
                </a:cubicBezTo>
                <a:cubicBezTo>
                  <a:pt x="0" y="164894"/>
                  <a:pt x="164894" y="0"/>
                  <a:pt x="368300"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63FED2B7-789D-48D3-845F-B0EE1A13CFC5}"/>
              </a:ext>
            </a:extLst>
          </p:cNvPr>
          <p:cNvSpPr>
            <a:spLocks noGrp="1"/>
          </p:cNvSpPr>
          <p:nvPr>
            <p:ph type="ctrTitle"/>
          </p:nvPr>
        </p:nvSpPr>
        <p:spPr>
          <a:xfrm>
            <a:off x="7226300" y="1833563"/>
            <a:ext cx="4254500" cy="2128837"/>
          </a:xfrm>
        </p:spPr>
        <p:txBody>
          <a:bodyPr anchor="b">
            <a:normAutofit/>
          </a:bodyPr>
          <a:lstStyle>
            <a:lvl1pPr algn="l">
              <a:lnSpc>
                <a:spcPct val="100000"/>
              </a:lnSpc>
              <a:defRPr sz="3600" b="1" cap="all" baseline="0">
                <a:solidFill>
                  <a:schemeClr val="tx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E7620CC6-2136-4A58-91C3-1A411D2008D8}"/>
              </a:ext>
            </a:extLst>
          </p:cNvPr>
          <p:cNvSpPr>
            <a:spLocks noGrp="1"/>
          </p:cNvSpPr>
          <p:nvPr>
            <p:ph type="subTitle" idx="1"/>
          </p:nvPr>
        </p:nvSpPr>
        <p:spPr>
          <a:xfrm>
            <a:off x="7226300" y="4302919"/>
            <a:ext cx="4254500" cy="512762"/>
          </a:xfrm>
        </p:spPr>
        <p:txBody>
          <a:bodyPr anchor="ctr">
            <a:normAutofit/>
          </a:bodyPr>
          <a:lstStyle>
            <a:lvl1pPr marL="0" indent="0" algn="l">
              <a:lnSpc>
                <a:spcPct val="100000"/>
              </a:lnSpc>
              <a:spcBef>
                <a:spcPts val="0"/>
              </a:spcBef>
              <a:buNone/>
              <a:defRPr sz="2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a:t>
            </a:r>
            <a:endParaRPr lang="en-GB"/>
          </a:p>
        </p:txBody>
      </p:sp>
      <p:grpSp>
        <p:nvGrpSpPr>
          <p:cNvPr id="10" name="Group 9">
            <a:extLst>
              <a:ext uri="{FF2B5EF4-FFF2-40B4-BE49-F238E27FC236}">
                <a16:creationId xmlns:a16="http://schemas.microsoft.com/office/drawing/2014/main" id="{58D6B991-1E19-4811-A1FD-04E9AC08BB88}"/>
              </a:ext>
            </a:extLst>
          </p:cNvPr>
          <p:cNvGrpSpPr/>
          <p:nvPr userDrawn="1"/>
        </p:nvGrpSpPr>
        <p:grpSpPr>
          <a:xfrm>
            <a:off x="9786622" y="508001"/>
            <a:ext cx="1724967" cy="622299"/>
            <a:chOff x="3663950" y="2217738"/>
            <a:chExt cx="2508251" cy="904876"/>
          </a:xfrm>
        </p:grpSpPr>
        <p:sp>
          <p:nvSpPr>
            <p:cNvPr id="11" name="Freeform 5">
              <a:extLst>
                <a:ext uri="{FF2B5EF4-FFF2-40B4-BE49-F238E27FC236}">
                  <a16:creationId xmlns:a16="http://schemas.microsoft.com/office/drawing/2014/main" id="{5BF59F9C-F30F-41E8-A161-AF1A18EAD1F2}"/>
                </a:ext>
              </a:extLst>
            </p:cNvPr>
            <p:cNvSpPr>
              <a:spLocks/>
            </p:cNvSpPr>
            <p:nvPr userDrawn="1"/>
          </p:nvSpPr>
          <p:spPr bwMode="auto">
            <a:xfrm>
              <a:off x="3719513" y="2217738"/>
              <a:ext cx="133350" cy="133350"/>
            </a:xfrm>
            <a:custGeom>
              <a:avLst/>
              <a:gdLst>
                <a:gd name="T0" fmla="*/ 1 w 41"/>
                <a:gd name="T1" fmla="*/ 19 h 41"/>
                <a:gd name="T2" fmla="*/ 22 w 41"/>
                <a:gd name="T3" fmla="*/ 1 h 41"/>
                <a:gd name="T4" fmla="*/ 40 w 41"/>
                <a:gd name="T5" fmla="*/ 23 h 41"/>
                <a:gd name="T6" fmla="*/ 18 w 41"/>
                <a:gd name="T7" fmla="*/ 40 h 41"/>
                <a:gd name="T8" fmla="*/ 1 w 41"/>
                <a:gd name="T9" fmla="*/ 19 h 41"/>
              </a:gdLst>
              <a:ahLst/>
              <a:cxnLst>
                <a:cxn ang="0">
                  <a:pos x="T0" y="T1"/>
                </a:cxn>
                <a:cxn ang="0">
                  <a:pos x="T2" y="T3"/>
                </a:cxn>
                <a:cxn ang="0">
                  <a:pos x="T4" y="T5"/>
                </a:cxn>
                <a:cxn ang="0">
                  <a:pos x="T6" y="T7"/>
                </a:cxn>
                <a:cxn ang="0">
                  <a:pos x="T8" y="T9"/>
                </a:cxn>
              </a:cxnLst>
              <a:rect l="0" t="0" r="r" b="b"/>
              <a:pathLst>
                <a:path w="41" h="41">
                  <a:moveTo>
                    <a:pt x="1" y="19"/>
                  </a:moveTo>
                  <a:cubicBezTo>
                    <a:pt x="2" y="8"/>
                    <a:pt x="12" y="0"/>
                    <a:pt x="22" y="1"/>
                  </a:cubicBezTo>
                  <a:cubicBezTo>
                    <a:pt x="33" y="3"/>
                    <a:pt x="41" y="12"/>
                    <a:pt x="40" y="23"/>
                  </a:cubicBezTo>
                  <a:cubicBezTo>
                    <a:pt x="39" y="34"/>
                    <a:pt x="29" y="41"/>
                    <a:pt x="18" y="40"/>
                  </a:cubicBezTo>
                  <a:cubicBezTo>
                    <a:pt x="8" y="39"/>
                    <a:pt x="0" y="30"/>
                    <a:pt x="1" y="19"/>
                  </a:cubicBezTo>
                </a:path>
              </a:pathLst>
            </a:custGeom>
            <a:solidFill>
              <a:srgbClr val="FBBA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 name="Freeform 6">
              <a:extLst>
                <a:ext uri="{FF2B5EF4-FFF2-40B4-BE49-F238E27FC236}">
                  <a16:creationId xmlns:a16="http://schemas.microsoft.com/office/drawing/2014/main" id="{B4D02C02-C1B5-495B-B3A8-BCE8AC690733}"/>
                </a:ext>
              </a:extLst>
            </p:cNvPr>
            <p:cNvSpPr>
              <a:spLocks/>
            </p:cNvSpPr>
            <p:nvPr userDrawn="1"/>
          </p:nvSpPr>
          <p:spPr bwMode="auto">
            <a:xfrm>
              <a:off x="3663950" y="2419351"/>
              <a:ext cx="169863" cy="503238"/>
            </a:xfrm>
            <a:custGeom>
              <a:avLst/>
              <a:gdLst>
                <a:gd name="T0" fmla="*/ 51 w 107"/>
                <a:gd name="T1" fmla="*/ 317 h 317"/>
                <a:gd name="T2" fmla="*/ 51 w 107"/>
                <a:gd name="T3" fmla="*/ 48 h 317"/>
                <a:gd name="T4" fmla="*/ 0 w 107"/>
                <a:gd name="T5" fmla="*/ 48 h 317"/>
                <a:gd name="T6" fmla="*/ 0 w 107"/>
                <a:gd name="T7" fmla="*/ 0 h 317"/>
                <a:gd name="T8" fmla="*/ 107 w 107"/>
                <a:gd name="T9" fmla="*/ 0 h 317"/>
                <a:gd name="T10" fmla="*/ 107 w 107"/>
                <a:gd name="T11" fmla="*/ 317 h 317"/>
                <a:gd name="T12" fmla="*/ 51 w 107"/>
                <a:gd name="T13" fmla="*/ 317 h 317"/>
              </a:gdLst>
              <a:ahLst/>
              <a:cxnLst>
                <a:cxn ang="0">
                  <a:pos x="T0" y="T1"/>
                </a:cxn>
                <a:cxn ang="0">
                  <a:pos x="T2" y="T3"/>
                </a:cxn>
                <a:cxn ang="0">
                  <a:pos x="T4" y="T5"/>
                </a:cxn>
                <a:cxn ang="0">
                  <a:pos x="T6" y="T7"/>
                </a:cxn>
                <a:cxn ang="0">
                  <a:pos x="T8" y="T9"/>
                </a:cxn>
                <a:cxn ang="0">
                  <a:pos x="T10" y="T11"/>
                </a:cxn>
                <a:cxn ang="0">
                  <a:pos x="T12" y="T13"/>
                </a:cxn>
              </a:cxnLst>
              <a:rect l="0" t="0" r="r" b="b"/>
              <a:pathLst>
                <a:path w="107" h="317">
                  <a:moveTo>
                    <a:pt x="51" y="317"/>
                  </a:moveTo>
                  <a:lnTo>
                    <a:pt x="51" y="48"/>
                  </a:lnTo>
                  <a:lnTo>
                    <a:pt x="0" y="48"/>
                  </a:lnTo>
                  <a:lnTo>
                    <a:pt x="0" y="0"/>
                  </a:lnTo>
                  <a:lnTo>
                    <a:pt x="107" y="0"/>
                  </a:lnTo>
                  <a:lnTo>
                    <a:pt x="107" y="317"/>
                  </a:lnTo>
                  <a:lnTo>
                    <a:pt x="51" y="317"/>
                  </a:lnTo>
                  <a:close/>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Freeform 7">
              <a:extLst>
                <a:ext uri="{FF2B5EF4-FFF2-40B4-BE49-F238E27FC236}">
                  <a16:creationId xmlns:a16="http://schemas.microsoft.com/office/drawing/2014/main" id="{663A1132-9AF5-424A-B72F-3552BDBAE087}"/>
                </a:ext>
              </a:extLst>
            </p:cNvPr>
            <p:cNvSpPr>
              <a:spLocks/>
            </p:cNvSpPr>
            <p:nvPr userDrawn="1"/>
          </p:nvSpPr>
          <p:spPr bwMode="auto">
            <a:xfrm>
              <a:off x="3917950" y="2409826"/>
              <a:ext cx="398463" cy="512763"/>
            </a:xfrm>
            <a:custGeom>
              <a:avLst/>
              <a:gdLst>
                <a:gd name="T0" fmla="*/ 95 w 122"/>
                <a:gd name="T1" fmla="*/ 157 h 157"/>
                <a:gd name="T2" fmla="*/ 95 w 122"/>
                <a:gd name="T3" fmla="*/ 68 h 157"/>
                <a:gd name="T4" fmla="*/ 88 w 122"/>
                <a:gd name="T5" fmla="*/ 33 h 157"/>
                <a:gd name="T6" fmla="*/ 63 w 122"/>
                <a:gd name="T7" fmla="*/ 23 h 157"/>
                <a:gd name="T8" fmla="*/ 43 w 122"/>
                <a:gd name="T9" fmla="*/ 29 h 157"/>
                <a:gd name="T10" fmla="*/ 27 w 122"/>
                <a:gd name="T11" fmla="*/ 43 h 157"/>
                <a:gd name="T12" fmla="*/ 27 w 122"/>
                <a:gd name="T13" fmla="*/ 157 h 157"/>
                <a:gd name="T14" fmla="*/ 0 w 122"/>
                <a:gd name="T15" fmla="*/ 157 h 157"/>
                <a:gd name="T16" fmla="*/ 0 w 122"/>
                <a:gd name="T17" fmla="*/ 3 h 157"/>
                <a:gd name="T18" fmla="*/ 19 w 122"/>
                <a:gd name="T19" fmla="*/ 3 h 157"/>
                <a:gd name="T20" fmla="*/ 27 w 122"/>
                <a:gd name="T21" fmla="*/ 23 h 157"/>
                <a:gd name="T22" fmla="*/ 72 w 122"/>
                <a:gd name="T23" fmla="*/ 0 h 157"/>
                <a:gd name="T24" fmla="*/ 122 w 122"/>
                <a:gd name="T25" fmla="*/ 62 h 157"/>
                <a:gd name="T26" fmla="*/ 122 w 122"/>
                <a:gd name="T27" fmla="*/ 157 h 157"/>
                <a:gd name="T28" fmla="*/ 95 w 122"/>
                <a:gd name="T29"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57">
                  <a:moveTo>
                    <a:pt x="95" y="157"/>
                  </a:moveTo>
                  <a:cubicBezTo>
                    <a:pt x="95" y="68"/>
                    <a:pt x="95" y="68"/>
                    <a:pt x="95" y="68"/>
                  </a:cubicBezTo>
                  <a:cubicBezTo>
                    <a:pt x="95" y="51"/>
                    <a:pt x="93" y="40"/>
                    <a:pt x="88" y="33"/>
                  </a:cubicBezTo>
                  <a:cubicBezTo>
                    <a:pt x="83" y="26"/>
                    <a:pt x="74" y="23"/>
                    <a:pt x="63" y="23"/>
                  </a:cubicBezTo>
                  <a:cubicBezTo>
                    <a:pt x="56" y="23"/>
                    <a:pt x="50" y="25"/>
                    <a:pt x="43" y="29"/>
                  </a:cubicBezTo>
                  <a:cubicBezTo>
                    <a:pt x="36" y="33"/>
                    <a:pt x="31" y="37"/>
                    <a:pt x="27" y="43"/>
                  </a:cubicBezTo>
                  <a:cubicBezTo>
                    <a:pt x="27" y="157"/>
                    <a:pt x="27" y="157"/>
                    <a:pt x="27" y="157"/>
                  </a:cubicBezTo>
                  <a:cubicBezTo>
                    <a:pt x="0" y="157"/>
                    <a:pt x="0" y="157"/>
                    <a:pt x="0" y="157"/>
                  </a:cubicBezTo>
                  <a:cubicBezTo>
                    <a:pt x="0" y="3"/>
                    <a:pt x="0" y="3"/>
                    <a:pt x="0" y="3"/>
                  </a:cubicBezTo>
                  <a:cubicBezTo>
                    <a:pt x="19" y="3"/>
                    <a:pt x="19" y="3"/>
                    <a:pt x="19" y="3"/>
                  </a:cubicBezTo>
                  <a:cubicBezTo>
                    <a:pt x="27" y="23"/>
                    <a:pt x="27" y="23"/>
                    <a:pt x="27" y="23"/>
                  </a:cubicBezTo>
                  <a:cubicBezTo>
                    <a:pt x="36" y="8"/>
                    <a:pt x="51" y="0"/>
                    <a:pt x="72" y="0"/>
                  </a:cubicBezTo>
                  <a:cubicBezTo>
                    <a:pt x="106" y="0"/>
                    <a:pt x="122" y="21"/>
                    <a:pt x="122" y="62"/>
                  </a:cubicBezTo>
                  <a:cubicBezTo>
                    <a:pt x="122" y="157"/>
                    <a:pt x="122" y="157"/>
                    <a:pt x="122" y="157"/>
                  </a:cubicBezTo>
                  <a:lnTo>
                    <a:pt x="95" y="157"/>
                  </a:lnTo>
                  <a:close/>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 name="Freeform 8">
              <a:extLst>
                <a:ext uri="{FF2B5EF4-FFF2-40B4-BE49-F238E27FC236}">
                  <a16:creationId xmlns:a16="http://schemas.microsoft.com/office/drawing/2014/main" id="{57FAD8B9-9F3D-4626-9306-C83F30C3939E}"/>
                </a:ext>
              </a:extLst>
            </p:cNvPr>
            <p:cNvSpPr>
              <a:spLocks noEditPoints="1"/>
            </p:cNvSpPr>
            <p:nvPr userDrawn="1"/>
          </p:nvSpPr>
          <p:spPr bwMode="auto">
            <a:xfrm>
              <a:off x="4384675" y="2387601"/>
              <a:ext cx="417513" cy="735013"/>
            </a:xfrm>
            <a:custGeom>
              <a:avLst/>
              <a:gdLst>
                <a:gd name="T0" fmla="*/ 61 w 128"/>
                <a:gd name="T1" fmla="*/ 29 h 225"/>
                <a:gd name="T2" fmla="*/ 37 w 128"/>
                <a:gd name="T3" fmla="*/ 39 h 225"/>
                <a:gd name="T4" fmla="*/ 28 w 128"/>
                <a:gd name="T5" fmla="*/ 64 h 225"/>
                <a:gd name="T6" fmla="*/ 37 w 128"/>
                <a:gd name="T7" fmla="*/ 91 h 225"/>
                <a:gd name="T8" fmla="*/ 61 w 128"/>
                <a:gd name="T9" fmla="*/ 101 h 225"/>
                <a:gd name="T10" fmla="*/ 84 w 128"/>
                <a:gd name="T11" fmla="*/ 91 h 225"/>
                <a:gd name="T12" fmla="*/ 92 w 128"/>
                <a:gd name="T13" fmla="*/ 64 h 225"/>
                <a:gd name="T14" fmla="*/ 83 w 128"/>
                <a:gd name="T15" fmla="*/ 39 h 225"/>
                <a:gd name="T16" fmla="*/ 61 w 128"/>
                <a:gd name="T17" fmla="*/ 29 h 225"/>
                <a:gd name="T18" fmla="*/ 3 w 128"/>
                <a:gd name="T19" fmla="*/ 207 h 225"/>
                <a:gd name="T20" fmla="*/ 17 w 128"/>
                <a:gd name="T21" fmla="*/ 185 h 225"/>
                <a:gd name="T22" fmla="*/ 62 w 128"/>
                <a:gd name="T23" fmla="*/ 201 h 225"/>
                <a:gd name="T24" fmla="*/ 91 w 128"/>
                <a:gd name="T25" fmla="*/ 194 h 225"/>
                <a:gd name="T26" fmla="*/ 102 w 128"/>
                <a:gd name="T27" fmla="*/ 178 h 225"/>
                <a:gd name="T28" fmla="*/ 75 w 128"/>
                <a:gd name="T29" fmla="*/ 160 h 225"/>
                <a:gd name="T30" fmla="*/ 58 w 128"/>
                <a:gd name="T31" fmla="*/ 162 h 225"/>
                <a:gd name="T32" fmla="*/ 39 w 128"/>
                <a:gd name="T33" fmla="*/ 164 h 225"/>
                <a:gd name="T34" fmla="*/ 6 w 128"/>
                <a:gd name="T35" fmla="*/ 140 h 225"/>
                <a:gd name="T36" fmla="*/ 14 w 128"/>
                <a:gd name="T37" fmla="*/ 126 h 225"/>
                <a:gd name="T38" fmla="*/ 33 w 128"/>
                <a:gd name="T39" fmla="*/ 117 h 225"/>
                <a:gd name="T40" fmla="*/ 0 w 128"/>
                <a:gd name="T41" fmla="*/ 64 h 225"/>
                <a:gd name="T42" fmla="*/ 17 w 128"/>
                <a:gd name="T43" fmla="*/ 23 h 225"/>
                <a:gd name="T44" fmla="*/ 59 w 128"/>
                <a:gd name="T45" fmla="*/ 7 h 225"/>
                <a:gd name="T46" fmla="*/ 95 w 128"/>
                <a:gd name="T47" fmla="*/ 16 h 225"/>
                <a:gd name="T48" fmla="*/ 108 w 128"/>
                <a:gd name="T49" fmla="*/ 0 h 225"/>
                <a:gd name="T50" fmla="*/ 126 w 128"/>
                <a:gd name="T51" fmla="*/ 17 h 225"/>
                <a:gd name="T52" fmla="*/ 110 w 128"/>
                <a:gd name="T53" fmla="*/ 29 h 225"/>
                <a:gd name="T54" fmla="*/ 120 w 128"/>
                <a:gd name="T55" fmla="*/ 65 h 225"/>
                <a:gd name="T56" fmla="*/ 106 w 128"/>
                <a:gd name="T57" fmla="*/ 104 h 225"/>
                <a:gd name="T58" fmla="*/ 67 w 128"/>
                <a:gd name="T59" fmla="*/ 122 h 225"/>
                <a:gd name="T60" fmla="*/ 45 w 128"/>
                <a:gd name="T61" fmla="*/ 125 h 225"/>
                <a:gd name="T62" fmla="*/ 34 w 128"/>
                <a:gd name="T63" fmla="*/ 128 h 225"/>
                <a:gd name="T64" fmla="*/ 27 w 128"/>
                <a:gd name="T65" fmla="*/ 135 h 225"/>
                <a:gd name="T66" fmla="*/ 41 w 128"/>
                <a:gd name="T67" fmla="*/ 141 h 225"/>
                <a:gd name="T68" fmla="*/ 61 w 128"/>
                <a:gd name="T69" fmla="*/ 139 h 225"/>
                <a:gd name="T70" fmla="*/ 80 w 128"/>
                <a:gd name="T71" fmla="*/ 136 h 225"/>
                <a:gd name="T72" fmla="*/ 116 w 128"/>
                <a:gd name="T73" fmla="*/ 147 h 225"/>
                <a:gd name="T74" fmla="*/ 128 w 128"/>
                <a:gd name="T75" fmla="*/ 177 h 225"/>
                <a:gd name="T76" fmla="*/ 109 w 128"/>
                <a:gd name="T77" fmla="*/ 212 h 225"/>
                <a:gd name="T78" fmla="*/ 61 w 128"/>
                <a:gd name="T79" fmla="*/ 225 h 225"/>
                <a:gd name="T80" fmla="*/ 29 w 128"/>
                <a:gd name="T81" fmla="*/ 220 h 225"/>
                <a:gd name="T82" fmla="*/ 3 w 128"/>
                <a:gd name="T83" fmla="*/ 207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28" h="225">
                  <a:moveTo>
                    <a:pt x="61" y="29"/>
                  </a:moveTo>
                  <a:cubicBezTo>
                    <a:pt x="51" y="29"/>
                    <a:pt x="43" y="32"/>
                    <a:pt x="37" y="39"/>
                  </a:cubicBezTo>
                  <a:cubicBezTo>
                    <a:pt x="31" y="46"/>
                    <a:pt x="28" y="54"/>
                    <a:pt x="28" y="64"/>
                  </a:cubicBezTo>
                  <a:cubicBezTo>
                    <a:pt x="28" y="75"/>
                    <a:pt x="31" y="83"/>
                    <a:pt x="37" y="91"/>
                  </a:cubicBezTo>
                  <a:cubicBezTo>
                    <a:pt x="43" y="98"/>
                    <a:pt x="51" y="101"/>
                    <a:pt x="61" y="101"/>
                  </a:cubicBezTo>
                  <a:cubicBezTo>
                    <a:pt x="70" y="101"/>
                    <a:pt x="78" y="98"/>
                    <a:pt x="84" y="91"/>
                  </a:cubicBezTo>
                  <a:cubicBezTo>
                    <a:pt x="89" y="84"/>
                    <a:pt x="92" y="75"/>
                    <a:pt x="92" y="64"/>
                  </a:cubicBezTo>
                  <a:cubicBezTo>
                    <a:pt x="92" y="54"/>
                    <a:pt x="89" y="46"/>
                    <a:pt x="83" y="39"/>
                  </a:cubicBezTo>
                  <a:cubicBezTo>
                    <a:pt x="77" y="32"/>
                    <a:pt x="70" y="29"/>
                    <a:pt x="61" y="29"/>
                  </a:cubicBezTo>
                  <a:moveTo>
                    <a:pt x="3" y="207"/>
                  </a:moveTo>
                  <a:cubicBezTo>
                    <a:pt x="17" y="185"/>
                    <a:pt x="17" y="185"/>
                    <a:pt x="17" y="185"/>
                  </a:cubicBezTo>
                  <a:cubicBezTo>
                    <a:pt x="33" y="196"/>
                    <a:pt x="48" y="201"/>
                    <a:pt x="62" y="201"/>
                  </a:cubicBezTo>
                  <a:cubicBezTo>
                    <a:pt x="74" y="201"/>
                    <a:pt x="84" y="199"/>
                    <a:pt x="91" y="194"/>
                  </a:cubicBezTo>
                  <a:cubicBezTo>
                    <a:pt x="98" y="190"/>
                    <a:pt x="102" y="185"/>
                    <a:pt x="102" y="178"/>
                  </a:cubicBezTo>
                  <a:cubicBezTo>
                    <a:pt x="102" y="166"/>
                    <a:pt x="93" y="160"/>
                    <a:pt x="75" y="160"/>
                  </a:cubicBezTo>
                  <a:cubicBezTo>
                    <a:pt x="72" y="160"/>
                    <a:pt x="66" y="161"/>
                    <a:pt x="58" y="162"/>
                  </a:cubicBezTo>
                  <a:cubicBezTo>
                    <a:pt x="50" y="164"/>
                    <a:pt x="43" y="164"/>
                    <a:pt x="39" y="164"/>
                  </a:cubicBezTo>
                  <a:cubicBezTo>
                    <a:pt x="17" y="164"/>
                    <a:pt x="6" y="156"/>
                    <a:pt x="6" y="140"/>
                  </a:cubicBezTo>
                  <a:cubicBezTo>
                    <a:pt x="6" y="134"/>
                    <a:pt x="9" y="130"/>
                    <a:pt x="14" y="126"/>
                  </a:cubicBezTo>
                  <a:cubicBezTo>
                    <a:pt x="19" y="122"/>
                    <a:pt x="25" y="119"/>
                    <a:pt x="33" y="117"/>
                  </a:cubicBezTo>
                  <a:cubicBezTo>
                    <a:pt x="11" y="107"/>
                    <a:pt x="0" y="89"/>
                    <a:pt x="0" y="64"/>
                  </a:cubicBezTo>
                  <a:cubicBezTo>
                    <a:pt x="0" y="47"/>
                    <a:pt x="6" y="34"/>
                    <a:pt x="17" y="23"/>
                  </a:cubicBezTo>
                  <a:cubicBezTo>
                    <a:pt x="28" y="12"/>
                    <a:pt x="42" y="7"/>
                    <a:pt x="59" y="7"/>
                  </a:cubicBezTo>
                  <a:cubicBezTo>
                    <a:pt x="74" y="7"/>
                    <a:pt x="86" y="10"/>
                    <a:pt x="95" y="16"/>
                  </a:cubicBezTo>
                  <a:cubicBezTo>
                    <a:pt x="108" y="0"/>
                    <a:pt x="108" y="0"/>
                    <a:pt x="108" y="0"/>
                  </a:cubicBezTo>
                  <a:cubicBezTo>
                    <a:pt x="126" y="17"/>
                    <a:pt x="126" y="17"/>
                    <a:pt x="126" y="17"/>
                  </a:cubicBezTo>
                  <a:cubicBezTo>
                    <a:pt x="110" y="29"/>
                    <a:pt x="110" y="29"/>
                    <a:pt x="110" y="29"/>
                  </a:cubicBezTo>
                  <a:cubicBezTo>
                    <a:pt x="117" y="38"/>
                    <a:pt x="120" y="50"/>
                    <a:pt x="120" y="65"/>
                  </a:cubicBezTo>
                  <a:cubicBezTo>
                    <a:pt x="120" y="81"/>
                    <a:pt x="115" y="94"/>
                    <a:pt x="106" y="104"/>
                  </a:cubicBezTo>
                  <a:cubicBezTo>
                    <a:pt x="96" y="115"/>
                    <a:pt x="83" y="121"/>
                    <a:pt x="67" y="122"/>
                  </a:cubicBezTo>
                  <a:cubicBezTo>
                    <a:pt x="45" y="125"/>
                    <a:pt x="45" y="125"/>
                    <a:pt x="45" y="125"/>
                  </a:cubicBezTo>
                  <a:cubicBezTo>
                    <a:pt x="42" y="125"/>
                    <a:pt x="38" y="126"/>
                    <a:pt x="34" y="128"/>
                  </a:cubicBezTo>
                  <a:cubicBezTo>
                    <a:pt x="29" y="130"/>
                    <a:pt x="27" y="132"/>
                    <a:pt x="27" y="135"/>
                  </a:cubicBezTo>
                  <a:cubicBezTo>
                    <a:pt x="27" y="139"/>
                    <a:pt x="32" y="141"/>
                    <a:pt x="41" y="141"/>
                  </a:cubicBezTo>
                  <a:cubicBezTo>
                    <a:pt x="45" y="141"/>
                    <a:pt x="52" y="140"/>
                    <a:pt x="61" y="139"/>
                  </a:cubicBezTo>
                  <a:cubicBezTo>
                    <a:pt x="69" y="137"/>
                    <a:pt x="76" y="136"/>
                    <a:pt x="80" y="136"/>
                  </a:cubicBezTo>
                  <a:cubicBezTo>
                    <a:pt x="95" y="136"/>
                    <a:pt x="107" y="140"/>
                    <a:pt x="116" y="147"/>
                  </a:cubicBezTo>
                  <a:cubicBezTo>
                    <a:pt x="124" y="155"/>
                    <a:pt x="128" y="165"/>
                    <a:pt x="128" y="177"/>
                  </a:cubicBezTo>
                  <a:cubicBezTo>
                    <a:pt x="128" y="192"/>
                    <a:pt x="122" y="203"/>
                    <a:pt x="109" y="212"/>
                  </a:cubicBezTo>
                  <a:cubicBezTo>
                    <a:pt x="97" y="221"/>
                    <a:pt x="80" y="225"/>
                    <a:pt x="61" y="225"/>
                  </a:cubicBezTo>
                  <a:cubicBezTo>
                    <a:pt x="51" y="225"/>
                    <a:pt x="40" y="223"/>
                    <a:pt x="29" y="220"/>
                  </a:cubicBezTo>
                  <a:cubicBezTo>
                    <a:pt x="18" y="216"/>
                    <a:pt x="9" y="212"/>
                    <a:pt x="3" y="207"/>
                  </a:cubicBezTo>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Freeform 9">
              <a:extLst>
                <a:ext uri="{FF2B5EF4-FFF2-40B4-BE49-F238E27FC236}">
                  <a16:creationId xmlns:a16="http://schemas.microsoft.com/office/drawing/2014/main" id="{DE342850-0900-4272-8122-CC827B67F3B5}"/>
                </a:ext>
              </a:extLst>
            </p:cNvPr>
            <p:cNvSpPr>
              <a:spLocks noEditPoints="1"/>
            </p:cNvSpPr>
            <p:nvPr userDrawn="1"/>
          </p:nvSpPr>
          <p:spPr bwMode="auto">
            <a:xfrm>
              <a:off x="4838700" y="2409826"/>
              <a:ext cx="463550" cy="522288"/>
            </a:xfrm>
            <a:custGeom>
              <a:avLst/>
              <a:gdLst>
                <a:gd name="T0" fmla="*/ 74 w 142"/>
                <a:gd name="T1" fmla="*/ 23 h 160"/>
                <a:gd name="T2" fmla="*/ 43 w 142"/>
                <a:gd name="T3" fmla="*/ 35 h 160"/>
                <a:gd name="T4" fmla="*/ 29 w 142"/>
                <a:gd name="T5" fmla="*/ 63 h 160"/>
                <a:gd name="T6" fmla="*/ 115 w 142"/>
                <a:gd name="T7" fmla="*/ 63 h 160"/>
                <a:gd name="T8" fmla="*/ 105 w 142"/>
                <a:gd name="T9" fmla="*/ 35 h 160"/>
                <a:gd name="T10" fmla="*/ 74 w 142"/>
                <a:gd name="T11" fmla="*/ 23 h 160"/>
                <a:gd name="T12" fmla="*/ 140 w 142"/>
                <a:gd name="T13" fmla="*/ 83 h 160"/>
                <a:gd name="T14" fmla="*/ 29 w 142"/>
                <a:gd name="T15" fmla="*/ 83 h 160"/>
                <a:gd name="T16" fmla="*/ 44 w 142"/>
                <a:gd name="T17" fmla="*/ 125 h 160"/>
                <a:gd name="T18" fmla="*/ 77 w 142"/>
                <a:gd name="T19" fmla="*/ 137 h 160"/>
                <a:gd name="T20" fmla="*/ 117 w 142"/>
                <a:gd name="T21" fmla="*/ 124 h 160"/>
                <a:gd name="T22" fmla="*/ 128 w 142"/>
                <a:gd name="T23" fmla="*/ 143 h 160"/>
                <a:gd name="T24" fmla="*/ 109 w 142"/>
                <a:gd name="T25" fmla="*/ 154 h 160"/>
                <a:gd name="T26" fmla="*/ 72 w 142"/>
                <a:gd name="T27" fmla="*/ 160 h 160"/>
                <a:gd name="T28" fmla="*/ 22 w 142"/>
                <a:gd name="T29" fmla="*/ 141 h 160"/>
                <a:gd name="T30" fmla="*/ 0 w 142"/>
                <a:gd name="T31" fmla="*/ 82 h 160"/>
                <a:gd name="T32" fmla="*/ 23 w 142"/>
                <a:gd name="T33" fmla="*/ 21 h 160"/>
                <a:gd name="T34" fmla="*/ 72 w 142"/>
                <a:gd name="T35" fmla="*/ 0 h 160"/>
                <a:gd name="T36" fmla="*/ 124 w 142"/>
                <a:gd name="T37" fmla="*/ 19 h 160"/>
                <a:gd name="T38" fmla="*/ 142 w 142"/>
                <a:gd name="T39" fmla="*/ 66 h 160"/>
                <a:gd name="T40" fmla="*/ 140 w 142"/>
                <a:gd name="T41" fmla="*/ 83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42" h="160">
                  <a:moveTo>
                    <a:pt x="74" y="23"/>
                  </a:moveTo>
                  <a:cubicBezTo>
                    <a:pt x="61" y="23"/>
                    <a:pt x="51" y="27"/>
                    <a:pt x="43" y="35"/>
                  </a:cubicBezTo>
                  <a:cubicBezTo>
                    <a:pt x="35" y="42"/>
                    <a:pt x="30" y="52"/>
                    <a:pt x="29" y="63"/>
                  </a:cubicBezTo>
                  <a:cubicBezTo>
                    <a:pt x="115" y="63"/>
                    <a:pt x="115" y="63"/>
                    <a:pt x="115" y="63"/>
                  </a:cubicBezTo>
                  <a:cubicBezTo>
                    <a:pt x="115" y="52"/>
                    <a:pt x="112" y="43"/>
                    <a:pt x="105" y="35"/>
                  </a:cubicBezTo>
                  <a:cubicBezTo>
                    <a:pt x="97" y="27"/>
                    <a:pt x="87" y="23"/>
                    <a:pt x="74" y="23"/>
                  </a:cubicBezTo>
                  <a:moveTo>
                    <a:pt x="140" y="83"/>
                  </a:moveTo>
                  <a:cubicBezTo>
                    <a:pt x="29" y="83"/>
                    <a:pt x="29" y="83"/>
                    <a:pt x="29" y="83"/>
                  </a:cubicBezTo>
                  <a:cubicBezTo>
                    <a:pt x="29" y="101"/>
                    <a:pt x="34" y="115"/>
                    <a:pt x="44" y="125"/>
                  </a:cubicBezTo>
                  <a:cubicBezTo>
                    <a:pt x="52" y="133"/>
                    <a:pt x="64" y="137"/>
                    <a:pt x="77" y="137"/>
                  </a:cubicBezTo>
                  <a:cubicBezTo>
                    <a:pt x="93" y="137"/>
                    <a:pt x="106" y="133"/>
                    <a:pt x="117" y="124"/>
                  </a:cubicBezTo>
                  <a:cubicBezTo>
                    <a:pt x="128" y="143"/>
                    <a:pt x="128" y="143"/>
                    <a:pt x="128" y="143"/>
                  </a:cubicBezTo>
                  <a:cubicBezTo>
                    <a:pt x="124" y="148"/>
                    <a:pt x="117" y="151"/>
                    <a:pt x="109" y="154"/>
                  </a:cubicBezTo>
                  <a:cubicBezTo>
                    <a:pt x="98" y="158"/>
                    <a:pt x="85" y="160"/>
                    <a:pt x="72" y="160"/>
                  </a:cubicBezTo>
                  <a:cubicBezTo>
                    <a:pt x="53" y="160"/>
                    <a:pt x="36" y="154"/>
                    <a:pt x="22" y="141"/>
                  </a:cubicBezTo>
                  <a:cubicBezTo>
                    <a:pt x="7" y="126"/>
                    <a:pt x="0" y="107"/>
                    <a:pt x="0" y="82"/>
                  </a:cubicBezTo>
                  <a:cubicBezTo>
                    <a:pt x="0" y="57"/>
                    <a:pt x="8" y="36"/>
                    <a:pt x="23" y="21"/>
                  </a:cubicBezTo>
                  <a:cubicBezTo>
                    <a:pt x="37" y="7"/>
                    <a:pt x="53" y="0"/>
                    <a:pt x="72" y="0"/>
                  </a:cubicBezTo>
                  <a:cubicBezTo>
                    <a:pt x="94" y="0"/>
                    <a:pt x="112" y="6"/>
                    <a:pt x="124" y="19"/>
                  </a:cubicBezTo>
                  <a:cubicBezTo>
                    <a:pt x="136" y="31"/>
                    <a:pt x="142" y="46"/>
                    <a:pt x="142" y="66"/>
                  </a:cubicBezTo>
                  <a:cubicBezTo>
                    <a:pt x="142" y="72"/>
                    <a:pt x="142" y="78"/>
                    <a:pt x="140" y="83"/>
                  </a:cubicBezTo>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Freeform 10">
              <a:extLst>
                <a:ext uri="{FF2B5EF4-FFF2-40B4-BE49-F238E27FC236}">
                  <a16:creationId xmlns:a16="http://schemas.microsoft.com/office/drawing/2014/main" id="{06F7DD2B-7643-4151-BEE0-8F66A034CE5A}"/>
                </a:ext>
              </a:extLst>
            </p:cNvPr>
            <p:cNvSpPr>
              <a:spLocks/>
            </p:cNvSpPr>
            <p:nvPr userDrawn="1"/>
          </p:nvSpPr>
          <p:spPr bwMode="auto">
            <a:xfrm>
              <a:off x="5370513" y="2419351"/>
              <a:ext cx="411163" cy="512763"/>
            </a:xfrm>
            <a:custGeom>
              <a:avLst/>
              <a:gdLst>
                <a:gd name="T0" fmla="*/ 28 w 126"/>
                <a:gd name="T1" fmla="*/ 0 h 157"/>
                <a:gd name="T2" fmla="*/ 28 w 126"/>
                <a:gd name="T3" fmla="*/ 98 h 157"/>
                <a:gd name="T4" fmla="*/ 59 w 126"/>
                <a:gd name="T5" fmla="*/ 134 h 157"/>
                <a:gd name="T6" fmla="*/ 84 w 126"/>
                <a:gd name="T7" fmla="*/ 126 h 157"/>
                <a:gd name="T8" fmla="*/ 99 w 126"/>
                <a:gd name="T9" fmla="*/ 108 h 157"/>
                <a:gd name="T10" fmla="*/ 99 w 126"/>
                <a:gd name="T11" fmla="*/ 0 h 157"/>
                <a:gd name="T12" fmla="*/ 126 w 126"/>
                <a:gd name="T13" fmla="*/ 0 h 157"/>
                <a:gd name="T14" fmla="*/ 126 w 126"/>
                <a:gd name="T15" fmla="*/ 154 h 157"/>
                <a:gd name="T16" fmla="*/ 99 w 126"/>
                <a:gd name="T17" fmla="*/ 154 h 157"/>
                <a:gd name="T18" fmla="*/ 99 w 126"/>
                <a:gd name="T19" fmla="*/ 133 h 157"/>
                <a:gd name="T20" fmla="*/ 80 w 126"/>
                <a:gd name="T21" fmla="*/ 150 h 157"/>
                <a:gd name="T22" fmla="*/ 53 w 126"/>
                <a:gd name="T23" fmla="*/ 157 h 157"/>
                <a:gd name="T24" fmla="*/ 14 w 126"/>
                <a:gd name="T25" fmla="*/ 143 h 157"/>
                <a:gd name="T26" fmla="*/ 0 w 126"/>
                <a:gd name="T27" fmla="*/ 101 h 157"/>
                <a:gd name="T28" fmla="*/ 0 w 126"/>
                <a:gd name="T29" fmla="*/ 0 h 157"/>
                <a:gd name="T30" fmla="*/ 28 w 126"/>
                <a:gd name="T3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6" h="157">
                  <a:moveTo>
                    <a:pt x="28" y="0"/>
                  </a:moveTo>
                  <a:cubicBezTo>
                    <a:pt x="28" y="98"/>
                    <a:pt x="28" y="98"/>
                    <a:pt x="28" y="98"/>
                  </a:cubicBezTo>
                  <a:cubicBezTo>
                    <a:pt x="28" y="122"/>
                    <a:pt x="38" y="134"/>
                    <a:pt x="59" y="134"/>
                  </a:cubicBezTo>
                  <a:cubicBezTo>
                    <a:pt x="68" y="134"/>
                    <a:pt x="76" y="132"/>
                    <a:pt x="84" y="126"/>
                  </a:cubicBezTo>
                  <a:cubicBezTo>
                    <a:pt x="91" y="121"/>
                    <a:pt x="96" y="115"/>
                    <a:pt x="99" y="108"/>
                  </a:cubicBezTo>
                  <a:cubicBezTo>
                    <a:pt x="99" y="0"/>
                    <a:pt x="99" y="0"/>
                    <a:pt x="99" y="0"/>
                  </a:cubicBezTo>
                  <a:cubicBezTo>
                    <a:pt x="126" y="0"/>
                    <a:pt x="126" y="0"/>
                    <a:pt x="126" y="0"/>
                  </a:cubicBezTo>
                  <a:cubicBezTo>
                    <a:pt x="126" y="154"/>
                    <a:pt x="126" y="154"/>
                    <a:pt x="126" y="154"/>
                  </a:cubicBezTo>
                  <a:cubicBezTo>
                    <a:pt x="99" y="154"/>
                    <a:pt x="99" y="154"/>
                    <a:pt x="99" y="154"/>
                  </a:cubicBezTo>
                  <a:cubicBezTo>
                    <a:pt x="99" y="133"/>
                    <a:pt x="99" y="133"/>
                    <a:pt x="99" y="133"/>
                  </a:cubicBezTo>
                  <a:cubicBezTo>
                    <a:pt x="95" y="139"/>
                    <a:pt x="89" y="145"/>
                    <a:pt x="80" y="150"/>
                  </a:cubicBezTo>
                  <a:cubicBezTo>
                    <a:pt x="71" y="155"/>
                    <a:pt x="62" y="157"/>
                    <a:pt x="53" y="157"/>
                  </a:cubicBezTo>
                  <a:cubicBezTo>
                    <a:pt x="36" y="157"/>
                    <a:pt x="23" y="153"/>
                    <a:pt x="14" y="143"/>
                  </a:cubicBezTo>
                  <a:cubicBezTo>
                    <a:pt x="5" y="133"/>
                    <a:pt x="0" y="119"/>
                    <a:pt x="0" y="101"/>
                  </a:cubicBezTo>
                  <a:cubicBezTo>
                    <a:pt x="0" y="0"/>
                    <a:pt x="0" y="0"/>
                    <a:pt x="0" y="0"/>
                  </a:cubicBezTo>
                  <a:lnTo>
                    <a:pt x="28" y="0"/>
                  </a:lnTo>
                  <a:close/>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 name="Freeform 11">
              <a:extLst>
                <a:ext uri="{FF2B5EF4-FFF2-40B4-BE49-F238E27FC236}">
                  <a16:creationId xmlns:a16="http://schemas.microsoft.com/office/drawing/2014/main" id="{282113B7-B0E1-434E-9A73-59B3FB749986}"/>
                </a:ext>
              </a:extLst>
            </p:cNvPr>
            <p:cNvSpPr>
              <a:spLocks/>
            </p:cNvSpPr>
            <p:nvPr userDrawn="1"/>
          </p:nvSpPr>
          <p:spPr bwMode="auto">
            <a:xfrm>
              <a:off x="5843588" y="2409826"/>
              <a:ext cx="328613" cy="522288"/>
            </a:xfrm>
            <a:custGeom>
              <a:avLst/>
              <a:gdLst>
                <a:gd name="T0" fmla="*/ 0 w 101"/>
                <a:gd name="T1" fmla="*/ 148 h 160"/>
                <a:gd name="T2" fmla="*/ 10 w 101"/>
                <a:gd name="T3" fmla="*/ 122 h 160"/>
                <a:gd name="T4" fmla="*/ 47 w 101"/>
                <a:gd name="T5" fmla="*/ 137 h 160"/>
                <a:gd name="T6" fmla="*/ 72 w 101"/>
                <a:gd name="T7" fmla="*/ 116 h 160"/>
                <a:gd name="T8" fmla="*/ 47 w 101"/>
                <a:gd name="T9" fmla="*/ 90 h 160"/>
                <a:gd name="T10" fmla="*/ 22 w 101"/>
                <a:gd name="T11" fmla="*/ 77 h 160"/>
                <a:gd name="T12" fmla="*/ 10 w 101"/>
                <a:gd name="T13" fmla="*/ 66 h 160"/>
                <a:gd name="T14" fmla="*/ 3 w 101"/>
                <a:gd name="T15" fmla="*/ 54 h 160"/>
                <a:gd name="T16" fmla="*/ 1 w 101"/>
                <a:gd name="T17" fmla="*/ 40 h 160"/>
                <a:gd name="T18" fmla="*/ 15 w 101"/>
                <a:gd name="T19" fmla="*/ 11 h 160"/>
                <a:gd name="T20" fmla="*/ 51 w 101"/>
                <a:gd name="T21" fmla="*/ 0 h 160"/>
                <a:gd name="T22" fmla="*/ 94 w 101"/>
                <a:gd name="T23" fmla="*/ 11 h 160"/>
                <a:gd name="T24" fmla="*/ 86 w 101"/>
                <a:gd name="T25" fmla="*/ 36 h 160"/>
                <a:gd name="T26" fmla="*/ 53 w 101"/>
                <a:gd name="T27" fmla="*/ 23 h 160"/>
                <a:gd name="T28" fmla="*/ 36 w 101"/>
                <a:gd name="T29" fmla="*/ 28 h 160"/>
                <a:gd name="T30" fmla="*/ 30 w 101"/>
                <a:gd name="T31" fmla="*/ 39 h 160"/>
                <a:gd name="T32" fmla="*/ 47 w 101"/>
                <a:gd name="T33" fmla="*/ 62 h 160"/>
                <a:gd name="T34" fmla="*/ 66 w 101"/>
                <a:gd name="T35" fmla="*/ 71 h 160"/>
                <a:gd name="T36" fmla="*/ 93 w 101"/>
                <a:gd name="T37" fmla="*/ 90 h 160"/>
                <a:gd name="T38" fmla="*/ 101 w 101"/>
                <a:gd name="T39" fmla="*/ 116 h 160"/>
                <a:gd name="T40" fmla="*/ 86 w 101"/>
                <a:gd name="T41" fmla="*/ 149 h 160"/>
                <a:gd name="T42" fmla="*/ 46 w 101"/>
                <a:gd name="T43" fmla="*/ 160 h 160"/>
                <a:gd name="T44" fmla="*/ 0 w 101"/>
                <a:gd name="T45" fmla="*/ 148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1" h="160">
                  <a:moveTo>
                    <a:pt x="0" y="148"/>
                  </a:moveTo>
                  <a:cubicBezTo>
                    <a:pt x="10" y="122"/>
                    <a:pt x="10" y="122"/>
                    <a:pt x="10" y="122"/>
                  </a:cubicBezTo>
                  <a:cubicBezTo>
                    <a:pt x="25" y="132"/>
                    <a:pt x="37" y="137"/>
                    <a:pt x="47" y="137"/>
                  </a:cubicBezTo>
                  <a:cubicBezTo>
                    <a:pt x="63" y="137"/>
                    <a:pt x="72" y="130"/>
                    <a:pt x="72" y="116"/>
                  </a:cubicBezTo>
                  <a:cubicBezTo>
                    <a:pt x="72" y="106"/>
                    <a:pt x="64" y="97"/>
                    <a:pt x="47" y="90"/>
                  </a:cubicBezTo>
                  <a:cubicBezTo>
                    <a:pt x="35" y="84"/>
                    <a:pt x="26" y="80"/>
                    <a:pt x="22" y="77"/>
                  </a:cubicBezTo>
                  <a:cubicBezTo>
                    <a:pt x="18" y="74"/>
                    <a:pt x="14" y="70"/>
                    <a:pt x="10" y="66"/>
                  </a:cubicBezTo>
                  <a:cubicBezTo>
                    <a:pt x="7" y="63"/>
                    <a:pt x="5" y="59"/>
                    <a:pt x="3" y="54"/>
                  </a:cubicBezTo>
                  <a:cubicBezTo>
                    <a:pt x="2" y="50"/>
                    <a:pt x="1" y="45"/>
                    <a:pt x="1" y="40"/>
                  </a:cubicBezTo>
                  <a:cubicBezTo>
                    <a:pt x="1" y="28"/>
                    <a:pt x="6" y="18"/>
                    <a:pt x="15" y="11"/>
                  </a:cubicBezTo>
                  <a:cubicBezTo>
                    <a:pt x="24" y="4"/>
                    <a:pt x="36" y="0"/>
                    <a:pt x="51" y="0"/>
                  </a:cubicBezTo>
                  <a:cubicBezTo>
                    <a:pt x="62" y="0"/>
                    <a:pt x="76" y="4"/>
                    <a:pt x="94" y="11"/>
                  </a:cubicBezTo>
                  <a:cubicBezTo>
                    <a:pt x="86" y="36"/>
                    <a:pt x="86" y="36"/>
                    <a:pt x="86" y="36"/>
                  </a:cubicBezTo>
                  <a:cubicBezTo>
                    <a:pt x="75" y="27"/>
                    <a:pt x="64" y="23"/>
                    <a:pt x="53" y="23"/>
                  </a:cubicBezTo>
                  <a:cubicBezTo>
                    <a:pt x="46" y="23"/>
                    <a:pt x="41" y="25"/>
                    <a:pt x="36" y="28"/>
                  </a:cubicBezTo>
                  <a:cubicBezTo>
                    <a:pt x="32" y="31"/>
                    <a:pt x="30" y="35"/>
                    <a:pt x="30" y="39"/>
                  </a:cubicBezTo>
                  <a:cubicBezTo>
                    <a:pt x="30" y="49"/>
                    <a:pt x="35" y="57"/>
                    <a:pt x="47" y="62"/>
                  </a:cubicBezTo>
                  <a:cubicBezTo>
                    <a:pt x="66" y="71"/>
                    <a:pt x="66" y="71"/>
                    <a:pt x="66" y="71"/>
                  </a:cubicBezTo>
                  <a:cubicBezTo>
                    <a:pt x="78" y="76"/>
                    <a:pt x="87" y="83"/>
                    <a:pt x="93" y="90"/>
                  </a:cubicBezTo>
                  <a:cubicBezTo>
                    <a:pt x="98" y="97"/>
                    <a:pt x="101" y="105"/>
                    <a:pt x="101" y="116"/>
                  </a:cubicBezTo>
                  <a:cubicBezTo>
                    <a:pt x="101" y="130"/>
                    <a:pt x="96" y="141"/>
                    <a:pt x="86" y="149"/>
                  </a:cubicBezTo>
                  <a:cubicBezTo>
                    <a:pt x="76" y="156"/>
                    <a:pt x="63" y="160"/>
                    <a:pt x="46" y="160"/>
                  </a:cubicBezTo>
                  <a:cubicBezTo>
                    <a:pt x="30" y="160"/>
                    <a:pt x="14" y="156"/>
                    <a:pt x="0" y="148"/>
                  </a:cubicBezTo>
                </a:path>
              </a:pathLst>
            </a:custGeom>
            <a:solidFill>
              <a:srgbClr val="6B635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269951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ivider">
    <p:spTree>
      <p:nvGrpSpPr>
        <p:cNvPr id="1" name=""/>
        <p:cNvGrpSpPr/>
        <p:nvPr/>
      </p:nvGrpSpPr>
      <p:grpSpPr>
        <a:xfrm>
          <a:off x="0" y="0"/>
          <a:ext cx="0" cy="0"/>
          <a:chOff x="0" y="0"/>
          <a:chExt cx="0" cy="0"/>
        </a:xfrm>
      </p:grpSpPr>
      <p:pic>
        <p:nvPicPr>
          <p:cNvPr id="28" name="Picture 27" descr="A picture containing outdoor&#10;&#10;Description generated with very high confidence">
            <a:extLst>
              <a:ext uri="{FF2B5EF4-FFF2-40B4-BE49-F238E27FC236}">
                <a16:creationId xmlns:a16="http://schemas.microsoft.com/office/drawing/2014/main" id="{8BDD3F1A-0226-4133-8200-2BFD2994E4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9" name="Rectangle 28">
            <a:extLst>
              <a:ext uri="{FF2B5EF4-FFF2-40B4-BE49-F238E27FC236}">
                <a16:creationId xmlns:a16="http://schemas.microsoft.com/office/drawing/2014/main" id="{2CC44766-F15A-41E7-A5D3-BF025F156C34}"/>
              </a:ext>
            </a:extLst>
          </p:cNvPr>
          <p:cNvSpPr/>
          <p:nvPr userDrawn="1"/>
        </p:nvSpPr>
        <p:spPr>
          <a:xfrm>
            <a:off x="0" y="0"/>
            <a:ext cx="12192000" cy="6857998"/>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Freeform: Shape 23">
            <a:extLst>
              <a:ext uri="{FF2B5EF4-FFF2-40B4-BE49-F238E27FC236}">
                <a16:creationId xmlns:a16="http://schemas.microsoft.com/office/drawing/2014/main" id="{9D047DD6-73B3-4C28-B429-327937A6303A}"/>
              </a:ext>
            </a:extLst>
          </p:cNvPr>
          <p:cNvSpPr/>
          <p:nvPr userDrawn="1"/>
        </p:nvSpPr>
        <p:spPr>
          <a:xfrm>
            <a:off x="693556" y="493485"/>
            <a:ext cx="1543020" cy="6364515"/>
          </a:xfrm>
          <a:custGeom>
            <a:avLst/>
            <a:gdLst>
              <a:gd name="connsiteX0" fmla="*/ 771510 w 1543020"/>
              <a:gd name="connsiteY0" fmla="*/ 0 h 6364515"/>
              <a:gd name="connsiteX1" fmla="*/ 1543020 w 1543020"/>
              <a:gd name="connsiteY1" fmla="*/ 771510 h 6364515"/>
              <a:gd name="connsiteX2" fmla="*/ 1543020 w 1543020"/>
              <a:gd name="connsiteY2" fmla="*/ 6364515 h 6364515"/>
              <a:gd name="connsiteX3" fmla="*/ 0 w 1543020"/>
              <a:gd name="connsiteY3" fmla="*/ 6364515 h 6364515"/>
              <a:gd name="connsiteX4" fmla="*/ 0 w 1543020"/>
              <a:gd name="connsiteY4" fmla="*/ 771510 h 6364515"/>
              <a:gd name="connsiteX5" fmla="*/ 771510 w 1543020"/>
              <a:gd name="connsiteY5" fmla="*/ 0 h 6364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3020" h="6364515">
                <a:moveTo>
                  <a:pt x="771510" y="0"/>
                </a:moveTo>
                <a:cubicBezTo>
                  <a:pt x="1197603" y="0"/>
                  <a:pt x="1543020" y="345417"/>
                  <a:pt x="1543020" y="771510"/>
                </a:cubicBezTo>
                <a:lnTo>
                  <a:pt x="1543020" y="6364515"/>
                </a:lnTo>
                <a:lnTo>
                  <a:pt x="0" y="6364515"/>
                </a:lnTo>
                <a:lnTo>
                  <a:pt x="0" y="771510"/>
                </a:lnTo>
                <a:cubicBezTo>
                  <a:pt x="0" y="345417"/>
                  <a:pt x="345417" y="0"/>
                  <a:pt x="771510" y="0"/>
                </a:cubicBezTo>
                <a:close/>
              </a:path>
            </a:pathLst>
          </a:cu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ADAB6006-8FF0-4ECE-9F3A-911691C7A7B3}"/>
              </a:ext>
            </a:extLst>
          </p:cNvPr>
          <p:cNvSpPr/>
          <p:nvPr userDrawn="1"/>
        </p:nvSpPr>
        <p:spPr>
          <a:xfrm>
            <a:off x="837322" y="609601"/>
            <a:ext cx="1255488" cy="1255486"/>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a:solidFill>
                <a:schemeClr val="bg1"/>
              </a:solidFill>
            </a:endParaRPr>
          </a:p>
        </p:txBody>
      </p:sp>
      <p:sp>
        <p:nvSpPr>
          <p:cNvPr id="2" name="Title 1">
            <a:extLst>
              <a:ext uri="{FF2B5EF4-FFF2-40B4-BE49-F238E27FC236}">
                <a16:creationId xmlns:a16="http://schemas.microsoft.com/office/drawing/2014/main" id="{0B9ADC4A-720F-46B1-98A1-87DAD495DC1B}"/>
              </a:ext>
            </a:extLst>
          </p:cNvPr>
          <p:cNvSpPr>
            <a:spLocks noGrp="1"/>
          </p:cNvSpPr>
          <p:nvPr>
            <p:ph type="title"/>
          </p:nvPr>
        </p:nvSpPr>
        <p:spPr>
          <a:xfrm>
            <a:off x="3048000" y="795338"/>
            <a:ext cx="4229100" cy="2852737"/>
          </a:xfrm>
        </p:spPr>
        <p:txBody>
          <a:bodyPr anchor="b">
            <a:normAutofit/>
          </a:bodyPr>
          <a:lstStyle>
            <a:lvl1pPr>
              <a:defRPr sz="3600" b="1" cap="all" baseline="0">
                <a:solidFill>
                  <a:schemeClr val="tx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E6739A5-7B29-4322-8DEC-B816DF173FEF}"/>
              </a:ext>
            </a:extLst>
          </p:cNvPr>
          <p:cNvSpPr>
            <a:spLocks noGrp="1"/>
          </p:cNvSpPr>
          <p:nvPr>
            <p:ph type="body" idx="1"/>
          </p:nvPr>
        </p:nvSpPr>
        <p:spPr>
          <a:xfrm>
            <a:off x="3048000" y="3789364"/>
            <a:ext cx="4229100" cy="552450"/>
          </a:xfrm>
        </p:spPr>
        <p:txBody>
          <a:bodyPr anchor="ctr">
            <a:normAutofit/>
          </a:bodyPr>
          <a:lstStyle>
            <a:lvl1pPr marL="0" indent="0">
              <a:lnSpc>
                <a:spcPct val="100000"/>
              </a:lnSpc>
              <a:spcBef>
                <a:spcPts val="0"/>
              </a:spcBef>
              <a:buNone/>
              <a:defRPr sz="2800" b="0">
                <a:solidFill>
                  <a:schemeClr val="bg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35" name="Freeform: Shape 34">
            <a:extLst>
              <a:ext uri="{FF2B5EF4-FFF2-40B4-BE49-F238E27FC236}">
                <a16:creationId xmlns:a16="http://schemas.microsoft.com/office/drawing/2014/main" id="{4071DF3E-A139-4B83-B575-BC1867577449}"/>
              </a:ext>
            </a:extLst>
          </p:cNvPr>
          <p:cNvSpPr/>
          <p:nvPr userDrawn="1"/>
        </p:nvSpPr>
        <p:spPr>
          <a:xfrm rot="5400000">
            <a:off x="2486478" y="5543550"/>
            <a:ext cx="1892300" cy="736600"/>
          </a:xfrm>
          <a:custGeom>
            <a:avLst/>
            <a:gdLst>
              <a:gd name="connsiteX0" fmla="*/ 0 w 1892300"/>
              <a:gd name="connsiteY0" fmla="*/ 368300 h 736600"/>
              <a:gd name="connsiteX1" fmla="*/ 368300 w 1892300"/>
              <a:gd name="connsiteY1" fmla="*/ 0 h 736600"/>
              <a:gd name="connsiteX2" fmla="*/ 1892300 w 1892300"/>
              <a:gd name="connsiteY2" fmla="*/ 0 h 736600"/>
              <a:gd name="connsiteX3" fmla="*/ 1892300 w 1892300"/>
              <a:gd name="connsiteY3" fmla="*/ 736600 h 736600"/>
              <a:gd name="connsiteX4" fmla="*/ 368300 w 1892300"/>
              <a:gd name="connsiteY4" fmla="*/ 736600 h 736600"/>
              <a:gd name="connsiteX5" fmla="*/ 0 w 1892300"/>
              <a:gd name="connsiteY5" fmla="*/ 3683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2300" h="736600">
                <a:moveTo>
                  <a:pt x="0" y="368300"/>
                </a:moveTo>
                <a:cubicBezTo>
                  <a:pt x="0" y="164894"/>
                  <a:pt x="164894" y="0"/>
                  <a:pt x="368300" y="0"/>
                </a:cubicBezTo>
                <a:lnTo>
                  <a:pt x="1892300" y="0"/>
                </a:lnTo>
                <a:lnTo>
                  <a:pt x="1892300" y="736600"/>
                </a:lnTo>
                <a:lnTo>
                  <a:pt x="368300" y="736600"/>
                </a:lnTo>
                <a:cubicBezTo>
                  <a:pt x="164894" y="736600"/>
                  <a:pt x="0" y="571706"/>
                  <a:pt x="0" y="3683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Freeform: Shape 31">
            <a:extLst>
              <a:ext uri="{FF2B5EF4-FFF2-40B4-BE49-F238E27FC236}">
                <a16:creationId xmlns:a16="http://schemas.microsoft.com/office/drawing/2014/main" id="{282668F5-FEFD-49FC-A2DA-9EFBBC585DF3}"/>
              </a:ext>
            </a:extLst>
          </p:cNvPr>
          <p:cNvSpPr/>
          <p:nvPr userDrawn="1"/>
        </p:nvSpPr>
        <p:spPr>
          <a:xfrm rot="5400000">
            <a:off x="6965950" y="730250"/>
            <a:ext cx="2197100" cy="736600"/>
          </a:xfrm>
          <a:custGeom>
            <a:avLst/>
            <a:gdLst>
              <a:gd name="connsiteX0" fmla="*/ 0 w 2197100"/>
              <a:gd name="connsiteY0" fmla="*/ 736600 h 736600"/>
              <a:gd name="connsiteX1" fmla="*/ 0 w 2197100"/>
              <a:gd name="connsiteY1" fmla="*/ 0 h 736600"/>
              <a:gd name="connsiteX2" fmla="*/ 1828800 w 2197100"/>
              <a:gd name="connsiteY2" fmla="*/ 0 h 736600"/>
              <a:gd name="connsiteX3" fmla="*/ 2197100 w 2197100"/>
              <a:gd name="connsiteY3" fmla="*/ 368300 h 736600"/>
              <a:gd name="connsiteX4" fmla="*/ 1828800 w 2197100"/>
              <a:gd name="connsiteY4" fmla="*/ 736600 h 736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7100" h="736600">
                <a:moveTo>
                  <a:pt x="0" y="736600"/>
                </a:moveTo>
                <a:lnTo>
                  <a:pt x="0" y="0"/>
                </a:lnTo>
                <a:lnTo>
                  <a:pt x="1828800" y="0"/>
                </a:lnTo>
                <a:cubicBezTo>
                  <a:pt x="2032206" y="0"/>
                  <a:pt x="2197100" y="164894"/>
                  <a:pt x="2197100" y="368300"/>
                </a:cubicBezTo>
                <a:cubicBezTo>
                  <a:pt x="2197100" y="571706"/>
                  <a:pt x="2032206" y="736600"/>
                  <a:pt x="1828800" y="7366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ext Placeholder 9">
            <a:extLst>
              <a:ext uri="{FF2B5EF4-FFF2-40B4-BE49-F238E27FC236}">
                <a16:creationId xmlns:a16="http://schemas.microsoft.com/office/drawing/2014/main" id="{98ED0577-7CE6-4271-BE86-1FC4E49AD44C}"/>
              </a:ext>
            </a:extLst>
          </p:cNvPr>
          <p:cNvSpPr>
            <a:spLocks noGrp="1"/>
          </p:cNvSpPr>
          <p:nvPr>
            <p:ph type="body" sz="quarter" idx="10" hasCustomPrompt="1"/>
          </p:nvPr>
        </p:nvSpPr>
        <p:spPr>
          <a:xfrm>
            <a:off x="836410" y="609601"/>
            <a:ext cx="1256400" cy="1256400"/>
          </a:xfrm>
        </p:spPr>
        <p:txBody>
          <a:bodyPr anchor="ctr">
            <a:normAutofit/>
          </a:bodyPr>
          <a:lstStyle>
            <a:lvl1pPr algn="ctr">
              <a:lnSpc>
                <a:spcPct val="100000"/>
              </a:lnSpc>
              <a:spcBef>
                <a:spcPts val="0"/>
              </a:spcBef>
              <a:defRPr sz="4400">
                <a:solidFill>
                  <a:schemeClr val="bg1"/>
                </a:solidFill>
              </a:defRPr>
            </a:lvl1pPr>
          </a:lstStyle>
          <a:p>
            <a:pPr lvl="0"/>
            <a:r>
              <a:rPr lang="en-US"/>
              <a:t>##</a:t>
            </a:r>
            <a:endParaRPr lang="en-GB"/>
          </a:p>
        </p:txBody>
      </p:sp>
      <p:sp>
        <p:nvSpPr>
          <p:cNvPr id="43" name="Freeform: Shape 42">
            <a:extLst>
              <a:ext uri="{FF2B5EF4-FFF2-40B4-BE49-F238E27FC236}">
                <a16:creationId xmlns:a16="http://schemas.microsoft.com/office/drawing/2014/main" id="{33C8BA43-3B9B-4D2C-A1CB-6E3CE971B31C}"/>
              </a:ext>
            </a:extLst>
          </p:cNvPr>
          <p:cNvSpPr/>
          <p:nvPr userDrawn="1"/>
        </p:nvSpPr>
        <p:spPr>
          <a:xfrm rot="5400000">
            <a:off x="8648700" y="4013200"/>
            <a:ext cx="4953000" cy="736600"/>
          </a:xfrm>
          <a:custGeom>
            <a:avLst/>
            <a:gdLst>
              <a:gd name="connsiteX0" fmla="*/ 0 w 4953000"/>
              <a:gd name="connsiteY0" fmla="*/ 368300 h 736600"/>
              <a:gd name="connsiteX1" fmla="*/ 368300 w 4953000"/>
              <a:gd name="connsiteY1" fmla="*/ 0 h 736600"/>
              <a:gd name="connsiteX2" fmla="*/ 4953000 w 4953000"/>
              <a:gd name="connsiteY2" fmla="*/ 0 h 736600"/>
              <a:gd name="connsiteX3" fmla="*/ 4953000 w 4953000"/>
              <a:gd name="connsiteY3" fmla="*/ 736600 h 736600"/>
              <a:gd name="connsiteX4" fmla="*/ 368300 w 4953000"/>
              <a:gd name="connsiteY4" fmla="*/ 736600 h 736600"/>
              <a:gd name="connsiteX5" fmla="*/ 0 w 4953000"/>
              <a:gd name="connsiteY5" fmla="*/ 3683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53000" h="736600">
                <a:moveTo>
                  <a:pt x="0" y="368300"/>
                </a:moveTo>
                <a:cubicBezTo>
                  <a:pt x="0" y="164894"/>
                  <a:pt x="164894" y="0"/>
                  <a:pt x="368300" y="0"/>
                </a:cubicBezTo>
                <a:lnTo>
                  <a:pt x="4953000" y="0"/>
                </a:lnTo>
                <a:lnTo>
                  <a:pt x="4953000" y="736600"/>
                </a:lnTo>
                <a:lnTo>
                  <a:pt x="368300" y="736600"/>
                </a:lnTo>
                <a:cubicBezTo>
                  <a:pt x="164894" y="736600"/>
                  <a:pt x="0" y="571706"/>
                  <a:pt x="0" y="3683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4" name="Group 43">
            <a:extLst>
              <a:ext uri="{FF2B5EF4-FFF2-40B4-BE49-F238E27FC236}">
                <a16:creationId xmlns:a16="http://schemas.microsoft.com/office/drawing/2014/main" id="{0D9CC793-7332-4F1C-9139-C5AADEE66B67}"/>
              </a:ext>
            </a:extLst>
          </p:cNvPr>
          <p:cNvGrpSpPr/>
          <p:nvPr userDrawn="1"/>
        </p:nvGrpSpPr>
        <p:grpSpPr>
          <a:xfrm>
            <a:off x="10817037" y="1965137"/>
            <a:ext cx="617726" cy="617726"/>
            <a:chOff x="10131237" y="1965137"/>
            <a:chExt cx="617726" cy="617726"/>
          </a:xfrm>
        </p:grpSpPr>
        <p:sp>
          <p:nvSpPr>
            <p:cNvPr id="45" name="Oval 44">
              <a:extLst>
                <a:ext uri="{FF2B5EF4-FFF2-40B4-BE49-F238E27FC236}">
                  <a16:creationId xmlns:a16="http://schemas.microsoft.com/office/drawing/2014/main" id="{104B4FF7-1B5E-4389-BBB5-CF129712E3F8}"/>
                </a:ext>
              </a:extLst>
            </p:cNvPr>
            <p:cNvSpPr>
              <a:spLocks noChangeAspect="1"/>
            </p:cNvSpPr>
            <p:nvPr userDrawn="1"/>
          </p:nvSpPr>
          <p:spPr>
            <a:xfrm>
              <a:off x="10131237" y="1965137"/>
              <a:ext cx="617726" cy="6177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grpSp>
          <p:nvGrpSpPr>
            <p:cNvPr id="46" name="Group 45">
              <a:extLst>
                <a:ext uri="{FF2B5EF4-FFF2-40B4-BE49-F238E27FC236}">
                  <a16:creationId xmlns:a16="http://schemas.microsoft.com/office/drawing/2014/main" id="{73DB47BB-4CAB-4613-BD5A-879D595B0618}"/>
                </a:ext>
              </a:extLst>
            </p:cNvPr>
            <p:cNvGrpSpPr/>
            <p:nvPr/>
          </p:nvGrpSpPr>
          <p:grpSpPr>
            <a:xfrm>
              <a:off x="10379250" y="2093262"/>
              <a:ext cx="121701" cy="361477"/>
              <a:chOff x="-12442" y="1663700"/>
              <a:chExt cx="1761630" cy="5232400"/>
            </a:xfrm>
            <a:solidFill>
              <a:schemeClr val="tx2"/>
            </a:solidFill>
          </p:grpSpPr>
          <p:sp>
            <p:nvSpPr>
              <p:cNvPr id="47" name="Freeform 5">
                <a:extLst>
                  <a:ext uri="{FF2B5EF4-FFF2-40B4-BE49-F238E27FC236}">
                    <a16:creationId xmlns:a16="http://schemas.microsoft.com/office/drawing/2014/main" id="{CD97D5F9-8577-4E55-A370-E70B9ED773B1}"/>
                  </a:ext>
                </a:extLst>
              </p:cNvPr>
              <p:cNvSpPr>
                <a:spLocks/>
              </p:cNvSpPr>
              <p:nvPr/>
            </p:nvSpPr>
            <p:spPr bwMode="auto">
              <a:xfrm>
                <a:off x="376188" y="1663700"/>
                <a:ext cx="1373000" cy="1373000"/>
              </a:xfrm>
              <a:custGeom>
                <a:avLst/>
                <a:gdLst>
                  <a:gd name="T0" fmla="*/ 4 w 178"/>
                  <a:gd name="T1" fmla="*/ 80 h 178"/>
                  <a:gd name="T2" fmla="*/ 98 w 178"/>
                  <a:gd name="T3" fmla="*/ 4 h 178"/>
                  <a:gd name="T4" fmla="*/ 173 w 178"/>
                  <a:gd name="T5" fmla="*/ 98 h 178"/>
                  <a:gd name="T6" fmla="*/ 80 w 178"/>
                  <a:gd name="T7" fmla="*/ 173 h 178"/>
                  <a:gd name="T8" fmla="*/ 4 w 178"/>
                  <a:gd name="T9" fmla="*/ 80 h 178"/>
                </a:gdLst>
                <a:ahLst/>
                <a:cxnLst>
                  <a:cxn ang="0">
                    <a:pos x="T0" y="T1"/>
                  </a:cxn>
                  <a:cxn ang="0">
                    <a:pos x="T2" y="T3"/>
                  </a:cxn>
                  <a:cxn ang="0">
                    <a:pos x="T4" y="T5"/>
                  </a:cxn>
                  <a:cxn ang="0">
                    <a:pos x="T6" y="T7"/>
                  </a:cxn>
                  <a:cxn ang="0">
                    <a:pos x="T8" y="T9"/>
                  </a:cxn>
                </a:cxnLst>
                <a:rect l="0" t="0" r="r" b="b"/>
                <a:pathLst>
                  <a:path w="178" h="178">
                    <a:moveTo>
                      <a:pt x="4" y="80"/>
                    </a:moveTo>
                    <a:cubicBezTo>
                      <a:pt x="9" y="33"/>
                      <a:pt x="51" y="0"/>
                      <a:pt x="98" y="4"/>
                    </a:cubicBezTo>
                    <a:cubicBezTo>
                      <a:pt x="144" y="9"/>
                      <a:pt x="178" y="51"/>
                      <a:pt x="173" y="98"/>
                    </a:cubicBezTo>
                    <a:cubicBezTo>
                      <a:pt x="168" y="144"/>
                      <a:pt x="127" y="178"/>
                      <a:pt x="80" y="173"/>
                    </a:cubicBezTo>
                    <a:cubicBezTo>
                      <a:pt x="33" y="168"/>
                      <a:pt x="0" y="127"/>
                      <a:pt x="4" y="80"/>
                    </a:cubicBezTo>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sp>
            <p:nvSpPr>
              <p:cNvPr id="48" name="Freeform 6">
                <a:extLst>
                  <a:ext uri="{FF2B5EF4-FFF2-40B4-BE49-F238E27FC236}">
                    <a16:creationId xmlns:a16="http://schemas.microsoft.com/office/drawing/2014/main" id="{538CA225-9D4A-41EA-8C13-07EACEF994DC}"/>
                  </a:ext>
                </a:extLst>
              </p:cNvPr>
              <p:cNvSpPr>
                <a:spLocks/>
              </p:cNvSpPr>
              <p:nvPr/>
            </p:nvSpPr>
            <p:spPr bwMode="auto">
              <a:xfrm>
                <a:off x="-12442" y="3340705"/>
                <a:ext cx="1640372" cy="3555395"/>
              </a:xfrm>
              <a:custGeom>
                <a:avLst/>
                <a:gdLst>
                  <a:gd name="T0" fmla="*/ 133 w 436"/>
                  <a:gd name="T1" fmla="*/ 945 h 945"/>
                  <a:gd name="T2" fmla="*/ 133 w 436"/>
                  <a:gd name="T3" fmla="*/ 233 h 945"/>
                  <a:gd name="T4" fmla="*/ 0 w 436"/>
                  <a:gd name="T5" fmla="*/ 233 h 945"/>
                  <a:gd name="T6" fmla="*/ 0 w 436"/>
                  <a:gd name="T7" fmla="*/ 0 h 945"/>
                  <a:gd name="T8" fmla="*/ 436 w 436"/>
                  <a:gd name="T9" fmla="*/ 0 h 945"/>
                  <a:gd name="T10" fmla="*/ 436 w 436"/>
                  <a:gd name="T11" fmla="*/ 945 h 945"/>
                  <a:gd name="T12" fmla="*/ 133 w 436"/>
                  <a:gd name="T13" fmla="*/ 945 h 945"/>
                </a:gdLst>
                <a:ahLst/>
                <a:cxnLst>
                  <a:cxn ang="0">
                    <a:pos x="T0" y="T1"/>
                  </a:cxn>
                  <a:cxn ang="0">
                    <a:pos x="T2" y="T3"/>
                  </a:cxn>
                  <a:cxn ang="0">
                    <a:pos x="T4" y="T5"/>
                  </a:cxn>
                  <a:cxn ang="0">
                    <a:pos x="T6" y="T7"/>
                  </a:cxn>
                  <a:cxn ang="0">
                    <a:pos x="T8" y="T9"/>
                  </a:cxn>
                  <a:cxn ang="0">
                    <a:pos x="T10" y="T11"/>
                  </a:cxn>
                  <a:cxn ang="0">
                    <a:pos x="T12" y="T13"/>
                  </a:cxn>
                </a:cxnLst>
                <a:rect l="0" t="0" r="r" b="b"/>
                <a:pathLst>
                  <a:path w="436" h="945">
                    <a:moveTo>
                      <a:pt x="133" y="945"/>
                    </a:moveTo>
                    <a:lnTo>
                      <a:pt x="133" y="233"/>
                    </a:lnTo>
                    <a:lnTo>
                      <a:pt x="0" y="233"/>
                    </a:lnTo>
                    <a:lnTo>
                      <a:pt x="0" y="0"/>
                    </a:lnTo>
                    <a:lnTo>
                      <a:pt x="436" y="0"/>
                    </a:lnTo>
                    <a:lnTo>
                      <a:pt x="436" y="945"/>
                    </a:lnTo>
                    <a:lnTo>
                      <a:pt x="133" y="94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grpSp>
      </p:grpSp>
    </p:spTree>
    <p:extLst>
      <p:ext uri="{BB962C8B-B14F-4D97-AF65-F5344CB8AC3E}">
        <p14:creationId xmlns:p14="http://schemas.microsoft.com/office/powerpoint/2010/main" val="1908126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con Divider">
    <p:spTree>
      <p:nvGrpSpPr>
        <p:cNvPr id="1" name=""/>
        <p:cNvGrpSpPr/>
        <p:nvPr/>
      </p:nvGrpSpPr>
      <p:grpSpPr>
        <a:xfrm>
          <a:off x="0" y="0"/>
          <a:ext cx="0" cy="0"/>
          <a:chOff x="0" y="0"/>
          <a:chExt cx="0" cy="0"/>
        </a:xfrm>
      </p:grpSpPr>
      <p:pic>
        <p:nvPicPr>
          <p:cNvPr id="28" name="Picture 27" descr="A picture containing outdoor&#10;&#10;Description generated with very high confidence">
            <a:extLst>
              <a:ext uri="{FF2B5EF4-FFF2-40B4-BE49-F238E27FC236}">
                <a16:creationId xmlns:a16="http://schemas.microsoft.com/office/drawing/2014/main" id="{8BDD3F1A-0226-4133-8200-2BFD2994E45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9" name="Rectangle 28">
            <a:extLst>
              <a:ext uri="{FF2B5EF4-FFF2-40B4-BE49-F238E27FC236}">
                <a16:creationId xmlns:a16="http://schemas.microsoft.com/office/drawing/2014/main" id="{2CC44766-F15A-41E7-A5D3-BF025F156C34}"/>
              </a:ext>
            </a:extLst>
          </p:cNvPr>
          <p:cNvSpPr/>
          <p:nvPr userDrawn="1"/>
        </p:nvSpPr>
        <p:spPr>
          <a:xfrm>
            <a:off x="0" y="0"/>
            <a:ext cx="12192000" cy="6857998"/>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Freeform: Shape 23">
            <a:extLst>
              <a:ext uri="{FF2B5EF4-FFF2-40B4-BE49-F238E27FC236}">
                <a16:creationId xmlns:a16="http://schemas.microsoft.com/office/drawing/2014/main" id="{9D047DD6-73B3-4C28-B429-327937A6303A}"/>
              </a:ext>
            </a:extLst>
          </p:cNvPr>
          <p:cNvSpPr/>
          <p:nvPr userDrawn="1"/>
        </p:nvSpPr>
        <p:spPr>
          <a:xfrm>
            <a:off x="693556" y="493485"/>
            <a:ext cx="1543020" cy="6364515"/>
          </a:xfrm>
          <a:custGeom>
            <a:avLst/>
            <a:gdLst>
              <a:gd name="connsiteX0" fmla="*/ 771510 w 1543020"/>
              <a:gd name="connsiteY0" fmla="*/ 0 h 6364515"/>
              <a:gd name="connsiteX1" fmla="*/ 1543020 w 1543020"/>
              <a:gd name="connsiteY1" fmla="*/ 771510 h 6364515"/>
              <a:gd name="connsiteX2" fmla="*/ 1543020 w 1543020"/>
              <a:gd name="connsiteY2" fmla="*/ 6364515 h 6364515"/>
              <a:gd name="connsiteX3" fmla="*/ 0 w 1543020"/>
              <a:gd name="connsiteY3" fmla="*/ 6364515 h 6364515"/>
              <a:gd name="connsiteX4" fmla="*/ 0 w 1543020"/>
              <a:gd name="connsiteY4" fmla="*/ 771510 h 6364515"/>
              <a:gd name="connsiteX5" fmla="*/ 771510 w 1543020"/>
              <a:gd name="connsiteY5" fmla="*/ 0 h 6364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3020" h="6364515">
                <a:moveTo>
                  <a:pt x="771510" y="0"/>
                </a:moveTo>
                <a:cubicBezTo>
                  <a:pt x="1197603" y="0"/>
                  <a:pt x="1543020" y="345417"/>
                  <a:pt x="1543020" y="771510"/>
                </a:cubicBezTo>
                <a:lnTo>
                  <a:pt x="1543020" y="6364515"/>
                </a:lnTo>
                <a:lnTo>
                  <a:pt x="0" y="6364515"/>
                </a:lnTo>
                <a:lnTo>
                  <a:pt x="0" y="771510"/>
                </a:lnTo>
                <a:cubicBezTo>
                  <a:pt x="0" y="345417"/>
                  <a:pt x="345417" y="0"/>
                  <a:pt x="771510" y="0"/>
                </a:cubicBezTo>
                <a:close/>
              </a:path>
            </a:pathLst>
          </a:cu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ADAB6006-8FF0-4ECE-9F3A-911691C7A7B3}"/>
              </a:ext>
            </a:extLst>
          </p:cNvPr>
          <p:cNvSpPr/>
          <p:nvPr userDrawn="1"/>
        </p:nvSpPr>
        <p:spPr>
          <a:xfrm>
            <a:off x="837322" y="609601"/>
            <a:ext cx="1255488" cy="12554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a:solidFill>
                <a:schemeClr val="bg1"/>
              </a:solidFill>
            </a:endParaRPr>
          </a:p>
        </p:txBody>
      </p:sp>
      <p:sp>
        <p:nvSpPr>
          <p:cNvPr id="2" name="Title 1">
            <a:extLst>
              <a:ext uri="{FF2B5EF4-FFF2-40B4-BE49-F238E27FC236}">
                <a16:creationId xmlns:a16="http://schemas.microsoft.com/office/drawing/2014/main" id="{0B9ADC4A-720F-46B1-98A1-87DAD495DC1B}"/>
              </a:ext>
            </a:extLst>
          </p:cNvPr>
          <p:cNvSpPr>
            <a:spLocks noGrp="1"/>
          </p:cNvSpPr>
          <p:nvPr>
            <p:ph type="title"/>
          </p:nvPr>
        </p:nvSpPr>
        <p:spPr>
          <a:xfrm>
            <a:off x="3048000" y="795338"/>
            <a:ext cx="4229100" cy="2852737"/>
          </a:xfrm>
        </p:spPr>
        <p:txBody>
          <a:bodyPr anchor="b">
            <a:normAutofit/>
          </a:bodyPr>
          <a:lstStyle>
            <a:lvl1pPr>
              <a:defRPr sz="3600" b="1" cap="all" baseline="0">
                <a:solidFill>
                  <a:schemeClr val="tx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E6739A5-7B29-4322-8DEC-B816DF173FEF}"/>
              </a:ext>
            </a:extLst>
          </p:cNvPr>
          <p:cNvSpPr>
            <a:spLocks noGrp="1"/>
          </p:cNvSpPr>
          <p:nvPr>
            <p:ph type="body" idx="1"/>
          </p:nvPr>
        </p:nvSpPr>
        <p:spPr>
          <a:xfrm>
            <a:off x="3048000" y="3789364"/>
            <a:ext cx="4229100" cy="552450"/>
          </a:xfrm>
        </p:spPr>
        <p:txBody>
          <a:bodyPr anchor="ctr">
            <a:normAutofit/>
          </a:bodyPr>
          <a:lstStyle>
            <a:lvl1pPr marL="0" indent="0">
              <a:lnSpc>
                <a:spcPct val="100000"/>
              </a:lnSpc>
              <a:spcBef>
                <a:spcPts val="0"/>
              </a:spcBef>
              <a:buNone/>
              <a:defRPr sz="2800" b="0">
                <a:solidFill>
                  <a:schemeClr val="bg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35" name="Freeform: Shape 34">
            <a:extLst>
              <a:ext uri="{FF2B5EF4-FFF2-40B4-BE49-F238E27FC236}">
                <a16:creationId xmlns:a16="http://schemas.microsoft.com/office/drawing/2014/main" id="{4071DF3E-A139-4B83-B575-BC1867577449}"/>
              </a:ext>
            </a:extLst>
          </p:cNvPr>
          <p:cNvSpPr/>
          <p:nvPr userDrawn="1"/>
        </p:nvSpPr>
        <p:spPr>
          <a:xfrm rot="5400000">
            <a:off x="2486478" y="5543550"/>
            <a:ext cx="1892300" cy="736600"/>
          </a:xfrm>
          <a:custGeom>
            <a:avLst/>
            <a:gdLst>
              <a:gd name="connsiteX0" fmla="*/ 0 w 1892300"/>
              <a:gd name="connsiteY0" fmla="*/ 368300 h 736600"/>
              <a:gd name="connsiteX1" fmla="*/ 368300 w 1892300"/>
              <a:gd name="connsiteY1" fmla="*/ 0 h 736600"/>
              <a:gd name="connsiteX2" fmla="*/ 1892300 w 1892300"/>
              <a:gd name="connsiteY2" fmla="*/ 0 h 736600"/>
              <a:gd name="connsiteX3" fmla="*/ 1892300 w 1892300"/>
              <a:gd name="connsiteY3" fmla="*/ 736600 h 736600"/>
              <a:gd name="connsiteX4" fmla="*/ 368300 w 1892300"/>
              <a:gd name="connsiteY4" fmla="*/ 736600 h 736600"/>
              <a:gd name="connsiteX5" fmla="*/ 0 w 1892300"/>
              <a:gd name="connsiteY5" fmla="*/ 3683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2300" h="736600">
                <a:moveTo>
                  <a:pt x="0" y="368300"/>
                </a:moveTo>
                <a:cubicBezTo>
                  <a:pt x="0" y="164894"/>
                  <a:pt x="164894" y="0"/>
                  <a:pt x="368300" y="0"/>
                </a:cubicBezTo>
                <a:lnTo>
                  <a:pt x="1892300" y="0"/>
                </a:lnTo>
                <a:lnTo>
                  <a:pt x="1892300" y="736600"/>
                </a:lnTo>
                <a:lnTo>
                  <a:pt x="368300" y="736600"/>
                </a:lnTo>
                <a:cubicBezTo>
                  <a:pt x="164894" y="736600"/>
                  <a:pt x="0" y="571706"/>
                  <a:pt x="0" y="3683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Freeform: Shape 31">
            <a:extLst>
              <a:ext uri="{FF2B5EF4-FFF2-40B4-BE49-F238E27FC236}">
                <a16:creationId xmlns:a16="http://schemas.microsoft.com/office/drawing/2014/main" id="{282668F5-FEFD-49FC-A2DA-9EFBBC585DF3}"/>
              </a:ext>
            </a:extLst>
          </p:cNvPr>
          <p:cNvSpPr/>
          <p:nvPr userDrawn="1"/>
        </p:nvSpPr>
        <p:spPr>
          <a:xfrm rot="5400000">
            <a:off x="6965950" y="730250"/>
            <a:ext cx="2197100" cy="736600"/>
          </a:xfrm>
          <a:custGeom>
            <a:avLst/>
            <a:gdLst>
              <a:gd name="connsiteX0" fmla="*/ 0 w 2197100"/>
              <a:gd name="connsiteY0" fmla="*/ 736600 h 736600"/>
              <a:gd name="connsiteX1" fmla="*/ 0 w 2197100"/>
              <a:gd name="connsiteY1" fmla="*/ 0 h 736600"/>
              <a:gd name="connsiteX2" fmla="*/ 1828800 w 2197100"/>
              <a:gd name="connsiteY2" fmla="*/ 0 h 736600"/>
              <a:gd name="connsiteX3" fmla="*/ 2197100 w 2197100"/>
              <a:gd name="connsiteY3" fmla="*/ 368300 h 736600"/>
              <a:gd name="connsiteX4" fmla="*/ 1828800 w 2197100"/>
              <a:gd name="connsiteY4" fmla="*/ 736600 h 736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7100" h="736600">
                <a:moveTo>
                  <a:pt x="0" y="736600"/>
                </a:moveTo>
                <a:lnTo>
                  <a:pt x="0" y="0"/>
                </a:lnTo>
                <a:lnTo>
                  <a:pt x="1828800" y="0"/>
                </a:lnTo>
                <a:cubicBezTo>
                  <a:pt x="2032206" y="0"/>
                  <a:pt x="2197100" y="164894"/>
                  <a:pt x="2197100" y="368300"/>
                </a:cubicBezTo>
                <a:cubicBezTo>
                  <a:pt x="2197100" y="571706"/>
                  <a:pt x="2032206" y="736600"/>
                  <a:pt x="1828800" y="7366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Freeform: Shape 42">
            <a:extLst>
              <a:ext uri="{FF2B5EF4-FFF2-40B4-BE49-F238E27FC236}">
                <a16:creationId xmlns:a16="http://schemas.microsoft.com/office/drawing/2014/main" id="{33C8BA43-3B9B-4D2C-A1CB-6E3CE971B31C}"/>
              </a:ext>
            </a:extLst>
          </p:cNvPr>
          <p:cNvSpPr/>
          <p:nvPr userDrawn="1"/>
        </p:nvSpPr>
        <p:spPr>
          <a:xfrm rot="5400000">
            <a:off x="8648700" y="4013200"/>
            <a:ext cx="4953000" cy="736600"/>
          </a:xfrm>
          <a:custGeom>
            <a:avLst/>
            <a:gdLst>
              <a:gd name="connsiteX0" fmla="*/ 0 w 4953000"/>
              <a:gd name="connsiteY0" fmla="*/ 368300 h 736600"/>
              <a:gd name="connsiteX1" fmla="*/ 368300 w 4953000"/>
              <a:gd name="connsiteY1" fmla="*/ 0 h 736600"/>
              <a:gd name="connsiteX2" fmla="*/ 4953000 w 4953000"/>
              <a:gd name="connsiteY2" fmla="*/ 0 h 736600"/>
              <a:gd name="connsiteX3" fmla="*/ 4953000 w 4953000"/>
              <a:gd name="connsiteY3" fmla="*/ 736600 h 736600"/>
              <a:gd name="connsiteX4" fmla="*/ 368300 w 4953000"/>
              <a:gd name="connsiteY4" fmla="*/ 736600 h 736600"/>
              <a:gd name="connsiteX5" fmla="*/ 0 w 4953000"/>
              <a:gd name="connsiteY5" fmla="*/ 368300 h 73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53000" h="736600">
                <a:moveTo>
                  <a:pt x="0" y="368300"/>
                </a:moveTo>
                <a:cubicBezTo>
                  <a:pt x="0" y="164894"/>
                  <a:pt x="164894" y="0"/>
                  <a:pt x="368300" y="0"/>
                </a:cubicBezTo>
                <a:lnTo>
                  <a:pt x="4953000" y="0"/>
                </a:lnTo>
                <a:lnTo>
                  <a:pt x="4953000" y="736600"/>
                </a:lnTo>
                <a:lnTo>
                  <a:pt x="368300" y="736600"/>
                </a:lnTo>
                <a:cubicBezTo>
                  <a:pt x="164894" y="736600"/>
                  <a:pt x="0" y="571706"/>
                  <a:pt x="0" y="36830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4" name="Group 43">
            <a:extLst>
              <a:ext uri="{FF2B5EF4-FFF2-40B4-BE49-F238E27FC236}">
                <a16:creationId xmlns:a16="http://schemas.microsoft.com/office/drawing/2014/main" id="{0D9CC793-7332-4F1C-9139-C5AADEE66B67}"/>
              </a:ext>
            </a:extLst>
          </p:cNvPr>
          <p:cNvGrpSpPr/>
          <p:nvPr userDrawn="1"/>
        </p:nvGrpSpPr>
        <p:grpSpPr>
          <a:xfrm>
            <a:off x="10817037" y="1965137"/>
            <a:ext cx="617726" cy="617726"/>
            <a:chOff x="10131237" y="1965137"/>
            <a:chExt cx="617726" cy="617726"/>
          </a:xfrm>
        </p:grpSpPr>
        <p:sp>
          <p:nvSpPr>
            <p:cNvPr id="45" name="Oval 44">
              <a:extLst>
                <a:ext uri="{FF2B5EF4-FFF2-40B4-BE49-F238E27FC236}">
                  <a16:creationId xmlns:a16="http://schemas.microsoft.com/office/drawing/2014/main" id="{104B4FF7-1B5E-4389-BBB5-CF129712E3F8}"/>
                </a:ext>
              </a:extLst>
            </p:cNvPr>
            <p:cNvSpPr>
              <a:spLocks noChangeAspect="1"/>
            </p:cNvSpPr>
            <p:nvPr userDrawn="1"/>
          </p:nvSpPr>
          <p:spPr>
            <a:xfrm>
              <a:off x="10131237" y="1965137"/>
              <a:ext cx="617726" cy="6177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grpSp>
          <p:nvGrpSpPr>
            <p:cNvPr id="46" name="Group 45">
              <a:extLst>
                <a:ext uri="{FF2B5EF4-FFF2-40B4-BE49-F238E27FC236}">
                  <a16:creationId xmlns:a16="http://schemas.microsoft.com/office/drawing/2014/main" id="{73DB47BB-4CAB-4613-BD5A-879D595B0618}"/>
                </a:ext>
              </a:extLst>
            </p:cNvPr>
            <p:cNvGrpSpPr/>
            <p:nvPr/>
          </p:nvGrpSpPr>
          <p:grpSpPr>
            <a:xfrm>
              <a:off x="10379250" y="2093262"/>
              <a:ext cx="121701" cy="361477"/>
              <a:chOff x="-12442" y="1663700"/>
              <a:chExt cx="1761630" cy="5232400"/>
            </a:xfrm>
            <a:solidFill>
              <a:schemeClr val="tx2"/>
            </a:solidFill>
          </p:grpSpPr>
          <p:sp>
            <p:nvSpPr>
              <p:cNvPr id="47" name="Freeform 5">
                <a:extLst>
                  <a:ext uri="{FF2B5EF4-FFF2-40B4-BE49-F238E27FC236}">
                    <a16:creationId xmlns:a16="http://schemas.microsoft.com/office/drawing/2014/main" id="{CD97D5F9-8577-4E55-A370-E70B9ED773B1}"/>
                  </a:ext>
                </a:extLst>
              </p:cNvPr>
              <p:cNvSpPr>
                <a:spLocks/>
              </p:cNvSpPr>
              <p:nvPr/>
            </p:nvSpPr>
            <p:spPr bwMode="auto">
              <a:xfrm>
                <a:off x="376188" y="1663700"/>
                <a:ext cx="1373000" cy="1373000"/>
              </a:xfrm>
              <a:custGeom>
                <a:avLst/>
                <a:gdLst>
                  <a:gd name="T0" fmla="*/ 4 w 178"/>
                  <a:gd name="T1" fmla="*/ 80 h 178"/>
                  <a:gd name="T2" fmla="*/ 98 w 178"/>
                  <a:gd name="T3" fmla="*/ 4 h 178"/>
                  <a:gd name="T4" fmla="*/ 173 w 178"/>
                  <a:gd name="T5" fmla="*/ 98 h 178"/>
                  <a:gd name="T6" fmla="*/ 80 w 178"/>
                  <a:gd name="T7" fmla="*/ 173 h 178"/>
                  <a:gd name="T8" fmla="*/ 4 w 178"/>
                  <a:gd name="T9" fmla="*/ 80 h 178"/>
                </a:gdLst>
                <a:ahLst/>
                <a:cxnLst>
                  <a:cxn ang="0">
                    <a:pos x="T0" y="T1"/>
                  </a:cxn>
                  <a:cxn ang="0">
                    <a:pos x="T2" y="T3"/>
                  </a:cxn>
                  <a:cxn ang="0">
                    <a:pos x="T4" y="T5"/>
                  </a:cxn>
                  <a:cxn ang="0">
                    <a:pos x="T6" y="T7"/>
                  </a:cxn>
                  <a:cxn ang="0">
                    <a:pos x="T8" y="T9"/>
                  </a:cxn>
                </a:cxnLst>
                <a:rect l="0" t="0" r="r" b="b"/>
                <a:pathLst>
                  <a:path w="178" h="178">
                    <a:moveTo>
                      <a:pt x="4" y="80"/>
                    </a:moveTo>
                    <a:cubicBezTo>
                      <a:pt x="9" y="33"/>
                      <a:pt x="51" y="0"/>
                      <a:pt x="98" y="4"/>
                    </a:cubicBezTo>
                    <a:cubicBezTo>
                      <a:pt x="144" y="9"/>
                      <a:pt x="178" y="51"/>
                      <a:pt x="173" y="98"/>
                    </a:cubicBezTo>
                    <a:cubicBezTo>
                      <a:pt x="168" y="144"/>
                      <a:pt x="127" y="178"/>
                      <a:pt x="80" y="173"/>
                    </a:cubicBezTo>
                    <a:cubicBezTo>
                      <a:pt x="33" y="168"/>
                      <a:pt x="0" y="127"/>
                      <a:pt x="4" y="80"/>
                    </a:cubicBezTo>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sp>
            <p:nvSpPr>
              <p:cNvPr id="48" name="Freeform 6">
                <a:extLst>
                  <a:ext uri="{FF2B5EF4-FFF2-40B4-BE49-F238E27FC236}">
                    <a16:creationId xmlns:a16="http://schemas.microsoft.com/office/drawing/2014/main" id="{538CA225-9D4A-41EA-8C13-07EACEF994DC}"/>
                  </a:ext>
                </a:extLst>
              </p:cNvPr>
              <p:cNvSpPr>
                <a:spLocks/>
              </p:cNvSpPr>
              <p:nvPr/>
            </p:nvSpPr>
            <p:spPr bwMode="auto">
              <a:xfrm>
                <a:off x="-12442" y="3340705"/>
                <a:ext cx="1640372" cy="3555395"/>
              </a:xfrm>
              <a:custGeom>
                <a:avLst/>
                <a:gdLst>
                  <a:gd name="T0" fmla="*/ 133 w 436"/>
                  <a:gd name="T1" fmla="*/ 945 h 945"/>
                  <a:gd name="T2" fmla="*/ 133 w 436"/>
                  <a:gd name="T3" fmla="*/ 233 h 945"/>
                  <a:gd name="T4" fmla="*/ 0 w 436"/>
                  <a:gd name="T5" fmla="*/ 233 h 945"/>
                  <a:gd name="T6" fmla="*/ 0 w 436"/>
                  <a:gd name="T7" fmla="*/ 0 h 945"/>
                  <a:gd name="T8" fmla="*/ 436 w 436"/>
                  <a:gd name="T9" fmla="*/ 0 h 945"/>
                  <a:gd name="T10" fmla="*/ 436 w 436"/>
                  <a:gd name="T11" fmla="*/ 945 h 945"/>
                  <a:gd name="T12" fmla="*/ 133 w 436"/>
                  <a:gd name="T13" fmla="*/ 945 h 945"/>
                </a:gdLst>
                <a:ahLst/>
                <a:cxnLst>
                  <a:cxn ang="0">
                    <a:pos x="T0" y="T1"/>
                  </a:cxn>
                  <a:cxn ang="0">
                    <a:pos x="T2" y="T3"/>
                  </a:cxn>
                  <a:cxn ang="0">
                    <a:pos x="T4" y="T5"/>
                  </a:cxn>
                  <a:cxn ang="0">
                    <a:pos x="T6" y="T7"/>
                  </a:cxn>
                  <a:cxn ang="0">
                    <a:pos x="T8" y="T9"/>
                  </a:cxn>
                  <a:cxn ang="0">
                    <a:pos x="T10" y="T11"/>
                  </a:cxn>
                  <a:cxn ang="0">
                    <a:pos x="T12" y="T13"/>
                  </a:cxn>
                </a:cxnLst>
                <a:rect l="0" t="0" r="r" b="b"/>
                <a:pathLst>
                  <a:path w="436" h="945">
                    <a:moveTo>
                      <a:pt x="133" y="945"/>
                    </a:moveTo>
                    <a:lnTo>
                      <a:pt x="133" y="233"/>
                    </a:lnTo>
                    <a:lnTo>
                      <a:pt x="0" y="233"/>
                    </a:lnTo>
                    <a:lnTo>
                      <a:pt x="0" y="0"/>
                    </a:lnTo>
                    <a:lnTo>
                      <a:pt x="436" y="0"/>
                    </a:lnTo>
                    <a:lnTo>
                      <a:pt x="436" y="945"/>
                    </a:lnTo>
                    <a:lnTo>
                      <a:pt x="133" y="94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grpSp>
      </p:grpSp>
      <p:pic>
        <p:nvPicPr>
          <p:cNvPr id="5" name="Picture 4">
            <a:extLst>
              <a:ext uri="{FF2B5EF4-FFF2-40B4-BE49-F238E27FC236}">
                <a16:creationId xmlns:a16="http://schemas.microsoft.com/office/drawing/2014/main" id="{A8B1BCA3-CCE8-4A84-805D-D08185020EA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0800000" flipH="1" flipV="1">
            <a:off x="1007064" y="782424"/>
            <a:ext cx="912921" cy="912921"/>
          </a:xfrm>
          <a:prstGeom prst="rect">
            <a:avLst/>
          </a:prstGeom>
        </p:spPr>
      </p:pic>
    </p:spTree>
    <p:extLst>
      <p:ext uri="{BB962C8B-B14F-4D97-AF65-F5344CB8AC3E}">
        <p14:creationId xmlns:p14="http://schemas.microsoft.com/office/powerpoint/2010/main" val="3892461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p:spTree>
      <p:nvGrpSpPr>
        <p:cNvPr id="1" name=""/>
        <p:cNvGrpSpPr/>
        <p:nvPr/>
      </p:nvGrpSpPr>
      <p:grpSpPr>
        <a:xfrm>
          <a:off x="0" y="0"/>
          <a:ext cx="0" cy="0"/>
          <a:chOff x="0" y="0"/>
          <a:chExt cx="0" cy="0"/>
        </a:xfrm>
      </p:grpSpPr>
      <p:pic>
        <p:nvPicPr>
          <p:cNvPr id="4" name="Picture 3" descr="A picture containing building, outdoor, sky&#10;&#10;Description generated with high confidence">
            <a:extLst>
              <a:ext uri="{FF2B5EF4-FFF2-40B4-BE49-F238E27FC236}">
                <a16:creationId xmlns:a16="http://schemas.microsoft.com/office/drawing/2014/main" id="{C1DF82AB-AF7D-4639-9012-DE1C56D96EF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5979"/>
          <a:stretch/>
        </p:blipFill>
        <p:spPr>
          <a:xfrm>
            <a:off x="0" y="6582228"/>
            <a:ext cx="12192000" cy="275771"/>
          </a:xfrm>
          <a:prstGeom prst="rect">
            <a:avLst/>
          </a:prstGeom>
        </p:spPr>
      </p:pic>
      <p:sp>
        <p:nvSpPr>
          <p:cNvPr id="9" name="Rectangle 8">
            <a:extLst>
              <a:ext uri="{FF2B5EF4-FFF2-40B4-BE49-F238E27FC236}">
                <a16:creationId xmlns:a16="http://schemas.microsoft.com/office/drawing/2014/main" id="{1374559E-AE65-4C9B-AAD3-CC94FB7F013C}"/>
              </a:ext>
            </a:extLst>
          </p:cNvPr>
          <p:cNvSpPr/>
          <p:nvPr userDrawn="1"/>
        </p:nvSpPr>
        <p:spPr>
          <a:xfrm>
            <a:off x="0" y="6582228"/>
            <a:ext cx="12192000" cy="275772"/>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a:extLst>
              <a:ext uri="{FF2B5EF4-FFF2-40B4-BE49-F238E27FC236}">
                <a16:creationId xmlns:a16="http://schemas.microsoft.com/office/drawing/2014/main" id="{08952E4C-D196-4C84-9515-57E479D2EFA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B6F85792-A727-402C-807C-EA609F45C62D}"/>
              </a:ext>
            </a:extLst>
          </p:cNvPr>
          <p:cNvSpPr>
            <a:spLocks noGrp="1"/>
          </p:cNvSpPr>
          <p:nvPr>
            <p:ph type="sldNum" sz="quarter" idx="12"/>
          </p:nvPr>
        </p:nvSpPr>
        <p:spPr/>
        <p:txBody>
          <a:bodyPr/>
          <a:lstStyle/>
          <a:p>
            <a:fld id="{FAEEC637-5006-4E50-A83C-29CEB747C05F}" type="slidenum">
              <a:rPr lang="en-GB" smtClean="0"/>
              <a:t>‹#›</a:t>
            </a:fld>
            <a:endParaRPr lang="en-GB"/>
          </a:p>
        </p:txBody>
      </p:sp>
      <p:sp>
        <p:nvSpPr>
          <p:cNvPr id="28" name="Title 27">
            <a:extLst>
              <a:ext uri="{FF2B5EF4-FFF2-40B4-BE49-F238E27FC236}">
                <a16:creationId xmlns:a16="http://schemas.microsoft.com/office/drawing/2014/main" id="{D7DE24CA-30C6-4AD5-9799-CF97131D6364}"/>
              </a:ext>
            </a:extLst>
          </p:cNvPr>
          <p:cNvSpPr>
            <a:spLocks noGrp="1"/>
          </p:cNvSpPr>
          <p:nvPr>
            <p:ph type="title"/>
          </p:nvPr>
        </p:nvSpPr>
        <p:spPr/>
        <p:txBody>
          <a:bodyPr/>
          <a:lstStyle/>
          <a:p>
            <a:r>
              <a:rPr lang="en-US"/>
              <a:t>Click to edit Master title style</a:t>
            </a:r>
            <a:endParaRPr lang="en-GB"/>
          </a:p>
        </p:txBody>
      </p:sp>
      <p:sp>
        <p:nvSpPr>
          <p:cNvPr id="5" name="Footer Placeholder 4">
            <a:extLst>
              <a:ext uri="{FF2B5EF4-FFF2-40B4-BE49-F238E27FC236}">
                <a16:creationId xmlns:a16="http://schemas.microsoft.com/office/drawing/2014/main" id="{D7A77A6D-683B-4BDB-A6A4-E320FBD7F851}"/>
              </a:ext>
            </a:extLst>
          </p:cNvPr>
          <p:cNvSpPr>
            <a:spLocks noGrp="1"/>
          </p:cNvSpPr>
          <p:nvPr>
            <p:ph type="ftr" sz="quarter" idx="11"/>
          </p:nvPr>
        </p:nvSpPr>
        <p:spPr/>
        <p:txBody>
          <a:bodyPr/>
          <a:lstStyle/>
          <a:p>
            <a:r>
              <a:rPr lang="en-US"/>
              <a:t>Go to Insert &gt; Header &amp; Footer to edit footer text</a:t>
            </a:r>
            <a:endParaRPr lang="en-GB"/>
          </a:p>
        </p:txBody>
      </p:sp>
    </p:spTree>
    <p:extLst>
      <p:ext uri="{BB962C8B-B14F-4D97-AF65-F5344CB8AC3E}">
        <p14:creationId xmlns:p14="http://schemas.microsoft.com/office/powerpoint/2010/main" val="3978345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BD2A9174-AE62-4C39-A3DA-08D2294098A4}"/>
              </a:ext>
            </a:extLst>
          </p:cNvPr>
          <p:cNvSpPr>
            <a:spLocks noGrp="1"/>
          </p:cNvSpPr>
          <p:nvPr>
            <p:ph type="ftr" sz="quarter" idx="11"/>
          </p:nvPr>
        </p:nvSpPr>
        <p:spPr/>
        <p:txBody>
          <a:bodyPr/>
          <a:lstStyle/>
          <a:p>
            <a:r>
              <a:rPr lang="en-US"/>
              <a:t>Go to Insert &gt; Header &amp; Footer to edit footer text</a:t>
            </a:r>
            <a:endParaRPr lang="en-GB"/>
          </a:p>
        </p:txBody>
      </p:sp>
      <p:sp>
        <p:nvSpPr>
          <p:cNvPr id="7" name="Slide Number Placeholder 6">
            <a:extLst>
              <a:ext uri="{FF2B5EF4-FFF2-40B4-BE49-F238E27FC236}">
                <a16:creationId xmlns:a16="http://schemas.microsoft.com/office/drawing/2014/main" id="{B8EF8DD2-D12D-4F33-B472-AA51ABC12719}"/>
              </a:ext>
            </a:extLst>
          </p:cNvPr>
          <p:cNvSpPr>
            <a:spLocks noGrp="1"/>
          </p:cNvSpPr>
          <p:nvPr>
            <p:ph type="sldNum" sz="quarter" idx="12"/>
          </p:nvPr>
        </p:nvSpPr>
        <p:spPr/>
        <p:txBody>
          <a:bodyPr/>
          <a:lstStyle/>
          <a:p>
            <a:fld id="{FAEEC637-5006-4E50-A83C-29CEB747C05F}" type="slidenum">
              <a:rPr lang="en-GB" smtClean="0"/>
              <a:t>‹#›</a:t>
            </a:fld>
            <a:endParaRPr lang="en-GB"/>
          </a:p>
        </p:txBody>
      </p:sp>
      <p:sp>
        <p:nvSpPr>
          <p:cNvPr id="14" name="Title 13">
            <a:extLst>
              <a:ext uri="{FF2B5EF4-FFF2-40B4-BE49-F238E27FC236}">
                <a16:creationId xmlns:a16="http://schemas.microsoft.com/office/drawing/2014/main" id="{B87D5249-2480-44E9-9FEE-825E44639A83}"/>
              </a:ext>
            </a:extLst>
          </p:cNvPr>
          <p:cNvSpPr>
            <a:spLocks noGrp="1"/>
          </p:cNvSpPr>
          <p:nvPr>
            <p:ph type="title"/>
          </p:nvPr>
        </p:nvSpPr>
        <p:spPr>
          <a:xfrm>
            <a:off x="710381" y="275771"/>
            <a:ext cx="10783118" cy="1085172"/>
          </a:xfrm>
        </p:spPr>
        <p:txBody>
          <a:bodyPr/>
          <a:lstStyle/>
          <a:p>
            <a:r>
              <a:rPr lang="en-US"/>
              <a:t>Click to edit Master title style</a:t>
            </a:r>
            <a:endParaRPr lang="en-GB"/>
          </a:p>
        </p:txBody>
      </p:sp>
      <p:sp>
        <p:nvSpPr>
          <p:cNvPr id="16" name="Content Placeholder 15">
            <a:extLst>
              <a:ext uri="{FF2B5EF4-FFF2-40B4-BE49-F238E27FC236}">
                <a16:creationId xmlns:a16="http://schemas.microsoft.com/office/drawing/2014/main" id="{4A8F2D77-441F-48B4-A821-351780FDE8D5}"/>
              </a:ext>
            </a:extLst>
          </p:cNvPr>
          <p:cNvSpPr>
            <a:spLocks noGrp="1"/>
          </p:cNvSpPr>
          <p:nvPr>
            <p:ph sz="quarter" idx="15"/>
          </p:nvPr>
        </p:nvSpPr>
        <p:spPr>
          <a:xfrm>
            <a:off x="710381" y="1748712"/>
            <a:ext cx="5119687"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Content Placeholder 15">
            <a:extLst>
              <a:ext uri="{FF2B5EF4-FFF2-40B4-BE49-F238E27FC236}">
                <a16:creationId xmlns:a16="http://schemas.microsoft.com/office/drawing/2014/main" id="{CD68D76E-AFF8-4B02-BAA9-0FED28F1004D}"/>
              </a:ext>
            </a:extLst>
          </p:cNvPr>
          <p:cNvSpPr>
            <a:spLocks noGrp="1"/>
          </p:cNvSpPr>
          <p:nvPr>
            <p:ph sz="quarter" idx="16"/>
          </p:nvPr>
        </p:nvSpPr>
        <p:spPr>
          <a:xfrm>
            <a:off x="6373812" y="1748712"/>
            <a:ext cx="5119687"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Picture 7" descr="A picture containing building, outdoor, sky&#10;&#10;Description generated with high confidence">
            <a:extLst>
              <a:ext uri="{FF2B5EF4-FFF2-40B4-BE49-F238E27FC236}">
                <a16:creationId xmlns:a16="http://schemas.microsoft.com/office/drawing/2014/main" id="{B9C24068-C1A2-477D-9F25-18C90AF8F22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5979"/>
          <a:stretch/>
        </p:blipFill>
        <p:spPr>
          <a:xfrm>
            <a:off x="0" y="6582228"/>
            <a:ext cx="12192000" cy="275771"/>
          </a:xfrm>
          <a:prstGeom prst="rect">
            <a:avLst/>
          </a:prstGeom>
        </p:spPr>
      </p:pic>
      <p:sp>
        <p:nvSpPr>
          <p:cNvPr id="9" name="Rectangle 8">
            <a:extLst>
              <a:ext uri="{FF2B5EF4-FFF2-40B4-BE49-F238E27FC236}">
                <a16:creationId xmlns:a16="http://schemas.microsoft.com/office/drawing/2014/main" id="{7175C9FE-EA62-4AA9-AE88-39A9966CA189}"/>
              </a:ext>
            </a:extLst>
          </p:cNvPr>
          <p:cNvSpPr/>
          <p:nvPr userDrawn="1"/>
        </p:nvSpPr>
        <p:spPr>
          <a:xfrm>
            <a:off x="0" y="6582228"/>
            <a:ext cx="12192000" cy="275772"/>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10947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BD2A9174-AE62-4C39-A3DA-08D2294098A4}"/>
              </a:ext>
            </a:extLst>
          </p:cNvPr>
          <p:cNvSpPr>
            <a:spLocks noGrp="1"/>
          </p:cNvSpPr>
          <p:nvPr>
            <p:ph type="ftr" sz="quarter" idx="11"/>
          </p:nvPr>
        </p:nvSpPr>
        <p:spPr/>
        <p:txBody>
          <a:bodyPr/>
          <a:lstStyle/>
          <a:p>
            <a:r>
              <a:rPr lang="en-US"/>
              <a:t>Go to Insert &gt; Header &amp; Footer to edit footer text</a:t>
            </a:r>
            <a:endParaRPr lang="en-GB"/>
          </a:p>
        </p:txBody>
      </p:sp>
      <p:sp>
        <p:nvSpPr>
          <p:cNvPr id="7" name="Slide Number Placeholder 6">
            <a:extLst>
              <a:ext uri="{FF2B5EF4-FFF2-40B4-BE49-F238E27FC236}">
                <a16:creationId xmlns:a16="http://schemas.microsoft.com/office/drawing/2014/main" id="{B8EF8DD2-D12D-4F33-B472-AA51ABC12719}"/>
              </a:ext>
            </a:extLst>
          </p:cNvPr>
          <p:cNvSpPr>
            <a:spLocks noGrp="1"/>
          </p:cNvSpPr>
          <p:nvPr>
            <p:ph type="sldNum" sz="quarter" idx="12"/>
          </p:nvPr>
        </p:nvSpPr>
        <p:spPr/>
        <p:txBody>
          <a:bodyPr/>
          <a:lstStyle/>
          <a:p>
            <a:fld id="{FAEEC637-5006-4E50-A83C-29CEB747C05F}" type="slidenum">
              <a:rPr lang="en-GB" smtClean="0"/>
              <a:t>‹#›</a:t>
            </a:fld>
            <a:endParaRPr lang="en-GB"/>
          </a:p>
        </p:txBody>
      </p:sp>
      <p:sp>
        <p:nvSpPr>
          <p:cNvPr id="3" name="Title 2">
            <a:extLst>
              <a:ext uri="{FF2B5EF4-FFF2-40B4-BE49-F238E27FC236}">
                <a16:creationId xmlns:a16="http://schemas.microsoft.com/office/drawing/2014/main" id="{550994A2-FF53-473B-9518-B935E654BB62}"/>
              </a:ext>
            </a:extLst>
          </p:cNvPr>
          <p:cNvSpPr>
            <a:spLocks noGrp="1"/>
          </p:cNvSpPr>
          <p:nvPr>
            <p:ph type="title"/>
          </p:nvPr>
        </p:nvSpPr>
        <p:spPr>
          <a:xfrm>
            <a:off x="710381" y="275771"/>
            <a:ext cx="10783118" cy="1085172"/>
          </a:xfrm>
        </p:spPr>
        <p:txBody>
          <a:bodyPr/>
          <a:lstStyle/>
          <a:p>
            <a:r>
              <a:rPr lang="en-US"/>
              <a:t>Click to edit Master title style</a:t>
            </a:r>
            <a:endParaRPr lang="en-GB"/>
          </a:p>
        </p:txBody>
      </p:sp>
      <p:sp>
        <p:nvSpPr>
          <p:cNvPr id="17" name="Content Placeholder 15">
            <a:extLst>
              <a:ext uri="{FF2B5EF4-FFF2-40B4-BE49-F238E27FC236}">
                <a16:creationId xmlns:a16="http://schemas.microsoft.com/office/drawing/2014/main" id="{5FF0F91E-87EA-4199-AA93-F4252B351E92}"/>
              </a:ext>
            </a:extLst>
          </p:cNvPr>
          <p:cNvSpPr>
            <a:spLocks noGrp="1"/>
          </p:cNvSpPr>
          <p:nvPr>
            <p:ph sz="quarter" idx="16"/>
          </p:nvPr>
        </p:nvSpPr>
        <p:spPr>
          <a:xfrm>
            <a:off x="710381" y="1748712"/>
            <a:ext cx="3257073"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Content Placeholder 15">
            <a:extLst>
              <a:ext uri="{FF2B5EF4-FFF2-40B4-BE49-F238E27FC236}">
                <a16:creationId xmlns:a16="http://schemas.microsoft.com/office/drawing/2014/main" id="{C1F72E16-6A8E-4447-87BA-003C5FA15F5A}"/>
              </a:ext>
            </a:extLst>
          </p:cNvPr>
          <p:cNvSpPr>
            <a:spLocks noGrp="1"/>
          </p:cNvSpPr>
          <p:nvPr>
            <p:ph sz="quarter" idx="17"/>
          </p:nvPr>
        </p:nvSpPr>
        <p:spPr>
          <a:xfrm>
            <a:off x="8236426" y="1748712"/>
            <a:ext cx="3257073"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Content Placeholder 15">
            <a:extLst>
              <a:ext uri="{FF2B5EF4-FFF2-40B4-BE49-F238E27FC236}">
                <a16:creationId xmlns:a16="http://schemas.microsoft.com/office/drawing/2014/main" id="{5E832D2A-A709-4375-B688-8EB1C4928F02}"/>
              </a:ext>
            </a:extLst>
          </p:cNvPr>
          <p:cNvSpPr>
            <a:spLocks noGrp="1"/>
          </p:cNvSpPr>
          <p:nvPr>
            <p:ph sz="quarter" idx="18"/>
          </p:nvPr>
        </p:nvSpPr>
        <p:spPr>
          <a:xfrm>
            <a:off x="4473403" y="1748712"/>
            <a:ext cx="3257073"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Picture 7" descr="A picture containing building, outdoor, sky&#10;&#10;Description generated with high confidence">
            <a:extLst>
              <a:ext uri="{FF2B5EF4-FFF2-40B4-BE49-F238E27FC236}">
                <a16:creationId xmlns:a16="http://schemas.microsoft.com/office/drawing/2014/main" id="{9E693D63-499E-4EC1-8ED6-D8B9BC755A9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95979"/>
          <a:stretch/>
        </p:blipFill>
        <p:spPr>
          <a:xfrm>
            <a:off x="0" y="6582228"/>
            <a:ext cx="12192000" cy="275771"/>
          </a:xfrm>
          <a:prstGeom prst="rect">
            <a:avLst/>
          </a:prstGeom>
        </p:spPr>
      </p:pic>
      <p:sp>
        <p:nvSpPr>
          <p:cNvPr id="9" name="Rectangle 8">
            <a:extLst>
              <a:ext uri="{FF2B5EF4-FFF2-40B4-BE49-F238E27FC236}">
                <a16:creationId xmlns:a16="http://schemas.microsoft.com/office/drawing/2014/main" id="{D5906753-7C29-4620-8395-5A49F5FD9932}"/>
              </a:ext>
            </a:extLst>
          </p:cNvPr>
          <p:cNvSpPr/>
          <p:nvPr userDrawn="1"/>
        </p:nvSpPr>
        <p:spPr>
          <a:xfrm>
            <a:off x="0" y="6582228"/>
            <a:ext cx="12192000" cy="275772"/>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085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amp; Left Imag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D585246-1954-427D-B255-C25001135C7B}"/>
              </a:ext>
            </a:extLst>
          </p:cNvPr>
          <p:cNvSpPr>
            <a:spLocks noGrp="1"/>
          </p:cNvSpPr>
          <p:nvPr>
            <p:ph type="pic" sz="quarter" idx="15"/>
          </p:nvPr>
        </p:nvSpPr>
        <p:spPr>
          <a:xfrm>
            <a:off x="0" y="0"/>
            <a:ext cx="3657600" cy="6858000"/>
          </a:xfrm>
          <a:solidFill>
            <a:schemeClr val="bg1">
              <a:lumMod val="95000"/>
            </a:schemeClr>
          </a:solidFill>
        </p:spPr>
        <p:txBody>
          <a:bodyPr anchor="ctr"/>
          <a:lstStyle>
            <a:lvl1pPr algn="ctr">
              <a:defRPr>
                <a:solidFill>
                  <a:schemeClr val="tx1"/>
                </a:solidFill>
              </a:defRPr>
            </a:lvl1pPr>
          </a:lstStyle>
          <a:p>
            <a:endParaRPr lang="en-GB"/>
          </a:p>
        </p:txBody>
      </p:sp>
      <p:sp>
        <p:nvSpPr>
          <p:cNvPr id="6" name="Footer Placeholder 5">
            <a:extLst>
              <a:ext uri="{FF2B5EF4-FFF2-40B4-BE49-F238E27FC236}">
                <a16:creationId xmlns:a16="http://schemas.microsoft.com/office/drawing/2014/main" id="{BD2A9174-AE62-4C39-A3DA-08D2294098A4}"/>
              </a:ext>
            </a:extLst>
          </p:cNvPr>
          <p:cNvSpPr>
            <a:spLocks noGrp="1"/>
          </p:cNvSpPr>
          <p:nvPr>
            <p:ph type="ftr" sz="quarter" idx="11"/>
          </p:nvPr>
        </p:nvSpPr>
        <p:spPr/>
        <p:txBody>
          <a:bodyPr/>
          <a:lstStyle/>
          <a:p>
            <a:r>
              <a:rPr lang="en-US"/>
              <a:t>Go to Insert &gt; Header &amp; Footer to edit footer text</a:t>
            </a:r>
            <a:endParaRPr lang="en-GB"/>
          </a:p>
        </p:txBody>
      </p:sp>
      <p:sp>
        <p:nvSpPr>
          <p:cNvPr id="7" name="Slide Number Placeholder 6">
            <a:extLst>
              <a:ext uri="{FF2B5EF4-FFF2-40B4-BE49-F238E27FC236}">
                <a16:creationId xmlns:a16="http://schemas.microsoft.com/office/drawing/2014/main" id="{B8EF8DD2-D12D-4F33-B472-AA51ABC12719}"/>
              </a:ext>
            </a:extLst>
          </p:cNvPr>
          <p:cNvSpPr>
            <a:spLocks noGrp="1"/>
          </p:cNvSpPr>
          <p:nvPr>
            <p:ph type="sldNum" sz="quarter" idx="12"/>
          </p:nvPr>
        </p:nvSpPr>
        <p:spPr/>
        <p:txBody>
          <a:bodyPr/>
          <a:lstStyle/>
          <a:p>
            <a:fld id="{FAEEC637-5006-4E50-A83C-29CEB747C05F}" type="slidenum">
              <a:rPr lang="en-GB" smtClean="0"/>
              <a:t>‹#›</a:t>
            </a:fld>
            <a:endParaRPr lang="en-GB"/>
          </a:p>
        </p:txBody>
      </p:sp>
      <p:grpSp>
        <p:nvGrpSpPr>
          <p:cNvPr id="11" name="Group 10">
            <a:extLst>
              <a:ext uri="{FF2B5EF4-FFF2-40B4-BE49-F238E27FC236}">
                <a16:creationId xmlns:a16="http://schemas.microsoft.com/office/drawing/2014/main" id="{AE9ADE75-6973-43E5-A5E5-C73FAA64A8D3}"/>
              </a:ext>
            </a:extLst>
          </p:cNvPr>
          <p:cNvGrpSpPr/>
          <p:nvPr userDrawn="1"/>
        </p:nvGrpSpPr>
        <p:grpSpPr>
          <a:xfrm>
            <a:off x="3657600" y="445112"/>
            <a:ext cx="368300" cy="746490"/>
            <a:chOff x="0" y="415872"/>
            <a:chExt cx="368300" cy="746490"/>
          </a:xfrm>
        </p:grpSpPr>
        <p:sp>
          <p:nvSpPr>
            <p:cNvPr id="13" name="Freeform: Shape 12">
              <a:extLst>
                <a:ext uri="{FF2B5EF4-FFF2-40B4-BE49-F238E27FC236}">
                  <a16:creationId xmlns:a16="http://schemas.microsoft.com/office/drawing/2014/main" id="{0BCC7A88-3E81-41A9-BE87-E6D48B19D7E2}"/>
                </a:ext>
              </a:extLst>
            </p:cNvPr>
            <p:cNvSpPr>
              <a:spLocks noChangeAspect="1"/>
            </p:cNvSpPr>
            <p:nvPr/>
          </p:nvSpPr>
          <p:spPr>
            <a:xfrm>
              <a:off x="0" y="41587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a:p>
          </p:txBody>
        </p:sp>
        <p:grpSp>
          <p:nvGrpSpPr>
            <p:cNvPr id="14" name="Group 13">
              <a:extLst>
                <a:ext uri="{FF2B5EF4-FFF2-40B4-BE49-F238E27FC236}">
                  <a16:creationId xmlns:a16="http://schemas.microsoft.com/office/drawing/2014/main" id="{78E85866-BFA6-443A-A892-469B61A3AFF2}"/>
                </a:ext>
              </a:extLst>
            </p:cNvPr>
            <p:cNvGrpSpPr/>
            <p:nvPr/>
          </p:nvGrpSpPr>
          <p:grpSpPr>
            <a:xfrm>
              <a:off x="78324" y="605745"/>
              <a:ext cx="121701" cy="361477"/>
              <a:chOff x="-12442" y="1663700"/>
              <a:chExt cx="1761630" cy="5232400"/>
            </a:xfrm>
          </p:grpSpPr>
          <p:sp>
            <p:nvSpPr>
              <p:cNvPr id="15" name="Freeform 5">
                <a:extLst>
                  <a:ext uri="{FF2B5EF4-FFF2-40B4-BE49-F238E27FC236}">
                    <a16:creationId xmlns:a16="http://schemas.microsoft.com/office/drawing/2014/main" id="{B430C14F-CB1F-4CEE-9B91-FFAEB3609D44}"/>
                  </a:ext>
                </a:extLst>
              </p:cNvPr>
              <p:cNvSpPr>
                <a:spLocks/>
              </p:cNvSpPr>
              <p:nvPr/>
            </p:nvSpPr>
            <p:spPr bwMode="auto">
              <a:xfrm>
                <a:off x="376188" y="1663700"/>
                <a:ext cx="1373000" cy="1373000"/>
              </a:xfrm>
              <a:custGeom>
                <a:avLst/>
                <a:gdLst>
                  <a:gd name="T0" fmla="*/ 4 w 178"/>
                  <a:gd name="T1" fmla="*/ 80 h 178"/>
                  <a:gd name="T2" fmla="*/ 98 w 178"/>
                  <a:gd name="T3" fmla="*/ 4 h 178"/>
                  <a:gd name="T4" fmla="*/ 173 w 178"/>
                  <a:gd name="T5" fmla="*/ 98 h 178"/>
                  <a:gd name="T6" fmla="*/ 80 w 178"/>
                  <a:gd name="T7" fmla="*/ 173 h 178"/>
                  <a:gd name="T8" fmla="*/ 4 w 178"/>
                  <a:gd name="T9" fmla="*/ 80 h 178"/>
                </a:gdLst>
                <a:ahLst/>
                <a:cxnLst>
                  <a:cxn ang="0">
                    <a:pos x="T0" y="T1"/>
                  </a:cxn>
                  <a:cxn ang="0">
                    <a:pos x="T2" y="T3"/>
                  </a:cxn>
                  <a:cxn ang="0">
                    <a:pos x="T4" y="T5"/>
                  </a:cxn>
                  <a:cxn ang="0">
                    <a:pos x="T6" y="T7"/>
                  </a:cxn>
                  <a:cxn ang="0">
                    <a:pos x="T8" y="T9"/>
                  </a:cxn>
                </a:cxnLst>
                <a:rect l="0" t="0" r="r" b="b"/>
                <a:pathLst>
                  <a:path w="178" h="178">
                    <a:moveTo>
                      <a:pt x="4" y="80"/>
                    </a:moveTo>
                    <a:cubicBezTo>
                      <a:pt x="9" y="33"/>
                      <a:pt x="51" y="0"/>
                      <a:pt x="98" y="4"/>
                    </a:cubicBezTo>
                    <a:cubicBezTo>
                      <a:pt x="144" y="9"/>
                      <a:pt x="178" y="51"/>
                      <a:pt x="173" y="98"/>
                    </a:cubicBezTo>
                    <a:cubicBezTo>
                      <a:pt x="168" y="144"/>
                      <a:pt x="127" y="178"/>
                      <a:pt x="80" y="173"/>
                    </a:cubicBezTo>
                    <a:cubicBezTo>
                      <a:pt x="33" y="168"/>
                      <a:pt x="0" y="127"/>
                      <a:pt x="4" y="8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sp>
            <p:nvSpPr>
              <p:cNvPr id="16" name="Freeform 6">
                <a:extLst>
                  <a:ext uri="{FF2B5EF4-FFF2-40B4-BE49-F238E27FC236}">
                    <a16:creationId xmlns:a16="http://schemas.microsoft.com/office/drawing/2014/main" id="{F06A3196-F07E-44B7-A538-72649FE99C84}"/>
                  </a:ext>
                </a:extLst>
              </p:cNvPr>
              <p:cNvSpPr>
                <a:spLocks/>
              </p:cNvSpPr>
              <p:nvPr/>
            </p:nvSpPr>
            <p:spPr bwMode="auto">
              <a:xfrm>
                <a:off x="-12442" y="3340705"/>
                <a:ext cx="1640372" cy="3555395"/>
              </a:xfrm>
              <a:custGeom>
                <a:avLst/>
                <a:gdLst>
                  <a:gd name="T0" fmla="*/ 133 w 436"/>
                  <a:gd name="T1" fmla="*/ 945 h 945"/>
                  <a:gd name="T2" fmla="*/ 133 w 436"/>
                  <a:gd name="T3" fmla="*/ 233 h 945"/>
                  <a:gd name="T4" fmla="*/ 0 w 436"/>
                  <a:gd name="T5" fmla="*/ 233 h 945"/>
                  <a:gd name="T6" fmla="*/ 0 w 436"/>
                  <a:gd name="T7" fmla="*/ 0 h 945"/>
                  <a:gd name="T8" fmla="*/ 436 w 436"/>
                  <a:gd name="T9" fmla="*/ 0 h 945"/>
                  <a:gd name="T10" fmla="*/ 436 w 436"/>
                  <a:gd name="T11" fmla="*/ 945 h 945"/>
                  <a:gd name="T12" fmla="*/ 133 w 436"/>
                  <a:gd name="T13" fmla="*/ 945 h 945"/>
                </a:gdLst>
                <a:ahLst/>
                <a:cxnLst>
                  <a:cxn ang="0">
                    <a:pos x="T0" y="T1"/>
                  </a:cxn>
                  <a:cxn ang="0">
                    <a:pos x="T2" y="T3"/>
                  </a:cxn>
                  <a:cxn ang="0">
                    <a:pos x="T4" y="T5"/>
                  </a:cxn>
                  <a:cxn ang="0">
                    <a:pos x="T6" y="T7"/>
                  </a:cxn>
                  <a:cxn ang="0">
                    <a:pos x="T8" y="T9"/>
                  </a:cxn>
                  <a:cxn ang="0">
                    <a:pos x="T10" y="T11"/>
                  </a:cxn>
                  <a:cxn ang="0">
                    <a:pos x="T12" y="T13"/>
                  </a:cxn>
                </a:cxnLst>
                <a:rect l="0" t="0" r="r" b="b"/>
                <a:pathLst>
                  <a:path w="436" h="945">
                    <a:moveTo>
                      <a:pt x="133" y="945"/>
                    </a:moveTo>
                    <a:lnTo>
                      <a:pt x="133" y="233"/>
                    </a:lnTo>
                    <a:lnTo>
                      <a:pt x="0" y="233"/>
                    </a:lnTo>
                    <a:lnTo>
                      <a:pt x="0" y="0"/>
                    </a:lnTo>
                    <a:lnTo>
                      <a:pt x="436" y="0"/>
                    </a:lnTo>
                    <a:lnTo>
                      <a:pt x="436" y="945"/>
                    </a:lnTo>
                    <a:lnTo>
                      <a:pt x="133" y="9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grpSp>
      </p:grpSp>
      <p:sp>
        <p:nvSpPr>
          <p:cNvPr id="4" name="Title 3">
            <a:extLst>
              <a:ext uri="{FF2B5EF4-FFF2-40B4-BE49-F238E27FC236}">
                <a16:creationId xmlns:a16="http://schemas.microsoft.com/office/drawing/2014/main" id="{832148D3-C9A7-4EA0-9252-3D0008D222CB}"/>
              </a:ext>
            </a:extLst>
          </p:cNvPr>
          <p:cNvSpPr>
            <a:spLocks noGrp="1"/>
          </p:cNvSpPr>
          <p:nvPr>
            <p:ph type="title"/>
          </p:nvPr>
        </p:nvSpPr>
        <p:spPr>
          <a:xfrm>
            <a:off x="4393379" y="275771"/>
            <a:ext cx="7100119" cy="1085172"/>
          </a:xfrm>
        </p:spPr>
        <p:txBody>
          <a:bodyPr/>
          <a:lstStyle/>
          <a:p>
            <a:r>
              <a:rPr lang="en-US"/>
              <a:t>Click to edit Master title style</a:t>
            </a:r>
            <a:endParaRPr lang="en-GB"/>
          </a:p>
        </p:txBody>
      </p:sp>
      <p:sp>
        <p:nvSpPr>
          <p:cNvPr id="17" name="Content Placeholder 15">
            <a:extLst>
              <a:ext uri="{FF2B5EF4-FFF2-40B4-BE49-F238E27FC236}">
                <a16:creationId xmlns:a16="http://schemas.microsoft.com/office/drawing/2014/main" id="{A11C52F5-48D0-4855-B28C-0BD5E409C5B3}"/>
              </a:ext>
            </a:extLst>
          </p:cNvPr>
          <p:cNvSpPr>
            <a:spLocks noGrp="1"/>
          </p:cNvSpPr>
          <p:nvPr>
            <p:ph sz="quarter" idx="16"/>
          </p:nvPr>
        </p:nvSpPr>
        <p:spPr>
          <a:xfrm>
            <a:off x="4393379" y="1748712"/>
            <a:ext cx="7100121"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626881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amp; Right Imag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D585246-1954-427D-B255-C25001135C7B}"/>
              </a:ext>
            </a:extLst>
          </p:cNvPr>
          <p:cNvSpPr>
            <a:spLocks noGrp="1"/>
          </p:cNvSpPr>
          <p:nvPr>
            <p:ph type="pic" sz="quarter" idx="15"/>
          </p:nvPr>
        </p:nvSpPr>
        <p:spPr>
          <a:xfrm>
            <a:off x="8534400" y="0"/>
            <a:ext cx="3657600" cy="6858000"/>
          </a:xfrm>
          <a:solidFill>
            <a:schemeClr val="bg1">
              <a:lumMod val="95000"/>
            </a:schemeClr>
          </a:solidFill>
        </p:spPr>
        <p:txBody>
          <a:bodyPr anchor="ctr"/>
          <a:lstStyle>
            <a:lvl1pPr algn="ctr">
              <a:defRPr>
                <a:solidFill>
                  <a:schemeClr val="tx1"/>
                </a:solidFill>
              </a:defRPr>
            </a:lvl1pPr>
          </a:lstStyle>
          <a:p>
            <a:endParaRPr lang="en-GB"/>
          </a:p>
        </p:txBody>
      </p:sp>
      <p:sp>
        <p:nvSpPr>
          <p:cNvPr id="6" name="Footer Placeholder 5">
            <a:extLst>
              <a:ext uri="{FF2B5EF4-FFF2-40B4-BE49-F238E27FC236}">
                <a16:creationId xmlns:a16="http://schemas.microsoft.com/office/drawing/2014/main" id="{BD2A9174-AE62-4C39-A3DA-08D2294098A4}"/>
              </a:ext>
            </a:extLst>
          </p:cNvPr>
          <p:cNvSpPr>
            <a:spLocks noGrp="1"/>
          </p:cNvSpPr>
          <p:nvPr>
            <p:ph type="ftr" sz="quarter" idx="11"/>
          </p:nvPr>
        </p:nvSpPr>
        <p:spPr/>
        <p:txBody>
          <a:bodyPr/>
          <a:lstStyle/>
          <a:p>
            <a:r>
              <a:rPr lang="en-US"/>
              <a:t>Go to Insert &gt; Header &amp; Footer to edit footer text</a:t>
            </a:r>
            <a:endParaRPr lang="en-GB"/>
          </a:p>
        </p:txBody>
      </p:sp>
      <p:sp>
        <p:nvSpPr>
          <p:cNvPr id="17" name="Freeform: Shape 16">
            <a:extLst>
              <a:ext uri="{FF2B5EF4-FFF2-40B4-BE49-F238E27FC236}">
                <a16:creationId xmlns:a16="http://schemas.microsoft.com/office/drawing/2014/main" id="{D5BCA6B4-C5FD-4781-B3F1-316CAB213A1A}"/>
              </a:ext>
            </a:extLst>
          </p:cNvPr>
          <p:cNvSpPr>
            <a:spLocks noChangeAspect="1"/>
          </p:cNvSpPr>
          <p:nvPr userDrawn="1"/>
        </p:nvSpPr>
        <p:spPr>
          <a:xfrm flipH="1">
            <a:off x="8178800" y="44511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a:p>
        </p:txBody>
      </p:sp>
      <p:sp>
        <p:nvSpPr>
          <p:cNvPr id="18" name="Slide Number Placeholder 5">
            <a:extLst>
              <a:ext uri="{FF2B5EF4-FFF2-40B4-BE49-F238E27FC236}">
                <a16:creationId xmlns:a16="http://schemas.microsoft.com/office/drawing/2014/main" id="{03805916-7BFC-4FAD-BE47-414CDF4220FE}"/>
              </a:ext>
            </a:extLst>
          </p:cNvPr>
          <p:cNvSpPr>
            <a:spLocks noGrp="1"/>
          </p:cNvSpPr>
          <p:nvPr>
            <p:ph type="sldNum" sz="quarter" idx="4"/>
          </p:nvPr>
        </p:nvSpPr>
        <p:spPr>
          <a:xfrm>
            <a:off x="8140700" y="635795"/>
            <a:ext cx="368300" cy="365125"/>
          </a:xfrm>
          <a:prstGeom prst="rect">
            <a:avLst/>
          </a:prstGeom>
        </p:spPr>
        <p:txBody>
          <a:bodyPr vert="horz" lIns="0" tIns="0" rIns="0" bIns="0" rtlCol="0" anchor="ctr"/>
          <a:lstStyle>
            <a:lvl1pPr algn="r">
              <a:defRPr sz="1050">
                <a:solidFill>
                  <a:schemeClr val="bg1"/>
                </a:solidFill>
              </a:defRPr>
            </a:lvl1pPr>
          </a:lstStyle>
          <a:p>
            <a:fld id="{FAEEC637-5006-4E50-A83C-29CEB747C05F}" type="slidenum">
              <a:rPr lang="en-GB" smtClean="0"/>
              <a:pPr/>
              <a:t>‹#›</a:t>
            </a:fld>
            <a:endParaRPr lang="en-GB"/>
          </a:p>
        </p:txBody>
      </p:sp>
      <p:sp>
        <p:nvSpPr>
          <p:cNvPr id="4" name="Title 3">
            <a:extLst>
              <a:ext uri="{FF2B5EF4-FFF2-40B4-BE49-F238E27FC236}">
                <a16:creationId xmlns:a16="http://schemas.microsoft.com/office/drawing/2014/main" id="{31608B16-B6FA-4F3E-8353-0A541E8BE5F1}"/>
              </a:ext>
            </a:extLst>
          </p:cNvPr>
          <p:cNvSpPr>
            <a:spLocks noGrp="1"/>
          </p:cNvSpPr>
          <p:nvPr>
            <p:ph type="title"/>
          </p:nvPr>
        </p:nvSpPr>
        <p:spPr>
          <a:xfrm>
            <a:off x="710381" y="275771"/>
            <a:ext cx="7100118" cy="1085172"/>
          </a:xfrm>
        </p:spPr>
        <p:txBody>
          <a:bodyPr/>
          <a:lstStyle/>
          <a:p>
            <a:r>
              <a:rPr lang="en-US"/>
              <a:t>Click to edit Master title style</a:t>
            </a:r>
            <a:endParaRPr lang="en-GB"/>
          </a:p>
        </p:txBody>
      </p:sp>
      <p:sp>
        <p:nvSpPr>
          <p:cNvPr id="22" name="Content Placeholder 15">
            <a:extLst>
              <a:ext uri="{FF2B5EF4-FFF2-40B4-BE49-F238E27FC236}">
                <a16:creationId xmlns:a16="http://schemas.microsoft.com/office/drawing/2014/main" id="{CB4E58A0-1EA8-4DBE-B28A-67728CEC13EC}"/>
              </a:ext>
            </a:extLst>
          </p:cNvPr>
          <p:cNvSpPr>
            <a:spLocks noGrp="1"/>
          </p:cNvSpPr>
          <p:nvPr>
            <p:ph sz="quarter" idx="16"/>
          </p:nvPr>
        </p:nvSpPr>
        <p:spPr>
          <a:xfrm>
            <a:off x="710381" y="1748712"/>
            <a:ext cx="7100121" cy="41767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11463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Quote or Statement">
    <p:spTree>
      <p:nvGrpSpPr>
        <p:cNvPr id="1" name=""/>
        <p:cNvGrpSpPr/>
        <p:nvPr/>
      </p:nvGrpSpPr>
      <p:grpSpPr>
        <a:xfrm>
          <a:off x="0" y="0"/>
          <a:ext cx="0" cy="0"/>
          <a:chOff x="0" y="0"/>
          <a:chExt cx="0" cy="0"/>
        </a:xfrm>
      </p:grpSpPr>
      <p:pic>
        <p:nvPicPr>
          <p:cNvPr id="18" name="Picture 17" descr="A picture containing outdoor&#10;&#10;Description generated with very high confidence">
            <a:extLst>
              <a:ext uri="{FF2B5EF4-FFF2-40B4-BE49-F238E27FC236}">
                <a16:creationId xmlns:a16="http://schemas.microsoft.com/office/drawing/2014/main" id="{9596B830-8529-46BF-BF6A-67DB63FB052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9" name="Rectangle 18">
            <a:extLst>
              <a:ext uri="{FF2B5EF4-FFF2-40B4-BE49-F238E27FC236}">
                <a16:creationId xmlns:a16="http://schemas.microsoft.com/office/drawing/2014/main" id="{AE6AEA2D-94B1-4669-B3E4-612302B88B9D}"/>
              </a:ext>
            </a:extLst>
          </p:cNvPr>
          <p:cNvSpPr/>
          <p:nvPr userDrawn="1"/>
        </p:nvSpPr>
        <p:spPr>
          <a:xfrm>
            <a:off x="0" y="0"/>
            <a:ext cx="12192000" cy="6857998"/>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Footer Placeholder 2">
            <a:extLst>
              <a:ext uri="{FF2B5EF4-FFF2-40B4-BE49-F238E27FC236}">
                <a16:creationId xmlns:a16="http://schemas.microsoft.com/office/drawing/2014/main" id="{709C8322-D2BC-4FB2-81D0-54CD35257875}"/>
              </a:ext>
            </a:extLst>
          </p:cNvPr>
          <p:cNvSpPr>
            <a:spLocks noGrp="1"/>
          </p:cNvSpPr>
          <p:nvPr>
            <p:ph type="ftr" sz="quarter" idx="10"/>
          </p:nvPr>
        </p:nvSpPr>
        <p:spPr/>
        <p:txBody>
          <a:bodyPr/>
          <a:lstStyle/>
          <a:p>
            <a:r>
              <a:rPr lang="en-US"/>
              <a:t>Go to Insert &gt; Header &amp; Footer to edit footer text</a:t>
            </a:r>
            <a:endParaRPr lang="en-GB"/>
          </a:p>
        </p:txBody>
      </p:sp>
      <p:sp>
        <p:nvSpPr>
          <p:cNvPr id="17" name="Freeform: Shape 16">
            <a:extLst>
              <a:ext uri="{FF2B5EF4-FFF2-40B4-BE49-F238E27FC236}">
                <a16:creationId xmlns:a16="http://schemas.microsoft.com/office/drawing/2014/main" id="{A8D4B3AC-666F-4E9E-B904-F633D547596C}"/>
              </a:ext>
            </a:extLst>
          </p:cNvPr>
          <p:cNvSpPr/>
          <p:nvPr userDrawn="1"/>
        </p:nvSpPr>
        <p:spPr>
          <a:xfrm>
            <a:off x="698501" y="1884731"/>
            <a:ext cx="11493499" cy="3327398"/>
          </a:xfrm>
          <a:custGeom>
            <a:avLst/>
            <a:gdLst>
              <a:gd name="connsiteX0" fmla="*/ 1663699 w 11493499"/>
              <a:gd name="connsiteY0" fmla="*/ 0 h 3327398"/>
              <a:gd name="connsiteX1" fmla="*/ 11493499 w 11493499"/>
              <a:gd name="connsiteY1" fmla="*/ 0 h 3327398"/>
              <a:gd name="connsiteX2" fmla="*/ 11493499 w 11493499"/>
              <a:gd name="connsiteY2" fmla="*/ 3327398 h 3327398"/>
              <a:gd name="connsiteX3" fmla="*/ 1663699 w 11493499"/>
              <a:gd name="connsiteY3" fmla="*/ 3327398 h 3327398"/>
              <a:gd name="connsiteX4" fmla="*/ 0 w 11493499"/>
              <a:gd name="connsiteY4" fmla="*/ 1663699 h 3327398"/>
              <a:gd name="connsiteX5" fmla="*/ 1663699 w 11493499"/>
              <a:gd name="connsiteY5" fmla="*/ 0 h 3327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93499" h="3327398">
                <a:moveTo>
                  <a:pt x="1663699" y="0"/>
                </a:moveTo>
                <a:lnTo>
                  <a:pt x="11493499" y="0"/>
                </a:lnTo>
                <a:lnTo>
                  <a:pt x="11493499" y="3327398"/>
                </a:lnTo>
                <a:lnTo>
                  <a:pt x="1663699" y="3327398"/>
                </a:lnTo>
                <a:cubicBezTo>
                  <a:pt x="744863" y="3327398"/>
                  <a:pt x="0" y="2582535"/>
                  <a:pt x="0" y="1663699"/>
                </a:cubicBezTo>
                <a:cubicBezTo>
                  <a:pt x="0" y="744863"/>
                  <a:pt x="744863" y="0"/>
                  <a:pt x="1663699"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3" name="Picture Placeholder 12">
            <a:extLst>
              <a:ext uri="{FF2B5EF4-FFF2-40B4-BE49-F238E27FC236}">
                <a16:creationId xmlns:a16="http://schemas.microsoft.com/office/drawing/2014/main" id="{7F595A26-9317-4CC6-BE9B-BCC5CE1C0790}"/>
              </a:ext>
            </a:extLst>
          </p:cNvPr>
          <p:cNvSpPr>
            <a:spLocks noGrp="1"/>
          </p:cNvSpPr>
          <p:nvPr>
            <p:ph type="pic" sz="quarter" idx="12"/>
          </p:nvPr>
        </p:nvSpPr>
        <p:spPr>
          <a:xfrm>
            <a:off x="688875" y="1885230"/>
            <a:ext cx="3348000" cy="3326400"/>
          </a:xfrm>
          <a:custGeom>
            <a:avLst/>
            <a:gdLst>
              <a:gd name="connsiteX0" fmla="*/ 1663200 w 3326400"/>
              <a:gd name="connsiteY0" fmla="*/ 0 h 3326400"/>
              <a:gd name="connsiteX1" fmla="*/ 3326400 w 3326400"/>
              <a:gd name="connsiteY1" fmla="*/ 1663200 h 3326400"/>
              <a:gd name="connsiteX2" fmla="*/ 1663200 w 3326400"/>
              <a:gd name="connsiteY2" fmla="*/ 3326400 h 3326400"/>
              <a:gd name="connsiteX3" fmla="*/ 0 w 3326400"/>
              <a:gd name="connsiteY3" fmla="*/ 1663200 h 3326400"/>
              <a:gd name="connsiteX4" fmla="*/ 1663200 w 3326400"/>
              <a:gd name="connsiteY4" fmla="*/ 0 h 3326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6400" h="3326400">
                <a:moveTo>
                  <a:pt x="1663200" y="0"/>
                </a:moveTo>
                <a:cubicBezTo>
                  <a:pt x="2581760" y="0"/>
                  <a:pt x="3326400" y="744640"/>
                  <a:pt x="3326400" y="1663200"/>
                </a:cubicBezTo>
                <a:cubicBezTo>
                  <a:pt x="3326400" y="2581760"/>
                  <a:pt x="2581760" y="3326400"/>
                  <a:pt x="1663200" y="3326400"/>
                </a:cubicBezTo>
                <a:cubicBezTo>
                  <a:pt x="744640" y="3326400"/>
                  <a:pt x="0" y="2581760"/>
                  <a:pt x="0" y="1663200"/>
                </a:cubicBezTo>
                <a:cubicBezTo>
                  <a:pt x="0" y="744640"/>
                  <a:pt x="744640" y="0"/>
                  <a:pt x="1663200" y="0"/>
                </a:cubicBezTo>
                <a:close/>
              </a:path>
            </a:pathLst>
          </a:custGeom>
          <a:solidFill>
            <a:schemeClr val="bg1">
              <a:lumMod val="95000"/>
            </a:schemeClr>
          </a:solidFill>
        </p:spPr>
        <p:txBody>
          <a:bodyPr wrap="square" anchor="ctr">
            <a:noAutofit/>
          </a:bodyPr>
          <a:lstStyle>
            <a:lvl1pPr algn="ctr">
              <a:defRPr>
                <a:solidFill>
                  <a:schemeClr val="tx1"/>
                </a:solidFill>
              </a:defRPr>
            </a:lvl1pPr>
          </a:lstStyle>
          <a:p>
            <a:endParaRPr lang="en-GB"/>
          </a:p>
        </p:txBody>
      </p:sp>
      <p:sp>
        <p:nvSpPr>
          <p:cNvPr id="15" name="Text Placeholder 14">
            <a:extLst>
              <a:ext uri="{FF2B5EF4-FFF2-40B4-BE49-F238E27FC236}">
                <a16:creationId xmlns:a16="http://schemas.microsoft.com/office/drawing/2014/main" id="{DE5A9667-5612-4B76-B61A-FB5335E7C461}"/>
              </a:ext>
            </a:extLst>
          </p:cNvPr>
          <p:cNvSpPr>
            <a:spLocks noGrp="1"/>
          </p:cNvSpPr>
          <p:nvPr>
            <p:ph type="body" sz="quarter" idx="13"/>
          </p:nvPr>
        </p:nvSpPr>
        <p:spPr>
          <a:xfrm>
            <a:off x="4584700" y="2291130"/>
            <a:ext cx="6908799" cy="2514600"/>
          </a:xfrm>
        </p:spPr>
        <p:txBody>
          <a:bodyPr anchor="ctr">
            <a:normAutofit/>
          </a:bodyPr>
          <a:lstStyle>
            <a:lvl1pPr>
              <a:defRPr sz="3600">
                <a:solidFill>
                  <a:schemeClr val="bg1"/>
                </a:solidFill>
              </a:defRPr>
            </a:lvl1pPr>
          </a:lstStyle>
          <a:p>
            <a:pPr lvl="0"/>
            <a:r>
              <a:rPr lang="en-US"/>
              <a:t>Edit Master text styles</a:t>
            </a:r>
          </a:p>
        </p:txBody>
      </p:sp>
      <p:sp>
        <p:nvSpPr>
          <p:cNvPr id="20" name="Freeform: Shape 19">
            <a:extLst>
              <a:ext uri="{FF2B5EF4-FFF2-40B4-BE49-F238E27FC236}">
                <a16:creationId xmlns:a16="http://schemas.microsoft.com/office/drawing/2014/main" id="{49A37327-6163-44BA-97B3-2D3415A4DE61}"/>
              </a:ext>
            </a:extLst>
          </p:cNvPr>
          <p:cNvSpPr>
            <a:spLocks noChangeAspect="1"/>
          </p:cNvSpPr>
          <p:nvPr userDrawn="1"/>
        </p:nvSpPr>
        <p:spPr>
          <a:xfrm flipH="1">
            <a:off x="11823700" y="44511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a:p>
        </p:txBody>
      </p:sp>
      <p:grpSp>
        <p:nvGrpSpPr>
          <p:cNvPr id="21" name="Group 20">
            <a:extLst>
              <a:ext uri="{FF2B5EF4-FFF2-40B4-BE49-F238E27FC236}">
                <a16:creationId xmlns:a16="http://schemas.microsoft.com/office/drawing/2014/main" id="{8DDAD210-C494-48B6-95BE-8C9B9DB75551}"/>
              </a:ext>
            </a:extLst>
          </p:cNvPr>
          <p:cNvGrpSpPr/>
          <p:nvPr userDrawn="1"/>
        </p:nvGrpSpPr>
        <p:grpSpPr>
          <a:xfrm>
            <a:off x="0" y="445112"/>
            <a:ext cx="368300" cy="746490"/>
            <a:chOff x="0" y="415872"/>
            <a:chExt cx="368300" cy="746490"/>
          </a:xfrm>
        </p:grpSpPr>
        <p:sp>
          <p:nvSpPr>
            <p:cNvPr id="22" name="Freeform: Shape 21">
              <a:extLst>
                <a:ext uri="{FF2B5EF4-FFF2-40B4-BE49-F238E27FC236}">
                  <a16:creationId xmlns:a16="http://schemas.microsoft.com/office/drawing/2014/main" id="{A15C7EC2-27C0-44C8-AF3E-AD0C8FE81E69}"/>
                </a:ext>
              </a:extLst>
            </p:cNvPr>
            <p:cNvSpPr>
              <a:spLocks noChangeAspect="1"/>
            </p:cNvSpPr>
            <p:nvPr/>
          </p:nvSpPr>
          <p:spPr>
            <a:xfrm>
              <a:off x="0" y="41587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a:p>
          </p:txBody>
        </p:sp>
        <p:grpSp>
          <p:nvGrpSpPr>
            <p:cNvPr id="23" name="Group 22">
              <a:extLst>
                <a:ext uri="{FF2B5EF4-FFF2-40B4-BE49-F238E27FC236}">
                  <a16:creationId xmlns:a16="http://schemas.microsoft.com/office/drawing/2014/main" id="{EE8BA3DF-3DB6-4B5C-8BDA-1337AA8E1FAE}"/>
                </a:ext>
              </a:extLst>
            </p:cNvPr>
            <p:cNvGrpSpPr/>
            <p:nvPr/>
          </p:nvGrpSpPr>
          <p:grpSpPr>
            <a:xfrm>
              <a:off x="78324" y="605745"/>
              <a:ext cx="121701" cy="361477"/>
              <a:chOff x="-12442" y="1663700"/>
              <a:chExt cx="1761630" cy="5232400"/>
            </a:xfrm>
          </p:grpSpPr>
          <p:sp>
            <p:nvSpPr>
              <p:cNvPr id="24" name="Freeform 5">
                <a:extLst>
                  <a:ext uri="{FF2B5EF4-FFF2-40B4-BE49-F238E27FC236}">
                    <a16:creationId xmlns:a16="http://schemas.microsoft.com/office/drawing/2014/main" id="{F92DBA50-E586-417D-ACE8-E9328CAD1DB3}"/>
                  </a:ext>
                </a:extLst>
              </p:cNvPr>
              <p:cNvSpPr>
                <a:spLocks/>
              </p:cNvSpPr>
              <p:nvPr/>
            </p:nvSpPr>
            <p:spPr bwMode="auto">
              <a:xfrm>
                <a:off x="376188" y="1663700"/>
                <a:ext cx="1373000" cy="1373000"/>
              </a:xfrm>
              <a:custGeom>
                <a:avLst/>
                <a:gdLst>
                  <a:gd name="T0" fmla="*/ 4 w 178"/>
                  <a:gd name="T1" fmla="*/ 80 h 178"/>
                  <a:gd name="T2" fmla="*/ 98 w 178"/>
                  <a:gd name="T3" fmla="*/ 4 h 178"/>
                  <a:gd name="T4" fmla="*/ 173 w 178"/>
                  <a:gd name="T5" fmla="*/ 98 h 178"/>
                  <a:gd name="T6" fmla="*/ 80 w 178"/>
                  <a:gd name="T7" fmla="*/ 173 h 178"/>
                  <a:gd name="T8" fmla="*/ 4 w 178"/>
                  <a:gd name="T9" fmla="*/ 80 h 178"/>
                </a:gdLst>
                <a:ahLst/>
                <a:cxnLst>
                  <a:cxn ang="0">
                    <a:pos x="T0" y="T1"/>
                  </a:cxn>
                  <a:cxn ang="0">
                    <a:pos x="T2" y="T3"/>
                  </a:cxn>
                  <a:cxn ang="0">
                    <a:pos x="T4" y="T5"/>
                  </a:cxn>
                  <a:cxn ang="0">
                    <a:pos x="T6" y="T7"/>
                  </a:cxn>
                  <a:cxn ang="0">
                    <a:pos x="T8" y="T9"/>
                  </a:cxn>
                </a:cxnLst>
                <a:rect l="0" t="0" r="r" b="b"/>
                <a:pathLst>
                  <a:path w="178" h="178">
                    <a:moveTo>
                      <a:pt x="4" y="80"/>
                    </a:moveTo>
                    <a:cubicBezTo>
                      <a:pt x="9" y="33"/>
                      <a:pt x="51" y="0"/>
                      <a:pt x="98" y="4"/>
                    </a:cubicBezTo>
                    <a:cubicBezTo>
                      <a:pt x="144" y="9"/>
                      <a:pt x="178" y="51"/>
                      <a:pt x="173" y="98"/>
                    </a:cubicBezTo>
                    <a:cubicBezTo>
                      <a:pt x="168" y="144"/>
                      <a:pt x="127" y="178"/>
                      <a:pt x="80" y="173"/>
                    </a:cubicBezTo>
                    <a:cubicBezTo>
                      <a:pt x="33" y="168"/>
                      <a:pt x="0" y="127"/>
                      <a:pt x="4" y="8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sp>
            <p:nvSpPr>
              <p:cNvPr id="25" name="Freeform 6">
                <a:extLst>
                  <a:ext uri="{FF2B5EF4-FFF2-40B4-BE49-F238E27FC236}">
                    <a16:creationId xmlns:a16="http://schemas.microsoft.com/office/drawing/2014/main" id="{CCD4F696-0109-496D-8830-21B98FFAB290}"/>
                  </a:ext>
                </a:extLst>
              </p:cNvPr>
              <p:cNvSpPr>
                <a:spLocks/>
              </p:cNvSpPr>
              <p:nvPr/>
            </p:nvSpPr>
            <p:spPr bwMode="auto">
              <a:xfrm>
                <a:off x="-12442" y="3340705"/>
                <a:ext cx="1640372" cy="3555395"/>
              </a:xfrm>
              <a:custGeom>
                <a:avLst/>
                <a:gdLst>
                  <a:gd name="T0" fmla="*/ 133 w 436"/>
                  <a:gd name="T1" fmla="*/ 945 h 945"/>
                  <a:gd name="T2" fmla="*/ 133 w 436"/>
                  <a:gd name="T3" fmla="*/ 233 h 945"/>
                  <a:gd name="T4" fmla="*/ 0 w 436"/>
                  <a:gd name="T5" fmla="*/ 233 h 945"/>
                  <a:gd name="T6" fmla="*/ 0 w 436"/>
                  <a:gd name="T7" fmla="*/ 0 h 945"/>
                  <a:gd name="T8" fmla="*/ 436 w 436"/>
                  <a:gd name="T9" fmla="*/ 0 h 945"/>
                  <a:gd name="T10" fmla="*/ 436 w 436"/>
                  <a:gd name="T11" fmla="*/ 945 h 945"/>
                  <a:gd name="T12" fmla="*/ 133 w 436"/>
                  <a:gd name="T13" fmla="*/ 945 h 945"/>
                </a:gdLst>
                <a:ahLst/>
                <a:cxnLst>
                  <a:cxn ang="0">
                    <a:pos x="T0" y="T1"/>
                  </a:cxn>
                  <a:cxn ang="0">
                    <a:pos x="T2" y="T3"/>
                  </a:cxn>
                  <a:cxn ang="0">
                    <a:pos x="T4" y="T5"/>
                  </a:cxn>
                  <a:cxn ang="0">
                    <a:pos x="T6" y="T7"/>
                  </a:cxn>
                  <a:cxn ang="0">
                    <a:pos x="T8" y="T9"/>
                  </a:cxn>
                  <a:cxn ang="0">
                    <a:pos x="T10" y="T11"/>
                  </a:cxn>
                  <a:cxn ang="0">
                    <a:pos x="T12" y="T13"/>
                  </a:cxn>
                </a:cxnLst>
                <a:rect l="0" t="0" r="r" b="b"/>
                <a:pathLst>
                  <a:path w="436" h="945">
                    <a:moveTo>
                      <a:pt x="133" y="945"/>
                    </a:moveTo>
                    <a:lnTo>
                      <a:pt x="133" y="233"/>
                    </a:lnTo>
                    <a:lnTo>
                      <a:pt x="0" y="233"/>
                    </a:lnTo>
                    <a:lnTo>
                      <a:pt x="0" y="0"/>
                    </a:lnTo>
                    <a:lnTo>
                      <a:pt x="436" y="0"/>
                    </a:lnTo>
                    <a:lnTo>
                      <a:pt x="436" y="945"/>
                    </a:lnTo>
                    <a:lnTo>
                      <a:pt x="133" y="9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grpSp>
      </p:grpSp>
      <p:sp>
        <p:nvSpPr>
          <p:cNvPr id="4" name="Slide Number Placeholder 3">
            <a:extLst>
              <a:ext uri="{FF2B5EF4-FFF2-40B4-BE49-F238E27FC236}">
                <a16:creationId xmlns:a16="http://schemas.microsoft.com/office/drawing/2014/main" id="{5FD8AA36-DC02-4C10-B19F-8CC1013CFC9D}"/>
              </a:ext>
            </a:extLst>
          </p:cNvPr>
          <p:cNvSpPr>
            <a:spLocks noGrp="1"/>
          </p:cNvSpPr>
          <p:nvPr>
            <p:ph type="sldNum" sz="quarter" idx="11"/>
          </p:nvPr>
        </p:nvSpPr>
        <p:spPr/>
        <p:txBody>
          <a:bodyPr/>
          <a:lstStyle/>
          <a:p>
            <a:fld id="{FAEEC637-5006-4E50-A83C-29CEB747C05F}" type="slidenum">
              <a:rPr lang="en-GB" smtClean="0"/>
              <a:pPr/>
              <a:t>‹#›</a:t>
            </a:fld>
            <a:endParaRPr lang="en-GB"/>
          </a:p>
        </p:txBody>
      </p:sp>
    </p:spTree>
    <p:extLst>
      <p:ext uri="{BB962C8B-B14F-4D97-AF65-F5344CB8AC3E}">
        <p14:creationId xmlns:p14="http://schemas.microsoft.com/office/powerpoint/2010/main" val="1905055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11500-00F8-4965-84B4-14C20B61B64D}"/>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ACB3732C-FC7F-4DE3-88A8-A46C602C6181}"/>
              </a:ext>
            </a:extLst>
          </p:cNvPr>
          <p:cNvSpPr>
            <a:spLocks noGrp="1"/>
          </p:cNvSpPr>
          <p:nvPr>
            <p:ph type="ftr" sz="quarter" idx="11"/>
          </p:nvPr>
        </p:nvSpPr>
        <p:spPr/>
        <p:txBody>
          <a:bodyPr/>
          <a:lstStyle/>
          <a:p>
            <a:r>
              <a:rPr lang="en-US"/>
              <a:t>Go to Insert &gt; Header &amp; Footer to edit footer text</a:t>
            </a:r>
            <a:endParaRPr lang="en-GB"/>
          </a:p>
        </p:txBody>
      </p:sp>
      <p:sp>
        <p:nvSpPr>
          <p:cNvPr id="5" name="Slide Number Placeholder 4">
            <a:extLst>
              <a:ext uri="{FF2B5EF4-FFF2-40B4-BE49-F238E27FC236}">
                <a16:creationId xmlns:a16="http://schemas.microsoft.com/office/drawing/2014/main" id="{83506D75-FF9B-4780-94C9-D353E2FAEE5F}"/>
              </a:ext>
            </a:extLst>
          </p:cNvPr>
          <p:cNvSpPr>
            <a:spLocks noGrp="1"/>
          </p:cNvSpPr>
          <p:nvPr>
            <p:ph type="sldNum" sz="quarter" idx="12"/>
          </p:nvPr>
        </p:nvSpPr>
        <p:spPr/>
        <p:txBody>
          <a:bodyPr/>
          <a:lstStyle/>
          <a:p>
            <a:fld id="{FAEEC637-5006-4E50-A83C-29CEB747C05F}" type="slidenum">
              <a:rPr lang="en-GB" smtClean="0"/>
              <a:t>‹#›</a:t>
            </a:fld>
            <a:endParaRPr lang="en-GB"/>
          </a:p>
        </p:txBody>
      </p:sp>
    </p:spTree>
    <p:extLst>
      <p:ext uri="{BB962C8B-B14F-4D97-AF65-F5344CB8AC3E}">
        <p14:creationId xmlns:p14="http://schemas.microsoft.com/office/powerpoint/2010/main" val="3583460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EEF98BD-1ACC-47C2-B49D-F62045976874}"/>
              </a:ext>
            </a:extLst>
          </p:cNvPr>
          <p:cNvSpPr>
            <a:spLocks noGrp="1"/>
          </p:cNvSpPr>
          <p:nvPr>
            <p:ph type="ftr" sz="quarter" idx="11"/>
          </p:nvPr>
        </p:nvSpPr>
        <p:spPr/>
        <p:txBody>
          <a:bodyPr/>
          <a:lstStyle/>
          <a:p>
            <a:r>
              <a:rPr lang="en-US"/>
              <a:t>Go to Insert &gt; Header &amp; Footer to edit footer text</a:t>
            </a:r>
            <a:endParaRPr lang="en-GB"/>
          </a:p>
        </p:txBody>
      </p:sp>
      <p:sp>
        <p:nvSpPr>
          <p:cNvPr id="4" name="Slide Number Placeholder 3">
            <a:extLst>
              <a:ext uri="{FF2B5EF4-FFF2-40B4-BE49-F238E27FC236}">
                <a16:creationId xmlns:a16="http://schemas.microsoft.com/office/drawing/2014/main" id="{FD5A0906-AC26-44F3-9B49-2006953D6072}"/>
              </a:ext>
            </a:extLst>
          </p:cNvPr>
          <p:cNvSpPr>
            <a:spLocks noGrp="1"/>
          </p:cNvSpPr>
          <p:nvPr>
            <p:ph type="sldNum" sz="quarter" idx="12"/>
          </p:nvPr>
        </p:nvSpPr>
        <p:spPr/>
        <p:txBody>
          <a:bodyPr/>
          <a:lstStyle/>
          <a:p>
            <a:fld id="{FAEEC637-5006-4E50-A83C-29CEB747C05F}" type="slidenum">
              <a:rPr lang="en-GB" smtClean="0"/>
              <a:t>‹#›</a:t>
            </a:fld>
            <a:endParaRPr lang="en-GB"/>
          </a:p>
        </p:txBody>
      </p:sp>
    </p:spTree>
    <p:extLst>
      <p:ext uri="{BB962C8B-B14F-4D97-AF65-F5344CB8AC3E}">
        <p14:creationId xmlns:p14="http://schemas.microsoft.com/office/powerpoint/2010/main" val="2469206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hank You">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BB1815A-B3AC-4EED-B654-8903A2CE163E}"/>
              </a:ext>
            </a:extLst>
          </p:cNvPr>
          <p:cNvSpPr/>
          <p:nvPr userDrawn="1"/>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n>
                <a:solidFill>
                  <a:schemeClr val="bg1"/>
                </a:solidFill>
              </a:ln>
              <a:solidFill>
                <a:schemeClr val="bg1"/>
              </a:solidFill>
            </a:endParaRPr>
          </a:p>
        </p:txBody>
      </p:sp>
      <p:pic>
        <p:nvPicPr>
          <p:cNvPr id="6" name="Picture 5" descr="A picture containing outdoor&#10;&#10;Description generated with very high confidence">
            <a:extLst>
              <a:ext uri="{FF2B5EF4-FFF2-40B4-BE49-F238E27FC236}">
                <a16:creationId xmlns:a16="http://schemas.microsoft.com/office/drawing/2014/main" id="{353441D7-B154-431A-A906-AE049925AFE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Rectangle 6">
            <a:extLst>
              <a:ext uri="{FF2B5EF4-FFF2-40B4-BE49-F238E27FC236}">
                <a16:creationId xmlns:a16="http://schemas.microsoft.com/office/drawing/2014/main" id="{FB89681C-A500-41B3-AEC8-006EF607E575}"/>
              </a:ext>
            </a:extLst>
          </p:cNvPr>
          <p:cNvSpPr/>
          <p:nvPr userDrawn="1"/>
        </p:nvSpPr>
        <p:spPr>
          <a:xfrm>
            <a:off x="0" y="0"/>
            <a:ext cx="12192000" cy="6857998"/>
          </a:xfrm>
          <a:prstGeom prst="rect">
            <a:avLst/>
          </a:prstGeom>
          <a:solidFill>
            <a:schemeClr val="bg1">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Freeform: Shape 7">
            <a:extLst>
              <a:ext uri="{FF2B5EF4-FFF2-40B4-BE49-F238E27FC236}">
                <a16:creationId xmlns:a16="http://schemas.microsoft.com/office/drawing/2014/main" id="{24DE3A14-50CC-4DE7-BC04-ECE2D4476919}"/>
              </a:ext>
            </a:extLst>
          </p:cNvPr>
          <p:cNvSpPr/>
          <p:nvPr userDrawn="1"/>
        </p:nvSpPr>
        <p:spPr>
          <a:xfrm>
            <a:off x="695326" y="2119449"/>
            <a:ext cx="11496674" cy="2645018"/>
          </a:xfrm>
          <a:custGeom>
            <a:avLst/>
            <a:gdLst>
              <a:gd name="connsiteX0" fmla="*/ 1322509 w 11496675"/>
              <a:gd name="connsiteY0" fmla="*/ 0 h 2645018"/>
              <a:gd name="connsiteX1" fmla="*/ 11496675 w 11496675"/>
              <a:gd name="connsiteY1" fmla="*/ 0 h 2645018"/>
              <a:gd name="connsiteX2" fmla="*/ 11496675 w 11496675"/>
              <a:gd name="connsiteY2" fmla="*/ 2645018 h 2645018"/>
              <a:gd name="connsiteX3" fmla="*/ 1322509 w 11496675"/>
              <a:gd name="connsiteY3" fmla="*/ 2645018 h 2645018"/>
              <a:gd name="connsiteX4" fmla="*/ 0 w 11496675"/>
              <a:gd name="connsiteY4" fmla="*/ 1322509 h 2645018"/>
              <a:gd name="connsiteX5" fmla="*/ 1322509 w 11496675"/>
              <a:gd name="connsiteY5" fmla="*/ 0 h 2645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96675" h="2645018">
                <a:moveTo>
                  <a:pt x="1322509" y="0"/>
                </a:moveTo>
                <a:lnTo>
                  <a:pt x="11496675" y="0"/>
                </a:lnTo>
                <a:lnTo>
                  <a:pt x="11496675" y="2645018"/>
                </a:lnTo>
                <a:lnTo>
                  <a:pt x="1322509" y="2645018"/>
                </a:lnTo>
                <a:cubicBezTo>
                  <a:pt x="592109" y="2645018"/>
                  <a:pt x="0" y="2052909"/>
                  <a:pt x="0" y="1322509"/>
                </a:cubicBezTo>
                <a:cubicBezTo>
                  <a:pt x="0" y="592109"/>
                  <a:pt x="592109" y="0"/>
                  <a:pt x="1322509" y="0"/>
                </a:cubicBezTo>
                <a:close/>
              </a:path>
            </a:pathLst>
          </a:cu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GB"/>
          </a:p>
        </p:txBody>
      </p:sp>
      <p:sp>
        <p:nvSpPr>
          <p:cNvPr id="9" name="Oval 8">
            <a:extLst>
              <a:ext uri="{FF2B5EF4-FFF2-40B4-BE49-F238E27FC236}">
                <a16:creationId xmlns:a16="http://schemas.microsoft.com/office/drawing/2014/main" id="{208AB5E0-AFB1-46D0-B888-EFB7A35BC2A2}"/>
              </a:ext>
            </a:extLst>
          </p:cNvPr>
          <p:cNvSpPr/>
          <p:nvPr userDrawn="1"/>
        </p:nvSpPr>
        <p:spPr>
          <a:xfrm>
            <a:off x="905606" y="2329730"/>
            <a:ext cx="2224456" cy="222445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Footer Placeholder 2">
            <a:extLst>
              <a:ext uri="{FF2B5EF4-FFF2-40B4-BE49-F238E27FC236}">
                <a16:creationId xmlns:a16="http://schemas.microsoft.com/office/drawing/2014/main" id="{8EEF98BD-1ACC-47C2-B49D-F62045976874}"/>
              </a:ext>
            </a:extLst>
          </p:cNvPr>
          <p:cNvSpPr>
            <a:spLocks noGrp="1"/>
          </p:cNvSpPr>
          <p:nvPr>
            <p:ph type="ftr" sz="quarter" idx="11"/>
          </p:nvPr>
        </p:nvSpPr>
        <p:spPr/>
        <p:txBody>
          <a:bodyPr/>
          <a:lstStyle/>
          <a:p>
            <a:r>
              <a:rPr lang="en-US"/>
              <a:t>Go to Insert &gt; Header &amp; Footer to edit footer text</a:t>
            </a:r>
            <a:endParaRPr lang="en-GB"/>
          </a:p>
        </p:txBody>
      </p:sp>
      <p:sp>
        <p:nvSpPr>
          <p:cNvPr id="11" name="Rectangle 10">
            <a:extLst>
              <a:ext uri="{FF2B5EF4-FFF2-40B4-BE49-F238E27FC236}">
                <a16:creationId xmlns:a16="http://schemas.microsoft.com/office/drawing/2014/main" id="{E50116F5-C21D-4DA9-892D-50392E4BD607}"/>
              </a:ext>
            </a:extLst>
          </p:cNvPr>
          <p:cNvSpPr/>
          <p:nvPr userDrawn="1"/>
        </p:nvSpPr>
        <p:spPr>
          <a:xfrm>
            <a:off x="3522951" y="2657128"/>
            <a:ext cx="7973723" cy="1569660"/>
          </a:xfrm>
          <a:prstGeom prst="rect">
            <a:avLst/>
          </a:prstGeom>
        </p:spPr>
        <p:txBody>
          <a:bodyPr wrap="square">
            <a:spAutoFit/>
          </a:bodyPr>
          <a:lstStyle/>
          <a:p>
            <a:pPr algn="ctr" defTabSz="914400" rtl="0" eaLnBrk="1" latinLnBrk="0" hangingPunct="1">
              <a:lnSpc>
                <a:spcPct val="100000"/>
              </a:lnSpc>
              <a:spcBef>
                <a:spcPct val="0"/>
              </a:spcBef>
              <a:buNone/>
            </a:pPr>
            <a:r>
              <a:rPr lang="en-US" sz="9600" b="1" kern="1200" cap="all" baseline="0" noProof="0">
                <a:solidFill>
                  <a:schemeClr val="bg2"/>
                </a:solidFill>
                <a:latin typeface="+mj-lt"/>
                <a:ea typeface="+mj-ea"/>
                <a:cs typeface="+mj-cs"/>
              </a:rPr>
              <a:t>THANK YOU</a:t>
            </a:r>
            <a:endParaRPr lang="en-US" sz="9600" b="1" kern="1200" cap="all" baseline="0">
              <a:solidFill>
                <a:schemeClr val="bg2"/>
              </a:solidFill>
              <a:latin typeface="+mj-lt"/>
              <a:ea typeface="+mj-ea"/>
              <a:cs typeface="+mj-cs"/>
            </a:endParaRPr>
          </a:p>
        </p:txBody>
      </p:sp>
      <p:pic>
        <p:nvPicPr>
          <p:cNvPr id="10" name="Picture 9">
            <a:extLst>
              <a:ext uri="{FF2B5EF4-FFF2-40B4-BE49-F238E27FC236}">
                <a16:creationId xmlns:a16="http://schemas.microsoft.com/office/drawing/2014/main" id="{1DCE2996-6646-445A-9880-B094B54B8E8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0800000" flipH="1" flipV="1">
            <a:off x="1168246" y="2573517"/>
            <a:ext cx="1699176" cy="1699174"/>
          </a:xfrm>
          <a:prstGeom prst="rect">
            <a:avLst/>
          </a:prstGeom>
        </p:spPr>
      </p:pic>
    </p:spTree>
    <p:extLst>
      <p:ext uri="{BB962C8B-B14F-4D97-AF65-F5344CB8AC3E}">
        <p14:creationId xmlns:p14="http://schemas.microsoft.com/office/powerpoint/2010/main" val="16415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TITLE">
    <p:bg>
      <p:bgPr>
        <a:solidFill>
          <a:schemeClr val="bg1"/>
        </a:solidFill>
        <a:effectLst/>
      </p:bgPr>
    </p:bg>
    <p:spTree>
      <p:nvGrpSpPr>
        <p:cNvPr id="1" name=""/>
        <p:cNvGrpSpPr/>
        <p:nvPr/>
      </p:nvGrpSpPr>
      <p:grpSpPr>
        <a:xfrm>
          <a:off x="0" y="0"/>
          <a:ext cx="0" cy="0"/>
          <a:chOff x="0" y="0"/>
          <a:chExt cx="0" cy="0"/>
        </a:xfrm>
      </p:grpSpPr>
      <p:sp>
        <p:nvSpPr>
          <p:cNvPr id="16" name="bg object 16"/>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25408D"/>
          </a:solidFill>
        </p:spPr>
        <p:txBody>
          <a:bodyPr wrap="square" lIns="0" tIns="0" rIns="0" bIns="0" rtlCol="0"/>
          <a:lstStyle/>
          <a:p>
            <a:endParaRPr/>
          </a:p>
        </p:txBody>
      </p:sp>
      <p:sp>
        <p:nvSpPr>
          <p:cNvPr id="15" name="Text Placeholder 14">
            <a:extLst>
              <a:ext uri="{FF2B5EF4-FFF2-40B4-BE49-F238E27FC236}">
                <a16:creationId xmlns:a16="http://schemas.microsoft.com/office/drawing/2014/main" id="{B49E1506-44A0-C243-961B-917943DAE1E2}"/>
              </a:ext>
            </a:extLst>
          </p:cNvPr>
          <p:cNvSpPr>
            <a:spLocks noGrp="1"/>
          </p:cNvSpPr>
          <p:nvPr>
            <p:ph type="body" sz="quarter" idx="10" hasCustomPrompt="1"/>
          </p:nvPr>
        </p:nvSpPr>
        <p:spPr>
          <a:xfrm>
            <a:off x="533400" y="2318598"/>
            <a:ext cx="5562600" cy="1485900"/>
          </a:xfrm>
        </p:spPr>
        <p:txBody>
          <a:bodyPr/>
          <a:lstStyle>
            <a:lvl1pPr>
              <a:defRPr sz="5000" b="1" baseline="0">
                <a:solidFill>
                  <a:srgbClr val="FDBA13"/>
                </a:solidFill>
                <a:latin typeface="Arial" panose="020B0604020202020204" pitchFamily="34" charset="0"/>
                <a:cs typeface="Arial" panose="020B0604020202020204" pitchFamily="34" charset="0"/>
              </a:defRPr>
            </a:lvl1pPr>
          </a:lstStyle>
          <a:p>
            <a:pPr lvl="0"/>
            <a:r>
              <a:rPr lang="en-GB"/>
              <a:t>1st Line Header</a:t>
            </a:r>
            <a:br>
              <a:rPr lang="en-GB"/>
            </a:br>
            <a:r>
              <a:rPr lang="en-GB"/>
              <a:t>2nd Line Header</a:t>
            </a:r>
            <a:endParaRPr lang="en-US"/>
          </a:p>
        </p:txBody>
      </p:sp>
      <p:sp>
        <p:nvSpPr>
          <p:cNvPr id="18" name="Text Placeholder 17">
            <a:extLst>
              <a:ext uri="{FF2B5EF4-FFF2-40B4-BE49-F238E27FC236}">
                <a16:creationId xmlns:a16="http://schemas.microsoft.com/office/drawing/2014/main" id="{7A74C29E-264C-E546-AA84-D6DEEEFAE46E}"/>
              </a:ext>
            </a:extLst>
          </p:cNvPr>
          <p:cNvSpPr>
            <a:spLocks noGrp="1"/>
          </p:cNvSpPr>
          <p:nvPr>
            <p:ph type="body" sz="quarter" idx="11" hasCustomPrompt="1"/>
          </p:nvPr>
        </p:nvSpPr>
        <p:spPr>
          <a:xfrm>
            <a:off x="533400" y="3947160"/>
            <a:ext cx="2743200" cy="384721"/>
          </a:xfrm>
        </p:spPr>
        <p:txBody>
          <a:bodyPr/>
          <a:lstStyle>
            <a:lvl1pPr>
              <a:defRPr sz="2500">
                <a:solidFill>
                  <a:schemeClr val="bg1"/>
                </a:solidFill>
                <a:latin typeface="Arial" panose="020B0604020202020204" pitchFamily="34" charset="0"/>
                <a:cs typeface="Arial" panose="020B0604020202020204" pitchFamily="34" charset="0"/>
              </a:defRPr>
            </a:lvl1pPr>
          </a:lstStyle>
          <a:p>
            <a:pPr lvl="0"/>
            <a:r>
              <a:rPr lang="en-GB"/>
              <a:t>Sub Header</a:t>
            </a:r>
            <a:endParaRPr lang="en-US"/>
          </a:p>
        </p:txBody>
      </p:sp>
      <p:pic>
        <p:nvPicPr>
          <p:cNvPr id="8" name="Picture 7">
            <a:extLst>
              <a:ext uri="{FF2B5EF4-FFF2-40B4-BE49-F238E27FC236}">
                <a16:creationId xmlns:a16="http://schemas.microsoft.com/office/drawing/2014/main" id="{09406C76-BFDA-2443-8FE2-8A696F72BB97}"/>
              </a:ext>
            </a:extLst>
          </p:cNvPr>
          <p:cNvPicPr>
            <a:picLocks noChangeAspect="1"/>
          </p:cNvPicPr>
          <p:nvPr userDrawn="1"/>
        </p:nvPicPr>
        <p:blipFill>
          <a:blip r:embed="rId2"/>
          <a:stretch>
            <a:fillRect/>
          </a:stretch>
        </p:blipFill>
        <p:spPr>
          <a:xfrm>
            <a:off x="575994" y="5788803"/>
            <a:ext cx="1616743" cy="547430"/>
          </a:xfrm>
          <a:prstGeom prst="rect">
            <a:avLst/>
          </a:prstGeom>
        </p:spPr>
      </p:pic>
      <p:pic>
        <p:nvPicPr>
          <p:cNvPr id="9" name="Picture 8">
            <a:extLst>
              <a:ext uri="{FF2B5EF4-FFF2-40B4-BE49-F238E27FC236}">
                <a16:creationId xmlns:a16="http://schemas.microsoft.com/office/drawing/2014/main" id="{1B6C17F0-EC2B-8849-AC98-388A1F15AAA1}"/>
              </a:ext>
            </a:extLst>
          </p:cNvPr>
          <p:cNvPicPr>
            <a:picLocks noChangeAspect="1"/>
          </p:cNvPicPr>
          <p:nvPr userDrawn="1"/>
        </p:nvPicPr>
        <p:blipFill>
          <a:blip r:embed="rId3"/>
          <a:stretch>
            <a:fillRect/>
          </a:stretch>
        </p:blipFill>
        <p:spPr>
          <a:xfrm>
            <a:off x="575994" y="577370"/>
            <a:ext cx="2353083" cy="722375"/>
          </a:xfrm>
          <a:prstGeom prst="rect">
            <a:avLst/>
          </a:prstGeom>
        </p:spPr>
      </p:pic>
      <p:pic>
        <p:nvPicPr>
          <p:cNvPr id="11" name="Picture 10">
            <a:extLst>
              <a:ext uri="{FF2B5EF4-FFF2-40B4-BE49-F238E27FC236}">
                <a16:creationId xmlns:a16="http://schemas.microsoft.com/office/drawing/2014/main" id="{AA8B8DAD-9481-AA47-88A7-BFE49BF958F8}"/>
              </a:ext>
            </a:extLst>
          </p:cNvPr>
          <p:cNvPicPr>
            <a:picLocks noChangeAspect="1"/>
          </p:cNvPicPr>
          <p:nvPr userDrawn="1"/>
        </p:nvPicPr>
        <p:blipFill>
          <a:blip r:embed="rId4"/>
          <a:stretch>
            <a:fillRect/>
          </a:stretch>
        </p:blipFill>
        <p:spPr>
          <a:xfrm>
            <a:off x="6688306" y="1328904"/>
            <a:ext cx="5300495" cy="5300495"/>
          </a:xfrm>
          <a:prstGeom prst="rect">
            <a:avLst/>
          </a:prstGeom>
        </p:spPr>
      </p:pic>
    </p:spTree>
    <p:extLst>
      <p:ext uri="{BB962C8B-B14F-4D97-AF65-F5344CB8AC3E}">
        <p14:creationId xmlns:p14="http://schemas.microsoft.com/office/powerpoint/2010/main" val="38714020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WATERMARK">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962BE2F-60AC-894F-B8EE-A0F0C34CD80D}"/>
              </a:ext>
            </a:extLst>
          </p:cNvPr>
          <p:cNvPicPr>
            <a:picLocks noChangeAspect="1"/>
          </p:cNvPicPr>
          <p:nvPr userDrawn="1"/>
        </p:nvPicPr>
        <p:blipFill>
          <a:blip r:embed="rId2">
            <a:alphaModFix amt="20000"/>
          </a:blip>
          <a:stretch>
            <a:fillRect/>
          </a:stretch>
        </p:blipFill>
        <p:spPr>
          <a:xfrm>
            <a:off x="7082294" y="1720622"/>
            <a:ext cx="4906507" cy="4906507"/>
          </a:xfrm>
          <a:prstGeom prst="rect">
            <a:avLst/>
          </a:prstGeom>
        </p:spPr>
      </p:pic>
      <p:sp>
        <p:nvSpPr>
          <p:cNvPr id="5" name="object 4">
            <a:extLst>
              <a:ext uri="{FF2B5EF4-FFF2-40B4-BE49-F238E27FC236}">
                <a16:creationId xmlns:a16="http://schemas.microsoft.com/office/drawing/2014/main" id="{C1F0E6C2-2EE5-D841-B127-9502BB69D97F}"/>
              </a:ext>
            </a:extLst>
          </p:cNvPr>
          <p:cNvSpPr/>
          <p:nvPr userDrawn="1"/>
        </p:nvSpPr>
        <p:spPr>
          <a:xfrm>
            <a:off x="0" y="0"/>
            <a:ext cx="12193270" cy="1295855"/>
          </a:xfrm>
          <a:custGeom>
            <a:avLst/>
            <a:gdLst/>
            <a:ahLst/>
            <a:cxnLst/>
            <a:rect l="l" t="t" r="r" b="b"/>
            <a:pathLst>
              <a:path w="12193270" h="1706880">
                <a:moveTo>
                  <a:pt x="12193206" y="0"/>
                </a:moveTo>
                <a:lnTo>
                  <a:pt x="0" y="0"/>
                </a:lnTo>
                <a:lnTo>
                  <a:pt x="0" y="1706765"/>
                </a:lnTo>
                <a:lnTo>
                  <a:pt x="12193206" y="1706765"/>
                </a:lnTo>
                <a:lnTo>
                  <a:pt x="12193206" y="0"/>
                </a:lnTo>
                <a:close/>
              </a:path>
            </a:pathLst>
          </a:custGeom>
          <a:solidFill>
            <a:srgbClr val="25408D"/>
          </a:solidFill>
        </p:spPr>
        <p:txBody>
          <a:bodyPr wrap="square" lIns="0" tIns="0" rIns="0" bIns="0" rtlCol="0"/>
          <a:lstStyle/>
          <a:p>
            <a:endParaRPr/>
          </a:p>
        </p:txBody>
      </p:sp>
      <p:pic>
        <p:nvPicPr>
          <p:cNvPr id="7" name="Picture 6">
            <a:extLst>
              <a:ext uri="{FF2B5EF4-FFF2-40B4-BE49-F238E27FC236}">
                <a16:creationId xmlns:a16="http://schemas.microsoft.com/office/drawing/2014/main" id="{02EE7552-CF1D-3046-90BC-DA62E4CFA17F}"/>
              </a:ext>
            </a:extLst>
          </p:cNvPr>
          <p:cNvPicPr>
            <a:picLocks noChangeAspect="1"/>
          </p:cNvPicPr>
          <p:nvPr userDrawn="1"/>
        </p:nvPicPr>
        <p:blipFill>
          <a:blip r:embed="rId3"/>
          <a:stretch>
            <a:fillRect/>
          </a:stretch>
        </p:blipFill>
        <p:spPr>
          <a:xfrm>
            <a:off x="9815421" y="424767"/>
            <a:ext cx="1801776" cy="553129"/>
          </a:xfrm>
          <a:prstGeom prst="rect">
            <a:avLst/>
          </a:prstGeom>
        </p:spPr>
      </p:pic>
      <p:sp>
        <p:nvSpPr>
          <p:cNvPr id="15" name="Text Placeholder 14">
            <a:extLst>
              <a:ext uri="{FF2B5EF4-FFF2-40B4-BE49-F238E27FC236}">
                <a16:creationId xmlns:a16="http://schemas.microsoft.com/office/drawing/2014/main" id="{2B32422C-E3F5-664F-A900-E87EE9A73BA9}"/>
              </a:ext>
            </a:extLst>
          </p:cNvPr>
          <p:cNvSpPr>
            <a:spLocks noGrp="1"/>
          </p:cNvSpPr>
          <p:nvPr>
            <p:ph type="body" sz="quarter" idx="12" hasCustomPrompt="1"/>
          </p:nvPr>
        </p:nvSpPr>
        <p:spPr>
          <a:xfrm>
            <a:off x="533399" y="1995059"/>
            <a:ext cx="11083797" cy="1538883"/>
          </a:xfrm>
        </p:spPr>
        <p:txBody>
          <a:bodyPr/>
          <a:lstStyle>
            <a:lvl1pPr>
              <a:defRPr sz="2500" b="1">
                <a:solidFill>
                  <a:srgbClr val="24408D"/>
                </a:solidFill>
                <a:latin typeface="Arial" panose="020B0604020202020204" pitchFamily="34" charset="0"/>
                <a:cs typeface="Arial" panose="020B0604020202020204" pitchFamily="34" charset="0"/>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Duis at </a:t>
            </a:r>
            <a:r>
              <a:rPr lang="en-GB" err="1"/>
              <a:t>commodo</a:t>
            </a:r>
            <a:r>
              <a:rPr lang="en-GB"/>
              <a:t> </a:t>
            </a:r>
            <a:r>
              <a:rPr lang="en-GB" err="1"/>
              <a:t>neque</a:t>
            </a:r>
            <a:r>
              <a:rPr lang="en-GB"/>
              <a:t>, non </a:t>
            </a:r>
            <a:r>
              <a:rPr lang="en-GB" err="1"/>
              <a:t>ultrices</a:t>
            </a:r>
            <a:r>
              <a:rPr lang="en-GB"/>
              <a:t> </a:t>
            </a:r>
            <a:r>
              <a:rPr lang="en-GB" err="1"/>
              <a:t>turpis</a:t>
            </a:r>
            <a:r>
              <a:rPr lang="en-GB"/>
              <a:t>. Integer </a:t>
            </a:r>
            <a:r>
              <a:rPr lang="en-GB" err="1"/>
              <a:t>rutrum</a:t>
            </a:r>
            <a:r>
              <a:rPr lang="en-GB"/>
              <a:t> </a:t>
            </a:r>
            <a:r>
              <a:rPr lang="en-GB" err="1"/>
              <a:t>sem</a:t>
            </a:r>
            <a:r>
              <a:rPr lang="en-GB"/>
              <a:t> </a:t>
            </a:r>
            <a:r>
              <a:rPr lang="en-GB" err="1"/>
              <a:t>quis</a:t>
            </a:r>
            <a:r>
              <a:rPr lang="en-GB"/>
              <a:t> </a:t>
            </a:r>
            <a:r>
              <a:rPr lang="en-GB" err="1"/>
              <a:t>neque</a:t>
            </a:r>
            <a:r>
              <a:rPr lang="en-GB"/>
              <a:t> </a:t>
            </a:r>
            <a:r>
              <a:rPr lang="en-GB" err="1"/>
              <a:t>interdum</a:t>
            </a:r>
            <a:r>
              <a:rPr lang="en-GB"/>
              <a:t> </a:t>
            </a:r>
            <a:r>
              <a:rPr lang="en-GB" err="1"/>
              <a:t>egestas</a:t>
            </a:r>
            <a:r>
              <a:rPr lang="en-GB"/>
              <a:t>. </a:t>
            </a:r>
            <a:r>
              <a:rPr lang="en-GB" err="1"/>
              <a:t>Praesent</a:t>
            </a:r>
            <a:r>
              <a:rPr lang="en-GB"/>
              <a:t> </a:t>
            </a:r>
            <a:r>
              <a:rPr lang="en-GB" err="1"/>
              <a:t>nibh</a:t>
            </a:r>
            <a:r>
              <a:rPr lang="en-GB"/>
              <a:t> </a:t>
            </a:r>
            <a:r>
              <a:rPr lang="en-GB" err="1"/>
              <a:t>est</a:t>
            </a:r>
            <a:r>
              <a:rPr lang="en-GB"/>
              <a:t>, </a:t>
            </a:r>
            <a:r>
              <a:rPr lang="en-GB" err="1"/>
              <a:t>pellentesque</a:t>
            </a:r>
            <a:r>
              <a:rPr lang="en-GB"/>
              <a:t> et </a:t>
            </a:r>
            <a:r>
              <a:rPr lang="en-GB" err="1"/>
              <a:t>felis</a:t>
            </a:r>
            <a:r>
              <a:rPr lang="en-GB"/>
              <a:t> </a:t>
            </a:r>
            <a:r>
              <a:rPr lang="en-GB" err="1"/>
              <a:t>vel</a:t>
            </a:r>
            <a:r>
              <a:rPr lang="en-GB"/>
              <a:t>, </a:t>
            </a:r>
            <a:r>
              <a:rPr lang="en-GB" err="1"/>
              <a:t>aliquet</a:t>
            </a:r>
            <a:r>
              <a:rPr lang="en-GB"/>
              <a:t> </a:t>
            </a:r>
            <a:r>
              <a:rPr lang="en-GB" err="1"/>
              <a:t>interdum</a:t>
            </a:r>
            <a:r>
              <a:rPr lang="en-GB"/>
              <a:t> magna.</a:t>
            </a:r>
            <a:endParaRPr lang="en-US"/>
          </a:p>
        </p:txBody>
      </p:sp>
      <p:sp>
        <p:nvSpPr>
          <p:cNvPr id="16" name="Text Placeholder 14">
            <a:extLst>
              <a:ext uri="{FF2B5EF4-FFF2-40B4-BE49-F238E27FC236}">
                <a16:creationId xmlns:a16="http://schemas.microsoft.com/office/drawing/2014/main" id="{E2D74DB2-1448-F044-80ED-D57DCBA77357}"/>
              </a:ext>
            </a:extLst>
          </p:cNvPr>
          <p:cNvSpPr>
            <a:spLocks noGrp="1"/>
          </p:cNvSpPr>
          <p:nvPr>
            <p:ph type="body" sz="quarter" idx="13" hasCustomPrompt="1"/>
          </p:nvPr>
        </p:nvSpPr>
        <p:spPr>
          <a:xfrm>
            <a:off x="533400" y="3823541"/>
            <a:ext cx="11083796" cy="2752035"/>
          </a:xfrm>
        </p:spPr>
        <p:txBody>
          <a:bodyPr/>
          <a:lstStyle>
            <a:lvl1pPr>
              <a:defRPr sz="2000" b="0">
                <a:solidFill>
                  <a:schemeClr val="tx1"/>
                </a:solidFill>
                <a:latin typeface="Arial" panose="020B0604020202020204" pitchFamily="34" charset="0"/>
                <a:cs typeface="Arial" panose="020B0604020202020204" pitchFamily="34" charset="0"/>
              </a:defRPr>
            </a:lvl1pPr>
          </a:lstStyle>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a:p>
            <a:pPr>
              <a:lnSpc>
                <a:spcPct val="100000"/>
              </a:lnSpc>
              <a:spcBef>
                <a:spcPts val="45"/>
              </a:spcBef>
            </a:pPr>
            <a:endParaRPr lang="en-GB" sz="2050">
              <a:latin typeface="Arial"/>
              <a:cs typeface="Arial"/>
            </a:endParaRPr>
          </a:p>
          <a:p>
            <a:pPr marL="12700" marR="5080">
              <a:lnSpc>
                <a:spcPct val="100000"/>
              </a:lnSpc>
            </a:pPr>
            <a:r>
              <a:rPr lang="en-GB" sz="2000" spc="-5">
                <a:solidFill>
                  <a:srgbClr val="231F20"/>
                </a:solidFill>
                <a:latin typeface="Arial"/>
                <a:cs typeface="Arial"/>
              </a:rPr>
              <a:t>Donec</a:t>
            </a:r>
            <a:r>
              <a:rPr lang="en-GB" sz="2000" spc="-20">
                <a:solidFill>
                  <a:srgbClr val="231F20"/>
                </a:solidFill>
                <a:latin typeface="Arial"/>
                <a:cs typeface="Arial"/>
              </a:rPr>
              <a:t> </a:t>
            </a:r>
            <a:r>
              <a:rPr lang="en-GB" sz="2000" spc="-5" err="1">
                <a:solidFill>
                  <a:srgbClr val="231F20"/>
                </a:solidFill>
                <a:latin typeface="Arial"/>
                <a:cs typeface="Arial"/>
              </a:rPr>
              <a:t>ut</a:t>
            </a:r>
            <a:r>
              <a:rPr lang="en-GB" sz="2000" spc="-20">
                <a:solidFill>
                  <a:srgbClr val="231F20"/>
                </a:solidFill>
                <a:latin typeface="Arial"/>
                <a:cs typeface="Arial"/>
              </a:rPr>
              <a:t> </a:t>
            </a:r>
            <a:r>
              <a:rPr lang="en-GB" sz="2000" err="1">
                <a:solidFill>
                  <a:srgbClr val="231F20"/>
                </a:solidFill>
                <a:latin typeface="Arial"/>
                <a:cs typeface="Arial"/>
              </a:rPr>
              <a:t>suscipit</a:t>
            </a:r>
            <a:r>
              <a:rPr lang="en-GB" sz="2000" spc="-15">
                <a:solidFill>
                  <a:srgbClr val="231F20"/>
                </a:solidFill>
                <a:latin typeface="Arial"/>
                <a:cs typeface="Arial"/>
              </a:rPr>
              <a:t> </a:t>
            </a:r>
            <a:r>
              <a:rPr lang="en-GB" sz="2000" spc="-25" err="1">
                <a:solidFill>
                  <a:srgbClr val="231F20"/>
                </a:solidFill>
                <a:latin typeface="Arial"/>
                <a:cs typeface="Arial"/>
              </a:rPr>
              <a:t>dolor</a:t>
            </a:r>
            <a:r>
              <a:rPr lang="en-GB" sz="2000" spc="-25">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vitae</a:t>
            </a:r>
            <a:r>
              <a:rPr lang="en-GB" sz="2000" spc="-15">
                <a:solidFill>
                  <a:srgbClr val="231F20"/>
                </a:solidFill>
                <a:latin typeface="Arial"/>
                <a:cs typeface="Arial"/>
              </a:rPr>
              <a:t> </a:t>
            </a:r>
            <a:r>
              <a:rPr lang="en-GB" sz="2000" err="1">
                <a:solidFill>
                  <a:srgbClr val="231F20"/>
                </a:solidFill>
                <a:latin typeface="Arial"/>
                <a:cs typeface="Arial"/>
              </a:rPr>
              <a:t>sollicitudin</a:t>
            </a:r>
            <a:r>
              <a:rPr lang="en-GB" sz="2000" spc="-15">
                <a:solidFill>
                  <a:srgbClr val="231F20"/>
                </a:solidFill>
                <a:latin typeface="Arial"/>
                <a:cs typeface="Arial"/>
              </a:rPr>
              <a:t> </a:t>
            </a:r>
            <a:r>
              <a:rPr lang="en-GB" sz="2000">
                <a:solidFill>
                  <a:srgbClr val="231F20"/>
                </a:solidFill>
                <a:latin typeface="Arial"/>
                <a:cs typeface="Arial"/>
              </a:rPr>
              <a:t>sem. </a:t>
            </a:r>
            <a:r>
              <a:rPr lang="en-GB" sz="2000" spc="-540">
                <a:solidFill>
                  <a:srgbClr val="231F20"/>
                </a:solidFill>
                <a:latin typeface="Arial"/>
                <a:cs typeface="Arial"/>
              </a:rPr>
              <a:t> </a:t>
            </a:r>
            <a:r>
              <a:rPr lang="en-GB" sz="2000" err="1">
                <a:solidFill>
                  <a:srgbClr val="231F20"/>
                </a:solidFill>
                <a:latin typeface="Arial"/>
                <a:cs typeface="Arial"/>
              </a:rPr>
              <a:t>Sed</a:t>
            </a:r>
            <a:r>
              <a:rPr lang="en-GB" sz="2000" spc="-15">
                <a:solidFill>
                  <a:srgbClr val="231F20"/>
                </a:solidFill>
                <a:latin typeface="Arial"/>
                <a:cs typeface="Arial"/>
              </a:rPr>
              <a:t> </a:t>
            </a:r>
            <a:r>
              <a:rPr lang="en-GB" sz="2000" spc="-5" err="1">
                <a:solidFill>
                  <a:srgbClr val="231F20"/>
                </a:solidFill>
                <a:latin typeface="Arial"/>
                <a:cs typeface="Arial"/>
              </a:rPr>
              <a:t>eget</a:t>
            </a:r>
            <a:r>
              <a:rPr lang="en-GB" sz="2000" spc="-20">
                <a:solidFill>
                  <a:srgbClr val="231F20"/>
                </a:solidFill>
                <a:latin typeface="Arial"/>
                <a:cs typeface="Arial"/>
              </a:rPr>
              <a:t> </a:t>
            </a:r>
            <a:r>
              <a:rPr lang="en-GB" sz="2000">
                <a:solidFill>
                  <a:srgbClr val="231F20"/>
                </a:solidFill>
                <a:latin typeface="Arial"/>
                <a:cs typeface="Arial"/>
              </a:rPr>
              <a:t>cursus</a:t>
            </a:r>
            <a:r>
              <a:rPr lang="en-GB" sz="2000" spc="-15">
                <a:solidFill>
                  <a:srgbClr val="231F20"/>
                </a:solidFill>
                <a:latin typeface="Arial"/>
                <a:cs typeface="Arial"/>
              </a:rPr>
              <a:t> </a:t>
            </a:r>
            <a:r>
              <a:rPr lang="en-GB" sz="2000" spc="-5" err="1">
                <a:solidFill>
                  <a:srgbClr val="231F20"/>
                </a:solidFill>
                <a:latin typeface="Arial"/>
                <a:cs typeface="Arial"/>
              </a:rPr>
              <a:t>nulla</a:t>
            </a:r>
            <a:r>
              <a:rPr lang="en-GB" sz="2000" spc="-5">
                <a:solidFill>
                  <a:srgbClr val="231F20"/>
                </a:solidFill>
                <a:latin typeface="Arial"/>
                <a:cs typeface="Arial"/>
              </a:rPr>
              <a:t>,</a:t>
            </a:r>
            <a:r>
              <a:rPr lang="en-GB" sz="2000" spc="-15">
                <a:solidFill>
                  <a:srgbClr val="231F20"/>
                </a:solidFill>
                <a:latin typeface="Arial"/>
                <a:cs typeface="Arial"/>
              </a:rPr>
              <a:t> </a:t>
            </a:r>
            <a:r>
              <a:rPr lang="en-GB" sz="2000" spc="-5" err="1">
                <a:solidFill>
                  <a:srgbClr val="231F20"/>
                </a:solidFill>
                <a:latin typeface="Arial"/>
                <a:cs typeface="Arial"/>
              </a:rPr>
              <a:t>nec</a:t>
            </a:r>
            <a:r>
              <a:rPr lang="en-GB" sz="2000" spc="-20">
                <a:solidFill>
                  <a:srgbClr val="231F20"/>
                </a:solidFill>
                <a:latin typeface="Arial"/>
                <a:cs typeface="Arial"/>
              </a:rPr>
              <a:t> </a:t>
            </a:r>
            <a:r>
              <a:rPr lang="en-GB" sz="2000" err="1">
                <a:solidFill>
                  <a:srgbClr val="231F20"/>
                </a:solidFill>
                <a:latin typeface="Arial"/>
                <a:cs typeface="Arial"/>
              </a:rPr>
              <a:t>consequat</a:t>
            </a:r>
            <a:r>
              <a:rPr lang="en-GB" sz="2000" spc="-1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p:txBody>
      </p:sp>
    </p:spTree>
    <p:extLst>
      <p:ext uri="{BB962C8B-B14F-4D97-AF65-F5344CB8AC3E}">
        <p14:creationId xmlns:p14="http://schemas.microsoft.com/office/powerpoint/2010/main" val="32453506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TEXT FULL WIDTH">
    <p:bg>
      <p:bgPr>
        <a:solidFill>
          <a:schemeClr val="bg1"/>
        </a:solidFill>
        <a:effectLst/>
      </p:bgPr>
    </p:bg>
    <p:spTree>
      <p:nvGrpSpPr>
        <p:cNvPr id="1" name=""/>
        <p:cNvGrpSpPr/>
        <p:nvPr/>
      </p:nvGrpSpPr>
      <p:grpSpPr>
        <a:xfrm>
          <a:off x="0" y="0"/>
          <a:ext cx="0" cy="0"/>
          <a:chOff x="0" y="0"/>
          <a:chExt cx="0" cy="0"/>
        </a:xfrm>
      </p:grpSpPr>
      <p:sp>
        <p:nvSpPr>
          <p:cNvPr id="5" name="object 4">
            <a:extLst>
              <a:ext uri="{FF2B5EF4-FFF2-40B4-BE49-F238E27FC236}">
                <a16:creationId xmlns:a16="http://schemas.microsoft.com/office/drawing/2014/main" id="{C1F0E6C2-2EE5-D841-B127-9502BB69D97F}"/>
              </a:ext>
            </a:extLst>
          </p:cNvPr>
          <p:cNvSpPr/>
          <p:nvPr userDrawn="1"/>
        </p:nvSpPr>
        <p:spPr>
          <a:xfrm>
            <a:off x="0" y="0"/>
            <a:ext cx="12193270" cy="1295855"/>
          </a:xfrm>
          <a:custGeom>
            <a:avLst/>
            <a:gdLst/>
            <a:ahLst/>
            <a:cxnLst/>
            <a:rect l="l" t="t" r="r" b="b"/>
            <a:pathLst>
              <a:path w="12193270" h="1706880">
                <a:moveTo>
                  <a:pt x="12193206" y="0"/>
                </a:moveTo>
                <a:lnTo>
                  <a:pt x="0" y="0"/>
                </a:lnTo>
                <a:lnTo>
                  <a:pt x="0" y="1706765"/>
                </a:lnTo>
                <a:lnTo>
                  <a:pt x="12193206" y="1706765"/>
                </a:lnTo>
                <a:lnTo>
                  <a:pt x="12193206" y="0"/>
                </a:lnTo>
                <a:close/>
              </a:path>
            </a:pathLst>
          </a:custGeom>
          <a:solidFill>
            <a:srgbClr val="25408D"/>
          </a:solidFill>
        </p:spPr>
        <p:txBody>
          <a:bodyPr wrap="square" lIns="0" tIns="0" rIns="0" bIns="0" rtlCol="0"/>
          <a:lstStyle/>
          <a:p>
            <a:endParaRPr/>
          </a:p>
        </p:txBody>
      </p:sp>
      <p:pic>
        <p:nvPicPr>
          <p:cNvPr id="7" name="Picture 6">
            <a:extLst>
              <a:ext uri="{FF2B5EF4-FFF2-40B4-BE49-F238E27FC236}">
                <a16:creationId xmlns:a16="http://schemas.microsoft.com/office/drawing/2014/main" id="{02EE7552-CF1D-3046-90BC-DA62E4CFA17F}"/>
              </a:ext>
            </a:extLst>
          </p:cNvPr>
          <p:cNvPicPr>
            <a:picLocks noChangeAspect="1"/>
          </p:cNvPicPr>
          <p:nvPr userDrawn="1"/>
        </p:nvPicPr>
        <p:blipFill>
          <a:blip r:embed="rId2"/>
          <a:stretch>
            <a:fillRect/>
          </a:stretch>
        </p:blipFill>
        <p:spPr>
          <a:xfrm>
            <a:off x="9815421" y="424767"/>
            <a:ext cx="1801776" cy="553129"/>
          </a:xfrm>
          <a:prstGeom prst="rect">
            <a:avLst/>
          </a:prstGeom>
        </p:spPr>
      </p:pic>
      <p:sp>
        <p:nvSpPr>
          <p:cNvPr id="11" name="Text Placeholder 14">
            <a:extLst>
              <a:ext uri="{FF2B5EF4-FFF2-40B4-BE49-F238E27FC236}">
                <a16:creationId xmlns:a16="http://schemas.microsoft.com/office/drawing/2014/main" id="{6502E452-DD04-A942-B9C7-FB3B968F6231}"/>
              </a:ext>
            </a:extLst>
          </p:cNvPr>
          <p:cNvSpPr>
            <a:spLocks noGrp="1"/>
          </p:cNvSpPr>
          <p:nvPr>
            <p:ph type="body" sz="quarter" idx="10" hasCustomPrompt="1"/>
          </p:nvPr>
        </p:nvSpPr>
        <p:spPr>
          <a:xfrm>
            <a:off x="533400" y="219670"/>
            <a:ext cx="5562600" cy="923330"/>
          </a:xfrm>
        </p:spPr>
        <p:txBody>
          <a:bodyPr/>
          <a:lstStyle>
            <a:lvl1pPr>
              <a:defRPr sz="6000" b="1" baseline="0">
                <a:solidFill>
                  <a:srgbClr val="FDBA13"/>
                </a:solidFill>
                <a:latin typeface="Arial" panose="020B0604020202020204" pitchFamily="34" charset="0"/>
                <a:cs typeface="Arial" panose="020B0604020202020204" pitchFamily="34" charset="0"/>
              </a:defRPr>
            </a:lvl1pPr>
          </a:lstStyle>
          <a:p>
            <a:pPr lvl="0"/>
            <a:r>
              <a:rPr lang="en-GB"/>
              <a:t>Header</a:t>
            </a:r>
            <a:endParaRPr lang="en-US"/>
          </a:p>
        </p:txBody>
      </p:sp>
      <p:sp>
        <p:nvSpPr>
          <p:cNvPr id="15" name="Text Placeholder 14">
            <a:extLst>
              <a:ext uri="{FF2B5EF4-FFF2-40B4-BE49-F238E27FC236}">
                <a16:creationId xmlns:a16="http://schemas.microsoft.com/office/drawing/2014/main" id="{2B32422C-E3F5-664F-A900-E87EE9A73BA9}"/>
              </a:ext>
            </a:extLst>
          </p:cNvPr>
          <p:cNvSpPr>
            <a:spLocks noGrp="1"/>
          </p:cNvSpPr>
          <p:nvPr>
            <p:ph type="body" sz="quarter" idx="12" hasCustomPrompt="1"/>
          </p:nvPr>
        </p:nvSpPr>
        <p:spPr>
          <a:xfrm>
            <a:off x="533399" y="1995059"/>
            <a:ext cx="11083797" cy="1538883"/>
          </a:xfrm>
        </p:spPr>
        <p:txBody>
          <a:bodyPr/>
          <a:lstStyle>
            <a:lvl1pPr>
              <a:defRPr sz="2500" b="1">
                <a:solidFill>
                  <a:srgbClr val="24408D"/>
                </a:solidFill>
                <a:latin typeface="Arial" panose="020B0604020202020204" pitchFamily="34" charset="0"/>
                <a:cs typeface="Arial" panose="020B0604020202020204" pitchFamily="34" charset="0"/>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Duis at </a:t>
            </a:r>
            <a:r>
              <a:rPr lang="en-GB" err="1"/>
              <a:t>commodo</a:t>
            </a:r>
            <a:r>
              <a:rPr lang="en-GB"/>
              <a:t> </a:t>
            </a:r>
            <a:r>
              <a:rPr lang="en-GB" err="1"/>
              <a:t>neque</a:t>
            </a:r>
            <a:r>
              <a:rPr lang="en-GB"/>
              <a:t>, non </a:t>
            </a:r>
            <a:r>
              <a:rPr lang="en-GB" err="1"/>
              <a:t>ultrices</a:t>
            </a:r>
            <a:r>
              <a:rPr lang="en-GB"/>
              <a:t> </a:t>
            </a:r>
            <a:r>
              <a:rPr lang="en-GB" err="1"/>
              <a:t>turpis</a:t>
            </a:r>
            <a:r>
              <a:rPr lang="en-GB"/>
              <a:t>. Integer </a:t>
            </a:r>
            <a:r>
              <a:rPr lang="en-GB" err="1"/>
              <a:t>rutrum</a:t>
            </a:r>
            <a:r>
              <a:rPr lang="en-GB"/>
              <a:t> </a:t>
            </a:r>
            <a:r>
              <a:rPr lang="en-GB" err="1"/>
              <a:t>sem</a:t>
            </a:r>
            <a:r>
              <a:rPr lang="en-GB"/>
              <a:t> </a:t>
            </a:r>
            <a:r>
              <a:rPr lang="en-GB" err="1"/>
              <a:t>quis</a:t>
            </a:r>
            <a:r>
              <a:rPr lang="en-GB"/>
              <a:t> </a:t>
            </a:r>
            <a:r>
              <a:rPr lang="en-GB" err="1"/>
              <a:t>neque</a:t>
            </a:r>
            <a:r>
              <a:rPr lang="en-GB"/>
              <a:t> </a:t>
            </a:r>
            <a:r>
              <a:rPr lang="en-GB" err="1"/>
              <a:t>interdum</a:t>
            </a:r>
            <a:r>
              <a:rPr lang="en-GB"/>
              <a:t> </a:t>
            </a:r>
            <a:r>
              <a:rPr lang="en-GB" err="1"/>
              <a:t>egestas</a:t>
            </a:r>
            <a:r>
              <a:rPr lang="en-GB"/>
              <a:t>. </a:t>
            </a:r>
            <a:r>
              <a:rPr lang="en-GB" err="1"/>
              <a:t>Praesent</a:t>
            </a:r>
            <a:r>
              <a:rPr lang="en-GB"/>
              <a:t> </a:t>
            </a:r>
            <a:r>
              <a:rPr lang="en-GB" err="1"/>
              <a:t>nibh</a:t>
            </a:r>
            <a:r>
              <a:rPr lang="en-GB"/>
              <a:t> </a:t>
            </a:r>
            <a:r>
              <a:rPr lang="en-GB" err="1"/>
              <a:t>est</a:t>
            </a:r>
            <a:r>
              <a:rPr lang="en-GB"/>
              <a:t>, </a:t>
            </a:r>
            <a:r>
              <a:rPr lang="en-GB" err="1"/>
              <a:t>pellentesque</a:t>
            </a:r>
            <a:r>
              <a:rPr lang="en-GB"/>
              <a:t> et </a:t>
            </a:r>
            <a:r>
              <a:rPr lang="en-GB" err="1"/>
              <a:t>felis</a:t>
            </a:r>
            <a:r>
              <a:rPr lang="en-GB"/>
              <a:t> </a:t>
            </a:r>
            <a:r>
              <a:rPr lang="en-GB" err="1"/>
              <a:t>vel</a:t>
            </a:r>
            <a:r>
              <a:rPr lang="en-GB"/>
              <a:t>, </a:t>
            </a:r>
            <a:r>
              <a:rPr lang="en-GB" err="1"/>
              <a:t>aliquet</a:t>
            </a:r>
            <a:r>
              <a:rPr lang="en-GB"/>
              <a:t> </a:t>
            </a:r>
            <a:r>
              <a:rPr lang="en-GB" err="1"/>
              <a:t>interdum</a:t>
            </a:r>
            <a:r>
              <a:rPr lang="en-GB"/>
              <a:t> magna.</a:t>
            </a:r>
            <a:endParaRPr lang="en-US"/>
          </a:p>
        </p:txBody>
      </p:sp>
      <p:sp>
        <p:nvSpPr>
          <p:cNvPr id="16" name="Text Placeholder 14">
            <a:extLst>
              <a:ext uri="{FF2B5EF4-FFF2-40B4-BE49-F238E27FC236}">
                <a16:creationId xmlns:a16="http://schemas.microsoft.com/office/drawing/2014/main" id="{E2D74DB2-1448-F044-80ED-D57DCBA77357}"/>
              </a:ext>
            </a:extLst>
          </p:cNvPr>
          <p:cNvSpPr>
            <a:spLocks noGrp="1"/>
          </p:cNvSpPr>
          <p:nvPr>
            <p:ph type="body" sz="quarter" idx="13" hasCustomPrompt="1"/>
          </p:nvPr>
        </p:nvSpPr>
        <p:spPr>
          <a:xfrm>
            <a:off x="533400" y="3823541"/>
            <a:ext cx="11083796" cy="2752035"/>
          </a:xfrm>
        </p:spPr>
        <p:txBody>
          <a:bodyPr/>
          <a:lstStyle>
            <a:lvl1pPr>
              <a:defRPr sz="2000" b="0">
                <a:solidFill>
                  <a:schemeClr val="tx1"/>
                </a:solidFill>
                <a:latin typeface="Arial" panose="020B0604020202020204" pitchFamily="34" charset="0"/>
                <a:cs typeface="Arial" panose="020B0604020202020204" pitchFamily="34" charset="0"/>
              </a:defRPr>
            </a:lvl1pPr>
          </a:lstStyle>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a:p>
            <a:pPr>
              <a:lnSpc>
                <a:spcPct val="100000"/>
              </a:lnSpc>
              <a:spcBef>
                <a:spcPts val="45"/>
              </a:spcBef>
            </a:pPr>
            <a:endParaRPr lang="en-GB" sz="2050">
              <a:latin typeface="Arial"/>
              <a:cs typeface="Arial"/>
            </a:endParaRPr>
          </a:p>
          <a:p>
            <a:pPr marL="12700" marR="5080">
              <a:lnSpc>
                <a:spcPct val="100000"/>
              </a:lnSpc>
            </a:pPr>
            <a:r>
              <a:rPr lang="en-GB" sz="2000" spc="-5">
                <a:solidFill>
                  <a:srgbClr val="231F20"/>
                </a:solidFill>
                <a:latin typeface="Arial"/>
                <a:cs typeface="Arial"/>
              </a:rPr>
              <a:t>Donec</a:t>
            </a:r>
            <a:r>
              <a:rPr lang="en-GB" sz="2000" spc="-20">
                <a:solidFill>
                  <a:srgbClr val="231F20"/>
                </a:solidFill>
                <a:latin typeface="Arial"/>
                <a:cs typeface="Arial"/>
              </a:rPr>
              <a:t> </a:t>
            </a:r>
            <a:r>
              <a:rPr lang="en-GB" sz="2000" spc="-5" err="1">
                <a:solidFill>
                  <a:srgbClr val="231F20"/>
                </a:solidFill>
                <a:latin typeface="Arial"/>
                <a:cs typeface="Arial"/>
              </a:rPr>
              <a:t>ut</a:t>
            </a:r>
            <a:r>
              <a:rPr lang="en-GB" sz="2000" spc="-20">
                <a:solidFill>
                  <a:srgbClr val="231F20"/>
                </a:solidFill>
                <a:latin typeface="Arial"/>
                <a:cs typeface="Arial"/>
              </a:rPr>
              <a:t> </a:t>
            </a:r>
            <a:r>
              <a:rPr lang="en-GB" sz="2000" err="1">
                <a:solidFill>
                  <a:srgbClr val="231F20"/>
                </a:solidFill>
                <a:latin typeface="Arial"/>
                <a:cs typeface="Arial"/>
              </a:rPr>
              <a:t>suscipit</a:t>
            </a:r>
            <a:r>
              <a:rPr lang="en-GB" sz="2000" spc="-15">
                <a:solidFill>
                  <a:srgbClr val="231F20"/>
                </a:solidFill>
                <a:latin typeface="Arial"/>
                <a:cs typeface="Arial"/>
              </a:rPr>
              <a:t> </a:t>
            </a:r>
            <a:r>
              <a:rPr lang="en-GB" sz="2000" spc="-25" err="1">
                <a:solidFill>
                  <a:srgbClr val="231F20"/>
                </a:solidFill>
                <a:latin typeface="Arial"/>
                <a:cs typeface="Arial"/>
              </a:rPr>
              <a:t>dolor</a:t>
            </a:r>
            <a:r>
              <a:rPr lang="en-GB" sz="2000" spc="-25">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vitae</a:t>
            </a:r>
            <a:r>
              <a:rPr lang="en-GB" sz="2000" spc="-15">
                <a:solidFill>
                  <a:srgbClr val="231F20"/>
                </a:solidFill>
                <a:latin typeface="Arial"/>
                <a:cs typeface="Arial"/>
              </a:rPr>
              <a:t> </a:t>
            </a:r>
            <a:r>
              <a:rPr lang="en-GB" sz="2000" err="1">
                <a:solidFill>
                  <a:srgbClr val="231F20"/>
                </a:solidFill>
                <a:latin typeface="Arial"/>
                <a:cs typeface="Arial"/>
              </a:rPr>
              <a:t>sollicitudin</a:t>
            </a:r>
            <a:r>
              <a:rPr lang="en-GB" sz="2000" spc="-15">
                <a:solidFill>
                  <a:srgbClr val="231F20"/>
                </a:solidFill>
                <a:latin typeface="Arial"/>
                <a:cs typeface="Arial"/>
              </a:rPr>
              <a:t> </a:t>
            </a:r>
            <a:r>
              <a:rPr lang="en-GB" sz="2000">
                <a:solidFill>
                  <a:srgbClr val="231F20"/>
                </a:solidFill>
                <a:latin typeface="Arial"/>
                <a:cs typeface="Arial"/>
              </a:rPr>
              <a:t>sem. </a:t>
            </a:r>
            <a:r>
              <a:rPr lang="en-GB" sz="2000" spc="-540">
                <a:solidFill>
                  <a:srgbClr val="231F20"/>
                </a:solidFill>
                <a:latin typeface="Arial"/>
                <a:cs typeface="Arial"/>
              </a:rPr>
              <a:t> </a:t>
            </a:r>
            <a:r>
              <a:rPr lang="en-GB" sz="2000" err="1">
                <a:solidFill>
                  <a:srgbClr val="231F20"/>
                </a:solidFill>
                <a:latin typeface="Arial"/>
                <a:cs typeface="Arial"/>
              </a:rPr>
              <a:t>Sed</a:t>
            </a:r>
            <a:r>
              <a:rPr lang="en-GB" sz="2000" spc="-15">
                <a:solidFill>
                  <a:srgbClr val="231F20"/>
                </a:solidFill>
                <a:latin typeface="Arial"/>
                <a:cs typeface="Arial"/>
              </a:rPr>
              <a:t> </a:t>
            </a:r>
            <a:r>
              <a:rPr lang="en-GB" sz="2000" spc="-5" err="1">
                <a:solidFill>
                  <a:srgbClr val="231F20"/>
                </a:solidFill>
                <a:latin typeface="Arial"/>
                <a:cs typeface="Arial"/>
              </a:rPr>
              <a:t>eget</a:t>
            </a:r>
            <a:r>
              <a:rPr lang="en-GB" sz="2000" spc="-20">
                <a:solidFill>
                  <a:srgbClr val="231F20"/>
                </a:solidFill>
                <a:latin typeface="Arial"/>
                <a:cs typeface="Arial"/>
              </a:rPr>
              <a:t> </a:t>
            </a:r>
            <a:r>
              <a:rPr lang="en-GB" sz="2000">
                <a:solidFill>
                  <a:srgbClr val="231F20"/>
                </a:solidFill>
                <a:latin typeface="Arial"/>
                <a:cs typeface="Arial"/>
              </a:rPr>
              <a:t>cursus</a:t>
            </a:r>
            <a:r>
              <a:rPr lang="en-GB" sz="2000" spc="-15">
                <a:solidFill>
                  <a:srgbClr val="231F20"/>
                </a:solidFill>
                <a:latin typeface="Arial"/>
                <a:cs typeface="Arial"/>
              </a:rPr>
              <a:t> </a:t>
            </a:r>
            <a:r>
              <a:rPr lang="en-GB" sz="2000" spc="-5" err="1">
                <a:solidFill>
                  <a:srgbClr val="231F20"/>
                </a:solidFill>
                <a:latin typeface="Arial"/>
                <a:cs typeface="Arial"/>
              </a:rPr>
              <a:t>nulla</a:t>
            </a:r>
            <a:r>
              <a:rPr lang="en-GB" sz="2000" spc="-5">
                <a:solidFill>
                  <a:srgbClr val="231F20"/>
                </a:solidFill>
                <a:latin typeface="Arial"/>
                <a:cs typeface="Arial"/>
              </a:rPr>
              <a:t>,</a:t>
            </a:r>
            <a:r>
              <a:rPr lang="en-GB" sz="2000" spc="-15">
                <a:solidFill>
                  <a:srgbClr val="231F20"/>
                </a:solidFill>
                <a:latin typeface="Arial"/>
                <a:cs typeface="Arial"/>
              </a:rPr>
              <a:t> </a:t>
            </a:r>
            <a:r>
              <a:rPr lang="en-GB" sz="2000" spc="-5" err="1">
                <a:solidFill>
                  <a:srgbClr val="231F20"/>
                </a:solidFill>
                <a:latin typeface="Arial"/>
                <a:cs typeface="Arial"/>
              </a:rPr>
              <a:t>nec</a:t>
            </a:r>
            <a:r>
              <a:rPr lang="en-GB" sz="2000" spc="-20">
                <a:solidFill>
                  <a:srgbClr val="231F20"/>
                </a:solidFill>
                <a:latin typeface="Arial"/>
                <a:cs typeface="Arial"/>
              </a:rPr>
              <a:t> </a:t>
            </a:r>
            <a:r>
              <a:rPr lang="en-GB" sz="2000" err="1">
                <a:solidFill>
                  <a:srgbClr val="231F20"/>
                </a:solidFill>
                <a:latin typeface="Arial"/>
                <a:cs typeface="Arial"/>
              </a:rPr>
              <a:t>consequat</a:t>
            </a:r>
            <a:r>
              <a:rPr lang="en-GB" sz="2000" spc="-1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p:txBody>
      </p:sp>
    </p:spTree>
    <p:extLst>
      <p:ext uri="{BB962C8B-B14F-4D97-AF65-F5344CB8AC3E}">
        <p14:creationId xmlns:p14="http://schemas.microsoft.com/office/powerpoint/2010/main" val="19243315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CONTENT TITLE 1">
    <p:bg>
      <p:bgPr>
        <a:solidFill>
          <a:schemeClr val="bg1"/>
        </a:solidFill>
        <a:effectLst/>
      </p:bgPr>
    </p:bg>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E1C47ABA-B797-8D40-9EA9-D68CBCD1CFA6}"/>
              </a:ext>
            </a:extLst>
          </p:cNvPr>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FDB913"/>
          </a:solidFill>
        </p:spPr>
        <p:txBody>
          <a:bodyPr wrap="square" lIns="0" tIns="0" rIns="0" bIns="0" rtlCol="0"/>
          <a:lstStyle/>
          <a:p>
            <a:endParaRPr/>
          </a:p>
        </p:txBody>
      </p:sp>
      <p:pic>
        <p:nvPicPr>
          <p:cNvPr id="10" name="Picture 9">
            <a:extLst>
              <a:ext uri="{FF2B5EF4-FFF2-40B4-BE49-F238E27FC236}">
                <a16:creationId xmlns:a16="http://schemas.microsoft.com/office/drawing/2014/main" id="{D37420C8-369F-9048-9E36-6E4EB475F5E0}"/>
              </a:ext>
            </a:extLst>
          </p:cNvPr>
          <p:cNvPicPr>
            <a:picLocks noChangeAspect="1"/>
          </p:cNvPicPr>
          <p:nvPr userDrawn="1"/>
        </p:nvPicPr>
        <p:blipFill>
          <a:blip r:embed="rId2"/>
          <a:stretch>
            <a:fillRect/>
          </a:stretch>
        </p:blipFill>
        <p:spPr>
          <a:xfrm>
            <a:off x="9815421" y="575923"/>
            <a:ext cx="1801777" cy="553129"/>
          </a:xfrm>
          <a:prstGeom prst="rect">
            <a:avLst/>
          </a:prstGeom>
        </p:spPr>
      </p:pic>
      <p:sp>
        <p:nvSpPr>
          <p:cNvPr id="6" name="object 17">
            <a:extLst>
              <a:ext uri="{FF2B5EF4-FFF2-40B4-BE49-F238E27FC236}">
                <a16:creationId xmlns:a16="http://schemas.microsoft.com/office/drawing/2014/main" id="{D41CAC6E-A1AF-EE41-B7C8-5E89759F1640}"/>
              </a:ext>
            </a:extLst>
          </p:cNvPr>
          <p:cNvSpPr/>
          <p:nvPr userDrawn="1"/>
        </p:nvSpPr>
        <p:spPr>
          <a:xfrm>
            <a:off x="576000" y="3335991"/>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25408D"/>
          </a:solidFill>
        </p:spPr>
        <p:txBody>
          <a:bodyPr wrap="square" lIns="0" tIns="0" rIns="0" bIns="0" rtlCol="0"/>
          <a:lstStyle/>
          <a:p>
            <a:endParaRPr/>
          </a:p>
        </p:txBody>
      </p:sp>
      <p:sp>
        <p:nvSpPr>
          <p:cNvPr id="13" name="Text Placeholder 14">
            <a:extLst>
              <a:ext uri="{FF2B5EF4-FFF2-40B4-BE49-F238E27FC236}">
                <a16:creationId xmlns:a16="http://schemas.microsoft.com/office/drawing/2014/main" id="{4079F3DD-B8B1-A048-BFFD-2B692EB3A3D7}"/>
              </a:ext>
            </a:extLst>
          </p:cNvPr>
          <p:cNvSpPr>
            <a:spLocks noGrp="1"/>
          </p:cNvSpPr>
          <p:nvPr>
            <p:ph type="body" sz="quarter" idx="10" hasCustomPrompt="1"/>
          </p:nvPr>
        </p:nvSpPr>
        <p:spPr>
          <a:xfrm>
            <a:off x="533400" y="4343400"/>
            <a:ext cx="5562600" cy="1538883"/>
          </a:xfrm>
        </p:spPr>
        <p:txBody>
          <a:bodyPr/>
          <a:lstStyle>
            <a:lvl1pPr>
              <a:defRPr sz="5000" b="1" baseline="0">
                <a:solidFill>
                  <a:srgbClr val="24408D"/>
                </a:solidFill>
                <a:latin typeface="Arial" panose="020B0604020202020204" pitchFamily="34" charset="0"/>
                <a:cs typeface="Arial" panose="020B0604020202020204" pitchFamily="34" charset="0"/>
              </a:defRPr>
            </a:lvl1pPr>
          </a:lstStyle>
          <a:p>
            <a:pPr lvl="0"/>
            <a:r>
              <a:rPr lang="en-GB"/>
              <a:t>1st Line Header</a:t>
            </a:r>
            <a:br>
              <a:rPr lang="en-GB"/>
            </a:br>
            <a:r>
              <a:rPr lang="en-GB"/>
              <a:t>2nd Line Header</a:t>
            </a:r>
            <a:endParaRPr lang="en-US"/>
          </a:p>
        </p:txBody>
      </p:sp>
      <p:sp>
        <p:nvSpPr>
          <p:cNvPr id="14" name="Text Placeholder 17">
            <a:extLst>
              <a:ext uri="{FF2B5EF4-FFF2-40B4-BE49-F238E27FC236}">
                <a16:creationId xmlns:a16="http://schemas.microsoft.com/office/drawing/2014/main" id="{74190006-AD26-B942-B35A-C304E8CFA96B}"/>
              </a:ext>
            </a:extLst>
          </p:cNvPr>
          <p:cNvSpPr>
            <a:spLocks noGrp="1"/>
          </p:cNvSpPr>
          <p:nvPr>
            <p:ph type="body" sz="quarter" idx="11" hasCustomPrompt="1"/>
          </p:nvPr>
        </p:nvSpPr>
        <p:spPr>
          <a:xfrm>
            <a:off x="533400" y="5971962"/>
            <a:ext cx="2743200" cy="384721"/>
          </a:xfrm>
        </p:spPr>
        <p:txBody>
          <a:bodyPr/>
          <a:lstStyle>
            <a:lvl1pPr>
              <a:defRPr sz="2500">
                <a:solidFill>
                  <a:schemeClr val="bg1"/>
                </a:solidFill>
                <a:latin typeface="Arial" panose="020B0604020202020204" pitchFamily="34" charset="0"/>
                <a:cs typeface="Arial" panose="020B0604020202020204" pitchFamily="34" charset="0"/>
              </a:defRPr>
            </a:lvl1pPr>
          </a:lstStyle>
          <a:p>
            <a:pPr lvl="0"/>
            <a:r>
              <a:rPr lang="en-GB"/>
              <a:t>Sub Header</a:t>
            </a:r>
            <a:endParaRPr lang="en-US"/>
          </a:p>
        </p:txBody>
      </p:sp>
      <p:sp>
        <p:nvSpPr>
          <p:cNvPr id="15" name="Text Placeholder 2">
            <a:extLst>
              <a:ext uri="{FF2B5EF4-FFF2-40B4-BE49-F238E27FC236}">
                <a16:creationId xmlns:a16="http://schemas.microsoft.com/office/drawing/2014/main" id="{0C25CAF6-6C38-434A-8515-C32412E0E9E0}"/>
              </a:ext>
            </a:extLst>
          </p:cNvPr>
          <p:cNvSpPr>
            <a:spLocks noGrp="1"/>
          </p:cNvSpPr>
          <p:nvPr>
            <p:ph type="body" sz="quarter" idx="12" hasCustomPrompt="1"/>
          </p:nvPr>
        </p:nvSpPr>
        <p:spPr>
          <a:xfrm>
            <a:off x="530280" y="3505200"/>
            <a:ext cx="914400" cy="484748"/>
          </a:xfrm>
        </p:spPr>
        <p:txBody>
          <a:bodyPr/>
          <a:lstStyle>
            <a:lvl1pPr algn="ctr">
              <a:defRPr sz="3150" b="1">
                <a:solidFill>
                  <a:srgbClr val="FDBA13"/>
                </a:solidFill>
                <a:latin typeface="Arial" panose="020B0604020202020204" pitchFamily="34" charset="0"/>
                <a:cs typeface="Arial" panose="020B0604020202020204" pitchFamily="34" charset="0"/>
              </a:defRPr>
            </a:lvl1pPr>
          </a:lstStyle>
          <a:p>
            <a:pPr lvl="0"/>
            <a:r>
              <a:rPr lang="en-GB"/>
              <a:t>01</a:t>
            </a:r>
            <a:endParaRPr lang="en-US"/>
          </a:p>
        </p:txBody>
      </p:sp>
      <p:pic>
        <p:nvPicPr>
          <p:cNvPr id="12" name="Picture 11">
            <a:extLst>
              <a:ext uri="{FF2B5EF4-FFF2-40B4-BE49-F238E27FC236}">
                <a16:creationId xmlns:a16="http://schemas.microsoft.com/office/drawing/2014/main" id="{E681081D-0C96-5943-BBC3-B8DF5ADDFC9E}"/>
              </a:ext>
            </a:extLst>
          </p:cNvPr>
          <p:cNvPicPr>
            <a:picLocks noChangeAspect="1"/>
          </p:cNvPicPr>
          <p:nvPr userDrawn="1"/>
        </p:nvPicPr>
        <p:blipFill>
          <a:blip r:embed="rId3"/>
          <a:stretch>
            <a:fillRect/>
          </a:stretch>
        </p:blipFill>
        <p:spPr>
          <a:xfrm>
            <a:off x="6688305" y="1328905"/>
            <a:ext cx="5300496" cy="5300496"/>
          </a:xfrm>
          <a:prstGeom prst="rect">
            <a:avLst/>
          </a:prstGeom>
        </p:spPr>
      </p:pic>
    </p:spTree>
    <p:extLst>
      <p:ext uri="{BB962C8B-B14F-4D97-AF65-F5344CB8AC3E}">
        <p14:creationId xmlns:p14="http://schemas.microsoft.com/office/powerpoint/2010/main" val="35452332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sp>
        <p:nvSpPr>
          <p:cNvPr id="16" name="bg object 16"/>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25408D"/>
          </a:solidFill>
        </p:spPr>
        <p:txBody>
          <a:bodyPr wrap="square" lIns="0" tIns="0" rIns="0" bIns="0" rtlCol="0"/>
          <a:lstStyle/>
          <a:p>
            <a:endParaRPr/>
          </a:p>
        </p:txBody>
      </p:sp>
      <p:sp>
        <p:nvSpPr>
          <p:cNvPr id="15" name="Text Placeholder 14">
            <a:extLst>
              <a:ext uri="{FF2B5EF4-FFF2-40B4-BE49-F238E27FC236}">
                <a16:creationId xmlns:a16="http://schemas.microsoft.com/office/drawing/2014/main" id="{B49E1506-44A0-C243-961B-917943DAE1E2}"/>
              </a:ext>
            </a:extLst>
          </p:cNvPr>
          <p:cNvSpPr>
            <a:spLocks noGrp="1"/>
          </p:cNvSpPr>
          <p:nvPr>
            <p:ph type="body" sz="quarter" idx="10" hasCustomPrompt="1"/>
          </p:nvPr>
        </p:nvSpPr>
        <p:spPr>
          <a:xfrm>
            <a:off x="533400" y="2318598"/>
            <a:ext cx="5562600" cy="1485900"/>
          </a:xfrm>
        </p:spPr>
        <p:txBody>
          <a:bodyPr/>
          <a:lstStyle>
            <a:lvl1pPr>
              <a:defRPr sz="5000" b="1" baseline="0">
                <a:solidFill>
                  <a:srgbClr val="FDBA13"/>
                </a:solidFill>
                <a:latin typeface="Arial" panose="020B0604020202020204" pitchFamily="34" charset="0"/>
                <a:cs typeface="Arial" panose="020B0604020202020204" pitchFamily="34" charset="0"/>
              </a:defRPr>
            </a:lvl1pPr>
          </a:lstStyle>
          <a:p>
            <a:pPr lvl="0"/>
            <a:r>
              <a:rPr lang="en-GB"/>
              <a:t>1st Line Header</a:t>
            </a:r>
            <a:br>
              <a:rPr lang="en-GB"/>
            </a:br>
            <a:r>
              <a:rPr lang="en-GB"/>
              <a:t>2nd Line Header</a:t>
            </a:r>
            <a:endParaRPr lang="en-US"/>
          </a:p>
        </p:txBody>
      </p:sp>
      <p:sp>
        <p:nvSpPr>
          <p:cNvPr id="18" name="Text Placeholder 17">
            <a:extLst>
              <a:ext uri="{FF2B5EF4-FFF2-40B4-BE49-F238E27FC236}">
                <a16:creationId xmlns:a16="http://schemas.microsoft.com/office/drawing/2014/main" id="{7A74C29E-264C-E546-AA84-D6DEEEFAE46E}"/>
              </a:ext>
            </a:extLst>
          </p:cNvPr>
          <p:cNvSpPr>
            <a:spLocks noGrp="1"/>
          </p:cNvSpPr>
          <p:nvPr>
            <p:ph type="body" sz="quarter" idx="11" hasCustomPrompt="1"/>
          </p:nvPr>
        </p:nvSpPr>
        <p:spPr>
          <a:xfrm>
            <a:off x="533400" y="3947160"/>
            <a:ext cx="2743200" cy="384721"/>
          </a:xfrm>
        </p:spPr>
        <p:txBody>
          <a:bodyPr/>
          <a:lstStyle>
            <a:lvl1pPr>
              <a:defRPr sz="2500">
                <a:solidFill>
                  <a:schemeClr val="bg1"/>
                </a:solidFill>
                <a:latin typeface="Arial" panose="020B0604020202020204" pitchFamily="34" charset="0"/>
                <a:cs typeface="Arial" panose="020B0604020202020204" pitchFamily="34" charset="0"/>
              </a:defRPr>
            </a:lvl1pPr>
          </a:lstStyle>
          <a:p>
            <a:pPr lvl="0"/>
            <a:r>
              <a:rPr lang="en-GB"/>
              <a:t>Sub Header</a:t>
            </a:r>
            <a:endParaRPr lang="en-US"/>
          </a:p>
        </p:txBody>
      </p:sp>
      <p:pic>
        <p:nvPicPr>
          <p:cNvPr id="8" name="Picture 7">
            <a:extLst>
              <a:ext uri="{FF2B5EF4-FFF2-40B4-BE49-F238E27FC236}">
                <a16:creationId xmlns:a16="http://schemas.microsoft.com/office/drawing/2014/main" id="{09406C76-BFDA-2443-8FE2-8A696F72BB97}"/>
              </a:ext>
            </a:extLst>
          </p:cNvPr>
          <p:cNvPicPr>
            <a:picLocks noChangeAspect="1"/>
          </p:cNvPicPr>
          <p:nvPr userDrawn="1"/>
        </p:nvPicPr>
        <p:blipFill>
          <a:blip r:embed="rId2"/>
          <a:stretch>
            <a:fillRect/>
          </a:stretch>
        </p:blipFill>
        <p:spPr>
          <a:xfrm>
            <a:off x="575994" y="5788803"/>
            <a:ext cx="1616743" cy="547430"/>
          </a:xfrm>
          <a:prstGeom prst="rect">
            <a:avLst/>
          </a:prstGeom>
        </p:spPr>
      </p:pic>
      <p:pic>
        <p:nvPicPr>
          <p:cNvPr id="9" name="Picture 8">
            <a:extLst>
              <a:ext uri="{FF2B5EF4-FFF2-40B4-BE49-F238E27FC236}">
                <a16:creationId xmlns:a16="http://schemas.microsoft.com/office/drawing/2014/main" id="{1B6C17F0-EC2B-8849-AC98-388A1F15AAA1}"/>
              </a:ext>
            </a:extLst>
          </p:cNvPr>
          <p:cNvPicPr>
            <a:picLocks noChangeAspect="1"/>
          </p:cNvPicPr>
          <p:nvPr userDrawn="1"/>
        </p:nvPicPr>
        <p:blipFill>
          <a:blip r:embed="rId3"/>
          <a:stretch>
            <a:fillRect/>
          </a:stretch>
        </p:blipFill>
        <p:spPr>
          <a:xfrm>
            <a:off x="575994" y="577370"/>
            <a:ext cx="2353083" cy="722375"/>
          </a:xfrm>
          <a:prstGeom prst="rect">
            <a:avLst/>
          </a:prstGeom>
        </p:spPr>
      </p:pic>
      <p:pic>
        <p:nvPicPr>
          <p:cNvPr id="11" name="Picture 10">
            <a:extLst>
              <a:ext uri="{FF2B5EF4-FFF2-40B4-BE49-F238E27FC236}">
                <a16:creationId xmlns:a16="http://schemas.microsoft.com/office/drawing/2014/main" id="{AA8B8DAD-9481-AA47-88A7-BFE49BF958F8}"/>
              </a:ext>
            </a:extLst>
          </p:cNvPr>
          <p:cNvPicPr>
            <a:picLocks noChangeAspect="1"/>
          </p:cNvPicPr>
          <p:nvPr userDrawn="1"/>
        </p:nvPicPr>
        <p:blipFill>
          <a:blip r:embed="rId4"/>
          <a:stretch>
            <a:fillRect/>
          </a:stretch>
        </p:blipFill>
        <p:spPr>
          <a:xfrm>
            <a:off x="6688306" y="1328904"/>
            <a:ext cx="5300495" cy="5300495"/>
          </a:xfrm>
          <a:prstGeom prst="rect">
            <a:avLst/>
          </a:prstGeom>
        </p:spPr>
      </p:pic>
    </p:spTree>
    <p:extLst>
      <p:ext uri="{BB962C8B-B14F-4D97-AF65-F5344CB8AC3E}">
        <p14:creationId xmlns:p14="http://schemas.microsoft.com/office/powerpoint/2010/main" val="39988336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CONTENT TITLE 1">
    <p:bg>
      <p:bgPr>
        <a:solidFill>
          <a:schemeClr val="bg1"/>
        </a:solidFill>
        <a:effectLst/>
      </p:bgPr>
    </p:bg>
    <p:spTree>
      <p:nvGrpSpPr>
        <p:cNvPr id="1" name=""/>
        <p:cNvGrpSpPr/>
        <p:nvPr/>
      </p:nvGrpSpPr>
      <p:grpSpPr>
        <a:xfrm>
          <a:off x="0" y="0"/>
          <a:ext cx="0" cy="0"/>
          <a:chOff x="0" y="0"/>
          <a:chExt cx="0" cy="0"/>
        </a:xfrm>
      </p:grpSpPr>
      <p:sp>
        <p:nvSpPr>
          <p:cNvPr id="7" name="object 2">
            <a:extLst>
              <a:ext uri="{FF2B5EF4-FFF2-40B4-BE49-F238E27FC236}">
                <a16:creationId xmlns:a16="http://schemas.microsoft.com/office/drawing/2014/main" id="{E1C47ABA-B797-8D40-9EA9-D68CBCD1CFA6}"/>
              </a:ext>
            </a:extLst>
          </p:cNvPr>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FDB913"/>
          </a:solidFill>
        </p:spPr>
        <p:txBody>
          <a:bodyPr wrap="square" lIns="0" tIns="0" rIns="0" bIns="0" rtlCol="0"/>
          <a:lstStyle/>
          <a:p>
            <a:endParaRPr/>
          </a:p>
        </p:txBody>
      </p:sp>
      <p:pic>
        <p:nvPicPr>
          <p:cNvPr id="10" name="Picture 9">
            <a:extLst>
              <a:ext uri="{FF2B5EF4-FFF2-40B4-BE49-F238E27FC236}">
                <a16:creationId xmlns:a16="http://schemas.microsoft.com/office/drawing/2014/main" id="{D37420C8-369F-9048-9E36-6E4EB475F5E0}"/>
              </a:ext>
            </a:extLst>
          </p:cNvPr>
          <p:cNvPicPr>
            <a:picLocks noChangeAspect="1"/>
          </p:cNvPicPr>
          <p:nvPr userDrawn="1"/>
        </p:nvPicPr>
        <p:blipFill>
          <a:blip r:embed="rId2"/>
          <a:stretch>
            <a:fillRect/>
          </a:stretch>
        </p:blipFill>
        <p:spPr>
          <a:xfrm>
            <a:off x="9815421" y="575923"/>
            <a:ext cx="1801777" cy="553129"/>
          </a:xfrm>
          <a:prstGeom prst="rect">
            <a:avLst/>
          </a:prstGeom>
        </p:spPr>
      </p:pic>
      <p:sp>
        <p:nvSpPr>
          <p:cNvPr id="6" name="object 17">
            <a:extLst>
              <a:ext uri="{FF2B5EF4-FFF2-40B4-BE49-F238E27FC236}">
                <a16:creationId xmlns:a16="http://schemas.microsoft.com/office/drawing/2014/main" id="{D41CAC6E-A1AF-EE41-B7C8-5E89759F1640}"/>
              </a:ext>
            </a:extLst>
          </p:cNvPr>
          <p:cNvSpPr/>
          <p:nvPr userDrawn="1"/>
        </p:nvSpPr>
        <p:spPr>
          <a:xfrm>
            <a:off x="576000" y="3335991"/>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25408D"/>
          </a:solidFill>
        </p:spPr>
        <p:txBody>
          <a:bodyPr wrap="square" lIns="0" tIns="0" rIns="0" bIns="0" rtlCol="0"/>
          <a:lstStyle/>
          <a:p>
            <a:endParaRPr/>
          </a:p>
        </p:txBody>
      </p:sp>
      <p:sp>
        <p:nvSpPr>
          <p:cNvPr id="13" name="Text Placeholder 14">
            <a:extLst>
              <a:ext uri="{FF2B5EF4-FFF2-40B4-BE49-F238E27FC236}">
                <a16:creationId xmlns:a16="http://schemas.microsoft.com/office/drawing/2014/main" id="{4079F3DD-B8B1-A048-BFFD-2B692EB3A3D7}"/>
              </a:ext>
            </a:extLst>
          </p:cNvPr>
          <p:cNvSpPr>
            <a:spLocks noGrp="1"/>
          </p:cNvSpPr>
          <p:nvPr>
            <p:ph type="body" sz="quarter" idx="10" hasCustomPrompt="1"/>
          </p:nvPr>
        </p:nvSpPr>
        <p:spPr>
          <a:xfrm>
            <a:off x="533400" y="4343400"/>
            <a:ext cx="5562600" cy="1538883"/>
          </a:xfrm>
        </p:spPr>
        <p:txBody>
          <a:bodyPr/>
          <a:lstStyle>
            <a:lvl1pPr>
              <a:defRPr sz="5000" b="1" baseline="0">
                <a:solidFill>
                  <a:srgbClr val="24408D"/>
                </a:solidFill>
                <a:latin typeface="Arial" panose="020B0604020202020204" pitchFamily="34" charset="0"/>
                <a:cs typeface="Arial" panose="020B0604020202020204" pitchFamily="34" charset="0"/>
              </a:defRPr>
            </a:lvl1pPr>
          </a:lstStyle>
          <a:p>
            <a:pPr lvl="0"/>
            <a:r>
              <a:rPr lang="en-GB"/>
              <a:t>1st Line Header</a:t>
            </a:r>
            <a:br>
              <a:rPr lang="en-GB"/>
            </a:br>
            <a:r>
              <a:rPr lang="en-GB"/>
              <a:t>2nd Line Header</a:t>
            </a:r>
            <a:endParaRPr lang="en-US"/>
          </a:p>
        </p:txBody>
      </p:sp>
      <p:sp>
        <p:nvSpPr>
          <p:cNvPr id="14" name="Text Placeholder 17">
            <a:extLst>
              <a:ext uri="{FF2B5EF4-FFF2-40B4-BE49-F238E27FC236}">
                <a16:creationId xmlns:a16="http://schemas.microsoft.com/office/drawing/2014/main" id="{74190006-AD26-B942-B35A-C304E8CFA96B}"/>
              </a:ext>
            </a:extLst>
          </p:cNvPr>
          <p:cNvSpPr>
            <a:spLocks noGrp="1"/>
          </p:cNvSpPr>
          <p:nvPr>
            <p:ph type="body" sz="quarter" idx="11" hasCustomPrompt="1"/>
          </p:nvPr>
        </p:nvSpPr>
        <p:spPr>
          <a:xfrm>
            <a:off x="533400" y="5971962"/>
            <a:ext cx="2743200" cy="384721"/>
          </a:xfrm>
        </p:spPr>
        <p:txBody>
          <a:bodyPr/>
          <a:lstStyle>
            <a:lvl1pPr>
              <a:defRPr sz="2500">
                <a:solidFill>
                  <a:schemeClr val="bg1"/>
                </a:solidFill>
                <a:latin typeface="Arial" panose="020B0604020202020204" pitchFamily="34" charset="0"/>
                <a:cs typeface="Arial" panose="020B0604020202020204" pitchFamily="34" charset="0"/>
              </a:defRPr>
            </a:lvl1pPr>
          </a:lstStyle>
          <a:p>
            <a:pPr lvl="0"/>
            <a:r>
              <a:rPr lang="en-GB"/>
              <a:t>Sub Header</a:t>
            </a:r>
            <a:endParaRPr lang="en-US"/>
          </a:p>
        </p:txBody>
      </p:sp>
      <p:sp>
        <p:nvSpPr>
          <p:cNvPr id="15" name="Text Placeholder 2">
            <a:extLst>
              <a:ext uri="{FF2B5EF4-FFF2-40B4-BE49-F238E27FC236}">
                <a16:creationId xmlns:a16="http://schemas.microsoft.com/office/drawing/2014/main" id="{0C25CAF6-6C38-434A-8515-C32412E0E9E0}"/>
              </a:ext>
            </a:extLst>
          </p:cNvPr>
          <p:cNvSpPr>
            <a:spLocks noGrp="1"/>
          </p:cNvSpPr>
          <p:nvPr>
            <p:ph type="body" sz="quarter" idx="12" hasCustomPrompt="1"/>
          </p:nvPr>
        </p:nvSpPr>
        <p:spPr>
          <a:xfrm>
            <a:off x="530280" y="3505200"/>
            <a:ext cx="914400" cy="484748"/>
          </a:xfrm>
        </p:spPr>
        <p:txBody>
          <a:bodyPr/>
          <a:lstStyle>
            <a:lvl1pPr algn="ctr">
              <a:defRPr sz="3150" b="1">
                <a:solidFill>
                  <a:srgbClr val="FDBA13"/>
                </a:solidFill>
                <a:latin typeface="Arial" panose="020B0604020202020204" pitchFamily="34" charset="0"/>
                <a:cs typeface="Arial" panose="020B0604020202020204" pitchFamily="34" charset="0"/>
              </a:defRPr>
            </a:lvl1pPr>
          </a:lstStyle>
          <a:p>
            <a:pPr lvl="0"/>
            <a:r>
              <a:rPr lang="en-GB"/>
              <a:t>01</a:t>
            </a:r>
            <a:endParaRPr lang="en-US"/>
          </a:p>
        </p:txBody>
      </p:sp>
      <p:pic>
        <p:nvPicPr>
          <p:cNvPr id="12" name="Picture 11">
            <a:extLst>
              <a:ext uri="{FF2B5EF4-FFF2-40B4-BE49-F238E27FC236}">
                <a16:creationId xmlns:a16="http://schemas.microsoft.com/office/drawing/2014/main" id="{E681081D-0C96-5943-BBC3-B8DF5ADDFC9E}"/>
              </a:ext>
            </a:extLst>
          </p:cNvPr>
          <p:cNvPicPr>
            <a:picLocks noChangeAspect="1"/>
          </p:cNvPicPr>
          <p:nvPr userDrawn="1"/>
        </p:nvPicPr>
        <p:blipFill>
          <a:blip r:embed="rId3"/>
          <a:stretch>
            <a:fillRect/>
          </a:stretch>
        </p:blipFill>
        <p:spPr>
          <a:xfrm>
            <a:off x="6688305" y="1328905"/>
            <a:ext cx="5300496" cy="5300496"/>
          </a:xfrm>
          <a:prstGeom prst="rect">
            <a:avLst/>
          </a:prstGeom>
        </p:spPr>
      </p:pic>
    </p:spTree>
    <p:extLst>
      <p:ext uri="{BB962C8B-B14F-4D97-AF65-F5344CB8AC3E}">
        <p14:creationId xmlns:p14="http://schemas.microsoft.com/office/powerpoint/2010/main" val="23526145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TITLE 2">
    <p:spTree>
      <p:nvGrpSpPr>
        <p:cNvPr id="1" name=""/>
        <p:cNvGrpSpPr/>
        <p:nvPr/>
      </p:nvGrpSpPr>
      <p:grpSpPr>
        <a:xfrm>
          <a:off x="0" y="0"/>
          <a:ext cx="0" cy="0"/>
          <a:chOff x="0" y="0"/>
          <a:chExt cx="0" cy="0"/>
        </a:xfrm>
      </p:grpSpPr>
      <p:sp>
        <p:nvSpPr>
          <p:cNvPr id="8" name="object 2">
            <a:extLst>
              <a:ext uri="{FF2B5EF4-FFF2-40B4-BE49-F238E27FC236}">
                <a16:creationId xmlns:a16="http://schemas.microsoft.com/office/drawing/2014/main" id="{7AFBEAC9-D4A4-5E45-8FBD-DB63B8A4CE08}"/>
              </a:ext>
            </a:extLst>
          </p:cNvPr>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25408D"/>
          </a:solidFill>
        </p:spPr>
        <p:txBody>
          <a:bodyPr wrap="square" lIns="0" tIns="0" rIns="0" bIns="0" rtlCol="0"/>
          <a:lstStyle/>
          <a:p>
            <a:endParaRPr/>
          </a:p>
        </p:txBody>
      </p:sp>
      <p:pic>
        <p:nvPicPr>
          <p:cNvPr id="9" name="Picture 8">
            <a:extLst>
              <a:ext uri="{FF2B5EF4-FFF2-40B4-BE49-F238E27FC236}">
                <a16:creationId xmlns:a16="http://schemas.microsoft.com/office/drawing/2014/main" id="{FFE8A3FC-ACA8-EF44-99E1-272DA6597867}"/>
              </a:ext>
            </a:extLst>
          </p:cNvPr>
          <p:cNvPicPr>
            <a:picLocks noChangeAspect="1"/>
          </p:cNvPicPr>
          <p:nvPr userDrawn="1"/>
        </p:nvPicPr>
        <p:blipFill>
          <a:blip r:embed="rId2"/>
          <a:stretch>
            <a:fillRect/>
          </a:stretch>
        </p:blipFill>
        <p:spPr>
          <a:xfrm>
            <a:off x="9815421" y="577622"/>
            <a:ext cx="1801776" cy="553129"/>
          </a:xfrm>
          <a:prstGeom prst="rect">
            <a:avLst/>
          </a:prstGeom>
        </p:spPr>
      </p:pic>
      <p:sp>
        <p:nvSpPr>
          <p:cNvPr id="6" name="object 17">
            <a:extLst>
              <a:ext uri="{FF2B5EF4-FFF2-40B4-BE49-F238E27FC236}">
                <a16:creationId xmlns:a16="http://schemas.microsoft.com/office/drawing/2014/main" id="{BA6F8A2B-F6D6-6042-86E5-0359E3657077}"/>
              </a:ext>
            </a:extLst>
          </p:cNvPr>
          <p:cNvSpPr/>
          <p:nvPr userDrawn="1"/>
        </p:nvSpPr>
        <p:spPr>
          <a:xfrm>
            <a:off x="576000" y="3335991"/>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7" name="Text Placeholder 14">
            <a:extLst>
              <a:ext uri="{FF2B5EF4-FFF2-40B4-BE49-F238E27FC236}">
                <a16:creationId xmlns:a16="http://schemas.microsoft.com/office/drawing/2014/main" id="{2B64CBD6-E94F-384D-B3C7-5EF72981368A}"/>
              </a:ext>
            </a:extLst>
          </p:cNvPr>
          <p:cNvSpPr>
            <a:spLocks noGrp="1"/>
          </p:cNvSpPr>
          <p:nvPr>
            <p:ph type="body" sz="quarter" idx="10" hasCustomPrompt="1"/>
          </p:nvPr>
        </p:nvSpPr>
        <p:spPr>
          <a:xfrm>
            <a:off x="533400" y="4343400"/>
            <a:ext cx="5562600" cy="1538883"/>
          </a:xfrm>
        </p:spPr>
        <p:txBody>
          <a:bodyPr/>
          <a:lstStyle>
            <a:lvl1pPr>
              <a:defRPr sz="5000" b="1" baseline="0">
                <a:solidFill>
                  <a:srgbClr val="FDBA13"/>
                </a:solidFill>
                <a:latin typeface="Arial" panose="020B0604020202020204" pitchFamily="34" charset="0"/>
                <a:cs typeface="Arial" panose="020B0604020202020204" pitchFamily="34" charset="0"/>
              </a:defRPr>
            </a:lvl1pPr>
          </a:lstStyle>
          <a:p>
            <a:pPr lvl="0"/>
            <a:r>
              <a:rPr lang="en-GB"/>
              <a:t>1st Line Header</a:t>
            </a:r>
            <a:br>
              <a:rPr lang="en-GB"/>
            </a:br>
            <a:r>
              <a:rPr lang="en-GB"/>
              <a:t>2nd Line Header</a:t>
            </a:r>
            <a:endParaRPr lang="en-US"/>
          </a:p>
        </p:txBody>
      </p:sp>
      <p:sp>
        <p:nvSpPr>
          <p:cNvPr id="12" name="Text Placeholder 17">
            <a:extLst>
              <a:ext uri="{FF2B5EF4-FFF2-40B4-BE49-F238E27FC236}">
                <a16:creationId xmlns:a16="http://schemas.microsoft.com/office/drawing/2014/main" id="{AC9E665C-77BC-F04C-84E1-EE652A544129}"/>
              </a:ext>
            </a:extLst>
          </p:cNvPr>
          <p:cNvSpPr>
            <a:spLocks noGrp="1"/>
          </p:cNvSpPr>
          <p:nvPr>
            <p:ph type="body" sz="quarter" idx="11" hasCustomPrompt="1"/>
          </p:nvPr>
        </p:nvSpPr>
        <p:spPr>
          <a:xfrm>
            <a:off x="533400" y="5971962"/>
            <a:ext cx="2743200" cy="384721"/>
          </a:xfrm>
        </p:spPr>
        <p:txBody>
          <a:bodyPr/>
          <a:lstStyle>
            <a:lvl1pPr>
              <a:defRPr sz="2500">
                <a:solidFill>
                  <a:schemeClr val="bg1"/>
                </a:solidFill>
                <a:latin typeface="Arial" panose="020B0604020202020204" pitchFamily="34" charset="0"/>
                <a:cs typeface="Arial" panose="020B0604020202020204" pitchFamily="34" charset="0"/>
              </a:defRPr>
            </a:lvl1pPr>
          </a:lstStyle>
          <a:p>
            <a:pPr lvl="0"/>
            <a:r>
              <a:rPr lang="en-GB"/>
              <a:t>Sub Header</a:t>
            </a:r>
            <a:endParaRPr lang="en-US"/>
          </a:p>
        </p:txBody>
      </p:sp>
      <p:sp>
        <p:nvSpPr>
          <p:cNvPr id="13" name="Text Placeholder 2">
            <a:extLst>
              <a:ext uri="{FF2B5EF4-FFF2-40B4-BE49-F238E27FC236}">
                <a16:creationId xmlns:a16="http://schemas.microsoft.com/office/drawing/2014/main" id="{EACB878B-8222-1C49-9B67-4305EC50063C}"/>
              </a:ext>
            </a:extLst>
          </p:cNvPr>
          <p:cNvSpPr>
            <a:spLocks noGrp="1"/>
          </p:cNvSpPr>
          <p:nvPr>
            <p:ph type="body" sz="quarter" idx="12" hasCustomPrompt="1"/>
          </p:nvPr>
        </p:nvSpPr>
        <p:spPr>
          <a:xfrm>
            <a:off x="530280" y="3505200"/>
            <a:ext cx="914400" cy="484748"/>
          </a:xfrm>
        </p:spPr>
        <p:txBody>
          <a:bodyPr/>
          <a:lstStyle>
            <a:lvl1pPr algn="ctr">
              <a:defRPr sz="3150" b="1">
                <a:solidFill>
                  <a:srgbClr val="24408D"/>
                </a:solidFill>
                <a:latin typeface="Arial" panose="020B0604020202020204" pitchFamily="34" charset="0"/>
                <a:cs typeface="Arial" panose="020B0604020202020204" pitchFamily="34" charset="0"/>
              </a:defRPr>
            </a:lvl1pPr>
          </a:lstStyle>
          <a:p>
            <a:pPr lvl="0"/>
            <a:r>
              <a:rPr lang="en-GB"/>
              <a:t>01</a:t>
            </a:r>
            <a:endParaRPr lang="en-US"/>
          </a:p>
        </p:txBody>
      </p:sp>
      <p:pic>
        <p:nvPicPr>
          <p:cNvPr id="10" name="Picture 9">
            <a:extLst>
              <a:ext uri="{FF2B5EF4-FFF2-40B4-BE49-F238E27FC236}">
                <a16:creationId xmlns:a16="http://schemas.microsoft.com/office/drawing/2014/main" id="{70FCB4A0-59FC-5D4F-BD50-3F3913132A7D}"/>
              </a:ext>
            </a:extLst>
          </p:cNvPr>
          <p:cNvPicPr>
            <a:picLocks noChangeAspect="1"/>
          </p:cNvPicPr>
          <p:nvPr userDrawn="1"/>
        </p:nvPicPr>
        <p:blipFill>
          <a:blip r:embed="rId3"/>
          <a:stretch>
            <a:fillRect/>
          </a:stretch>
        </p:blipFill>
        <p:spPr>
          <a:xfrm>
            <a:off x="6688306" y="1328904"/>
            <a:ext cx="5300495" cy="5300495"/>
          </a:xfrm>
          <a:prstGeom prst="rect">
            <a:avLst/>
          </a:prstGeom>
        </p:spPr>
      </p:pic>
    </p:spTree>
    <p:extLst>
      <p:ext uri="{BB962C8B-B14F-4D97-AF65-F5344CB8AC3E}">
        <p14:creationId xmlns:p14="http://schemas.microsoft.com/office/powerpoint/2010/main" val="3962793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EXT">
    <p:bg>
      <p:bgPr>
        <a:solidFill>
          <a:schemeClr val="bg1"/>
        </a:solidFill>
        <a:effectLst/>
      </p:bgPr>
    </p:bg>
    <p:spTree>
      <p:nvGrpSpPr>
        <p:cNvPr id="1" name=""/>
        <p:cNvGrpSpPr/>
        <p:nvPr/>
      </p:nvGrpSpPr>
      <p:grpSpPr>
        <a:xfrm>
          <a:off x="0" y="0"/>
          <a:ext cx="0" cy="0"/>
          <a:chOff x="0" y="0"/>
          <a:chExt cx="0" cy="0"/>
        </a:xfrm>
      </p:grpSpPr>
      <p:sp>
        <p:nvSpPr>
          <p:cNvPr id="5" name="object 4">
            <a:extLst>
              <a:ext uri="{FF2B5EF4-FFF2-40B4-BE49-F238E27FC236}">
                <a16:creationId xmlns:a16="http://schemas.microsoft.com/office/drawing/2014/main" id="{C1F0E6C2-2EE5-D841-B127-9502BB69D97F}"/>
              </a:ext>
            </a:extLst>
          </p:cNvPr>
          <p:cNvSpPr/>
          <p:nvPr userDrawn="1"/>
        </p:nvSpPr>
        <p:spPr>
          <a:xfrm>
            <a:off x="0" y="0"/>
            <a:ext cx="12193270" cy="1295855"/>
          </a:xfrm>
          <a:custGeom>
            <a:avLst/>
            <a:gdLst/>
            <a:ahLst/>
            <a:cxnLst/>
            <a:rect l="l" t="t" r="r" b="b"/>
            <a:pathLst>
              <a:path w="12193270" h="1706880">
                <a:moveTo>
                  <a:pt x="12193206" y="0"/>
                </a:moveTo>
                <a:lnTo>
                  <a:pt x="0" y="0"/>
                </a:lnTo>
                <a:lnTo>
                  <a:pt x="0" y="1706765"/>
                </a:lnTo>
                <a:lnTo>
                  <a:pt x="12193206" y="1706765"/>
                </a:lnTo>
                <a:lnTo>
                  <a:pt x="12193206" y="0"/>
                </a:lnTo>
                <a:close/>
              </a:path>
            </a:pathLst>
          </a:custGeom>
          <a:solidFill>
            <a:srgbClr val="25408D"/>
          </a:solidFill>
        </p:spPr>
        <p:txBody>
          <a:bodyPr wrap="square" lIns="0" tIns="0" rIns="0" bIns="0" rtlCol="0"/>
          <a:lstStyle/>
          <a:p>
            <a:endParaRPr/>
          </a:p>
        </p:txBody>
      </p:sp>
      <p:pic>
        <p:nvPicPr>
          <p:cNvPr id="7" name="Picture 6">
            <a:extLst>
              <a:ext uri="{FF2B5EF4-FFF2-40B4-BE49-F238E27FC236}">
                <a16:creationId xmlns:a16="http://schemas.microsoft.com/office/drawing/2014/main" id="{02EE7552-CF1D-3046-90BC-DA62E4CFA17F}"/>
              </a:ext>
            </a:extLst>
          </p:cNvPr>
          <p:cNvPicPr>
            <a:picLocks noChangeAspect="1"/>
          </p:cNvPicPr>
          <p:nvPr userDrawn="1"/>
        </p:nvPicPr>
        <p:blipFill>
          <a:blip r:embed="rId2"/>
          <a:stretch>
            <a:fillRect/>
          </a:stretch>
        </p:blipFill>
        <p:spPr>
          <a:xfrm>
            <a:off x="9815421" y="424767"/>
            <a:ext cx="1801776" cy="553129"/>
          </a:xfrm>
          <a:prstGeom prst="rect">
            <a:avLst/>
          </a:prstGeom>
        </p:spPr>
      </p:pic>
      <p:sp>
        <p:nvSpPr>
          <p:cNvPr id="11" name="Text Placeholder 14">
            <a:extLst>
              <a:ext uri="{FF2B5EF4-FFF2-40B4-BE49-F238E27FC236}">
                <a16:creationId xmlns:a16="http://schemas.microsoft.com/office/drawing/2014/main" id="{6502E452-DD04-A942-B9C7-FB3B968F6231}"/>
              </a:ext>
            </a:extLst>
          </p:cNvPr>
          <p:cNvSpPr>
            <a:spLocks noGrp="1"/>
          </p:cNvSpPr>
          <p:nvPr>
            <p:ph type="body" sz="quarter" idx="10" hasCustomPrompt="1"/>
          </p:nvPr>
        </p:nvSpPr>
        <p:spPr>
          <a:xfrm>
            <a:off x="533400" y="219670"/>
            <a:ext cx="5562600" cy="923330"/>
          </a:xfrm>
        </p:spPr>
        <p:txBody>
          <a:bodyPr/>
          <a:lstStyle>
            <a:lvl1pPr>
              <a:defRPr sz="6000" b="1" baseline="0">
                <a:solidFill>
                  <a:srgbClr val="FDBA13"/>
                </a:solidFill>
                <a:latin typeface="Arial" panose="020B0604020202020204" pitchFamily="34" charset="0"/>
                <a:cs typeface="Arial" panose="020B0604020202020204" pitchFamily="34" charset="0"/>
              </a:defRPr>
            </a:lvl1pPr>
          </a:lstStyle>
          <a:p>
            <a:pPr lvl="0"/>
            <a:r>
              <a:rPr lang="en-GB"/>
              <a:t>Header</a:t>
            </a:r>
            <a:endParaRPr lang="en-US"/>
          </a:p>
        </p:txBody>
      </p:sp>
      <p:sp>
        <p:nvSpPr>
          <p:cNvPr id="12" name="Content Placeholder 2">
            <a:extLst>
              <a:ext uri="{FF2B5EF4-FFF2-40B4-BE49-F238E27FC236}">
                <a16:creationId xmlns:a16="http://schemas.microsoft.com/office/drawing/2014/main" id="{C92D5A97-B1C2-DC43-8911-4BEF1080F833}"/>
              </a:ext>
            </a:extLst>
          </p:cNvPr>
          <p:cNvSpPr>
            <a:spLocks noGrp="1"/>
          </p:cNvSpPr>
          <p:nvPr>
            <p:ph sz="quarter" idx="11"/>
          </p:nvPr>
        </p:nvSpPr>
        <p:spPr>
          <a:xfrm>
            <a:off x="6240463" y="1995059"/>
            <a:ext cx="5951537" cy="4862941"/>
          </a:xfrm>
          <a:solidFill>
            <a:schemeClr val="bg1">
              <a:lumMod val="85000"/>
            </a:schemeClr>
          </a:solidFill>
        </p:spPr>
        <p:txBody>
          <a:bodyPr/>
          <a:lstStyle/>
          <a:p>
            <a:pPr lvl="0"/>
            <a:endParaRPr lang="en-US"/>
          </a:p>
        </p:txBody>
      </p:sp>
      <p:sp>
        <p:nvSpPr>
          <p:cNvPr id="15" name="Text Placeholder 14">
            <a:extLst>
              <a:ext uri="{FF2B5EF4-FFF2-40B4-BE49-F238E27FC236}">
                <a16:creationId xmlns:a16="http://schemas.microsoft.com/office/drawing/2014/main" id="{2B32422C-E3F5-664F-A900-E87EE9A73BA9}"/>
              </a:ext>
            </a:extLst>
          </p:cNvPr>
          <p:cNvSpPr>
            <a:spLocks noGrp="1"/>
          </p:cNvSpPr>
          <p:nvPr>
            <p:ph type="body" sz="quarter" idx="12" hasCustomPrompt="1"/>
          </p:nvPr>
        </p:nvSpPr>
        <p:spPr>
          <a:xfrm>
            <a:off x="533400" y="1995059"/>
            <a:ext cx="4572000" cy="1401761"/>
          </a:xfrm>
        </p:spPr>
        <p:txBody>
          <a:bodyPr/>
          <a:lstStyle>
            <a:lvl1pPr>
              <a:defRPr sz="2500" b="1">
                <a:solidFill>
                  <a:srgbClr val="24408D"/>
                </a:solidFill>
                <a:latin typeface="Arial" panose="020B0604020202020204" pitchFamily="34" charset="0"/>
                <a:cs typeface="Arial" panose="020B0604020202020204" pitchFamily="34" charset="0"/>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Duis at </a:t>
            </a:r>
            <a:r>
              <a:rPr lang="en-GB" err="1"/>
              <a:t>commodo</a:t>
            </a:r>
            <a:r>
              <a:rPr lang="en-GB"/>
              <a:t> </a:t>
            </a:r>
            <a:r>
              <a:rPr lang="en-GB" err="1"/>
              <a:t>neque</a:t>
            </a:r>
            <a:r>
              <a:rPr lang="en-GB"/>
              <a:t>, non </a:t>
            </a:r>
            <a:r>
              <a:rPr lang="en-GB" err="1"/>
              <a:t>ultrices</a:t>
            </a:r>
            <a:r>
              <a:rPr lang="en-GB"/>
              <a:t> </a:t>
            </a:r>
            <a:r>
              <a:rPr lang="en-GB" err="1"/>
              <a:t>turpis</a:t>
            </a:r>
            <a:r>
              <a:rPr lang="en-GB"/>
              <a:t>.</a:t>
            </a:r>
            <a:endParaRPr lang="en-US"/>
          </a:p>
        </p:txBody>
      </p:sp>
      <p:sp>
        <p:nvSpPr>
          <p:cNvPr id="16" name="Text Placeholder 14">
            <a:extLst>
              <a:ext uri="{FF2B5EF4-FFF2-40B4-BE49-F238E27FC236}">
                <a16:creationId xmlns:a16="http://schemas.microsoft.com/office/drawing/2014/main" id="{E2D74DB2-1448-F044-80ED-D57DCBA77357}"/>
              </a:ext>
            </a:extLst>
          </p:cNvPr>
          <p:cNvSpPr>
            <a:spLocks noGrp="1"/>
          </p:cNvSpPr>
          <p:nvPr>
            <p:ph type="body" sz="quarter" idx="13" hasCustomPrompt="1"/>
          </p:nvPr>
        </p:nvSpPr>
        <p:spPr>
          <a:xfrm>
            <a:off x="533400" y="3823541"/>
            <a:ext cx="5334000" cy="2523394"/>
          </a:xfrm>
        </p:spPr>
        <p:txBody>
          <a:bodyPr/>
          <a:lstStyle>
            <a:lvl1pPr>
              <a:defRPr sz="2000" b="0">
                <a:solidFill>
                  <a:schemeClr val="tx1"/>
                </a:solidFill>
                <a:latin typeface="Arial" panose="020B0604020202020204" pitchFamily="34" charset="0"/>
                <a:cs typeface="Arial" panose="020B0604020202020204" pitchFamily="34" charset="0"/>
              </a:defRPr>
            </a:lvl1pPr>
          </a:lstStyle>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a:p>
            <a:pPr>
              <a:lnSpc>
                <a:spcPct val="100000"/>
              </a:lnSpc>
              <a:spcBef>
                <a:spcPts val="45"/>
              </a:spcBef>
            </a:pPr>
            <a:endParaRPr lang="en-GB" sz="2050">
              <a:latin typeface="Arial"/>
              <a:cs typeface="Arial"/>
            </a:endParaRPr>
          </a:p>
          <a:p>
            <a:pPr marL="12700" marR="5080">
              <a:lnSpc>
                <a:spcPct val="100000"/>
              </a:lnSpc>
            </a:pPr>
            <a:r>
              <a:rPr lang="en-GB" sz="2000" spc="-5">
                <a:solidFill>
                  <a:srgbClr val="231F20"/>
                </a:solidFill>
                <a:latin typeface="Arial"/>
                <a:cs typeface="Arial"/>
              </a:rPr>
              <a:t>Donec</a:t>
            </a:r>
            <a:r>
              <a:rPr lang="en-GB" sz="2000" spc="-20">
                <a:solidFill>
                  <a:srgbClr val="231F20"/>
                </a:solidFill>
                <a:latin typeface="Arial"/>
                <a:cs typeface="Arial"/>
              </a:rPr>
              <a:t> </a:t>
            </a:r>
            <a:r>
              <a:rPr lang="en-GB" sz="2000" spc="-5" err="1">
                <a:solidFill>
                  <a:srgbClr val="231F20"/>
                </a:solidFill>
                <a:latin typeface="Arial"/>
                <a:cs typeface="Arial"/>
              </a:rPr>
              <a:t>ut</a:t>
            </a:r>
            <a:r>
              <a:rPr lang="en-GB" sz="2000" spc="-20">
                <a:solidFill>
                  <a:srgbClr val="231F20"/>
                </a:solidFill>
                <a:latin typeface="Arial"/>
                <a:cs typeface="Arial"/>
              </a:rPr>
              <a:t> </a:t>
            </a:r>
            <a:r>
              <a:rPr lang="en-GB" sz="2000" err="1">
                <a:solidFill>
                  <a:srgbClr val="231F20"/>
                </a:solidFill>
                <a:latin typeface="Arial"/>
                <a:cs typeface="Arial"/>
              </a:rPr>
              <a:t>suscipit</a:t>
            </a:r>
            <a:r>
              <a:rPr lang="en-GB" sz="2000" spc="-15">
                <a:solidFill>
                  <a:srgbClr val="231F20"/>
                </a:solidFill>
                <a:latin typeface="Arial"/>
                <a:cs typeface="Arial"/>
              </a:rPr>
              <a:t> </a:t>
            </a:r>
            <a:r>
              <a:rPr lang="en-GB" sz="2000" spc="-25" err="1">
                <a:solidFill>
                  <a:srgbClr val="231F20"/>
                </a:solidFill>
                <a:latin typeface="Arial"/>
                <a:cs typeface="Arial"/>
              </a:rPr>
              <a:t>dolor</a:t>
            </a:r>
            <a:r>
              <a:rPr lang="en-GB" sz="2000" spc="-25">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vitae</a:t>
            </a:r>
            <a:r>
              <a:rPr lang="en-GB" sz="2000" spc="-15">
                <a:solidFill>
                  <a:srgbClr val="231F20"/>
                </a:solidFill>
                <a:latin typeface="Arial"/>
                <a:cs typeface="Arial"/>
              </a:rPr>
              <a:t> </a:t>
            </a:r>
            <a:r>
              <a:rPr lang="en-GB" sz="2000" err="1">
                <a:solidFill>
                  <a:srgbClr val="231F20"/>
                </a:solidFill>
                <a:latin typeface="Arial"/>
                <a:cs typeface="Arial"/>
              </a:rPr>
              <a:t>sollicitudin</a:t>
            </a:r>
            <a:r>
              <a:rPr lang="en-GB" sz="2000" spc="-15">
                <a:solidFill>
                  <a:srgbClr val="231F20"/>
                </a:solidFill>
                <a:latin typeface="Arial"/>
                <a:cs typeface="Arial"/>
              </a:rPr>
              <a:t> </a:t>
            </a:r>
            <a:r>
              <a:rPr lang="en-GB" sz="2000">
                <a:solidFill>
                  <a:srgbClr val="231F20"/>
                </a:solidFill>
                <a:latin typeface="Arial"/>
                <a:cs typeface="Arial"/>
              </a:rPr>
              <a:t>sem. </a:t>
            </a:r>
            <a:r>
              <a:rPr lang="en-GB" sz="2000" spc="-540">
                <a:solidFill>
                  <a:srgbClr val="231F20"/>
                </a:solidFill>
                <a:latin typeface="Arial"/>
                <a:cs typeface="Arial"/>
              </a:rPr>
              <a:t> </a:t>
            </a:r>
            <a:r>
              <a:rPr lang="en-GB" sz="2000" err="1">
                <a:solidFill>
                  <a:srgbClr val="231F20"/>
                </a:solidFill>
                <a:latin typeface="Arial"/>
                <a:cs typeface="Arial"/>
              </a:rPr>
              <a:t>Sed</a:t>
            </a:r>
            <a:r>
              <a:rPr lang="en-GB" sz="2000" spc="-15">
                <a:solidFill>
                  <a:srgbClr val="231F20"/>
                </a:solidFill>
                <a:latin typeface="Arial"/>
                <a:cs typeface="Arial"/>
              </a:rPr>
              <a:t> </a:t>
            </a:r>
            <a:r>
              <a:rPr lang="en-GB" sz="2000" spc="-5" err="1">
                <a:solidFill>
                  <a:srgbClr val="231F20"/>
                </a:solidFill>
                <a:latin typeface="Arial"/>
                <a:cs typeface="Arial"/>
              </a:rPr>
              <a:t>eget</a:t>
            </a:r>
            <a:r>
              <a:rPr lang="en-GB" sz="2000" spc="-20">
                <a:solidFill>
                  <a:srgbClr val="231F20"/>
                </a:solidFill>
                <a:latin typeface="Arial"/>
                <a:cs typeface="Arial"/>
              </a:rPr>
              <a:t> </a:t>
            </a:r>
            <a:r>
              <a:rPr lang="en-GB" sz="2000">
                <a:solidFill>
                  <a:srgbClr val="231F20"/>
                </a:solidFill>
                <a:latin typeface="Arial"/>
                <a:cs typeface="Arial"/>
              </a:rPr>
              <a:t>cursus</a:t>
            </a:r>
            <a:r>
              <a:rPr lang="en-GB" sz="2000" spc="-15">
                <a:solidFill>
                  <a:srgbClr val="231F20"/>
                </a:solidFill>
                <a:latin typeface="Arial"/>
                <a:cs typeface="Arial"/>
              </a:rPr>
              <a:t> </a:t>
            </a:r>
            <a:r>
              <a:rPr lang="en-GB" sz="2000" spc="-5" err="1">
                <a:solidFill>
                  <a:srgbClr val="231F20"/>
                </a:solidFill>
                <a:latin typeface="Arial"/>
                <a:cs typeface="Arial"/>
              </a:rPr>
              <a:t>nulla</a:t>
            </a:r>
            <a:r>
              <a:rPr lang="en-GB" sz="2000" spc="-5">
                <a:solidFill>
                  <a:srgbClr val="231F20"/>
                </a:solidFill>
                <a:latin typeface="Arial"/>
                <a:cs typeface="Arial"/>
              </a:rPr>
              <a:t>,</a:t>
            </a:r>
            <a:r>
              <a:rPr lang="en-GB" sz="2000" spc="-15">
                <a:solidFill>
                  <a:srgbClr val="231F20"/>
                </a:solidFill>
                <a:latin typeface="Arial"/>
                <a:cs typeface="Arial"/>
              </a:rPr>
              <a:t> </a:t>
            </a:r>
            <a:r>
              <a:rPr lang="en-GB" sz="2000" spc="-5" err="1">
                <a:solidFill>
                  <a:srgbClr val="231F20"/>
                </a:solidFill>
                <a:latin typeface="Arial"/>
                <a:cs typeface="Arial"/>
              </a:rPr>
              <a:t>nec</a:t>
            </a:r>
            <a:r>
              <a:rPr lang="en-GB" sz="2000" spc="-20">
                <a:solidFill>
                  <a:srgbClr val="231F20"/>
                </a:solidFill>
                <a:latin typeface="Arial"/>
                <a:cs typeface="Arial"/>
              </a:rPr>
              <a:t> </a:t>
            </a:r>
            <a:r>
              <a:rPr lang="en-GB" sz="2000" err="1">
                <a:solidFill>
                  <a:srgbClr val="231F20"/>
                </a:solidFill>
                <a:latin typeface="Arial"/>
                <a:cs typeface="Arial"/>
              </a:rPr>
              <a:t>consequat</a:t>
            </a:r>
            <a:r>
              <a:rPr lang="en-GB" sz="2000" spc="-1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endParaRPr lang="en-GB" sz="2000">
              <a:latin typeface="Arial"/>
              <a:cs typeface="Arial"/>
            </a:endParaRPr>
          </a:p>
        </p:txBody>
      </p:sp>
    </p:spTree>
    <p:extLst>
      <p:ext uri="{BB962C8B-B14F-4D97-AF65-F5344CB8AC3E}">
        <p14:creationId xmlns:p14="http://schemas.microsoft.com/office/powerpoint/2010/main" val="8980405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 COLLUM">
    <p:bg>
      <p:bgPr>
        <a:solidFill>
          <a:schemeClr val="bg1"/>
        </a:solidFill>
        <a:effectLst/>
      </p:bgPr>
    </p:bg>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2B32422C-E3F5-664F-A900-E87EE9A73BA9}"/>
              </a:ext>
            </a:extLst>
          </p:cNvPr>
          <p:cNvSpPr>
            <a:spLocks noGrp="1"/>
          </p:cNvSpPr>
          <p:nvPr>
            <p:ph type="body" sz="quarter" idx="12" hasCustomPrompt="1"/>
          </p:nvPr>
        </p:nvSpPr>
        <p:spPr>
          <a:xfrm>
            <a:off x="533400" y="1981200"/>
            <a:ext cx="4572000" cy="1401761"/>
          </a:xfrm>
        </p:spPr>
        <p:txBody>
          <a:bodyPr/>
          <a:lstStyle>
            <a:lvl1pPr>
              <a:defRPr sz="2500" b="1">
                <a:solidFill>
                  <a:srgbClr val="24408D"/>
                </a:solidFill>
                <a:latin typeface="Arial" panose="020B0604020202020204" pitchFamily="34" charset="0"/>
                <a:cs typeface="Arial" panose="020B0604020202020204" pitchFamily="34" charset="0"/>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Duis at </a:t>
            </a:r>
            <a:r>
              <a:rPr lang="en-GB" err="1"/>
              <a:t>commodo</a:t>
            </a:r>
            <a:r>
              <a:rPr lang="en-GB"/>
              <a:t> </a:t>
            </a:r>
            <a:r>
              <a:rPr lang="en-GB" err="1"/>
              <a:t>neque</a:t>
            </a:r>
            <a:r>
              <a:rPr lang="en-GB"/>
              <a:t>, non </a:t>
            </a:r>
            <a:r>
              <a:rPr lang="en-GB" err="1"/>
              <a:t>ultrices</a:t>
            </a:r>
            <a:r>
              <a:rPr lang="en-GB"/>
              <a:t> </a:t>
            </a:r>
            <a:r>
              <a:rPr lang="en-GB" err="1"/>
              <a:t>turpis</a:t>
            </a:r>
            <a:r>
              <a:rPr lang="en-GB"/>
              <a:t>.</a:t>
            </a:r>
            <a:endParaRPr lang="en-US"/>
          </a:p>
        </p:txBody>
      </p:sp>
      <p:sp>
        <p:nvSpPr>
          <p:cNvPr id="16" name="Text Placeholder 14">
            <a:extLst>
              <a:ext uri="{FF2B5EF4-FFF2-40B4-BE49-F238E27FC236}">
                <a16:creationId xmlns:a16="http://schemas.microsoft.com/office/drawing/2014/main" id="{E2D74DB2-1448-F044-80ED-D57DCBA77357}"/>
              </a:ext>
            </a:extLst>
          </p:cNvPr>
          <p:cNvSpPr>
            <a:spLocks noGrp="1"/>
          </p:cNvSpPr>
          <p:nvPr>
            <p:ph type="body" sz="quarter" idx="13" hasCustomPrompt="1"/>
          </p:nvPr>
        </p:nvSpPr>
        <p:spPr>
          <a:xfrm>
            <a:off x="533400" y="3809682"/>
            <a:ext cx="5334000" cy="2523394"/>
          </a:xfrm>
        </p:spPr>
        <p:txBody>
          <a:bodyPr/>
          <a:lstStyle>
            <a:lvl1pPr>
              <a:defRPr sz="2000" b="0">
                <a:solidFill>
                  <a:schemeClr val="tx1"/>
                </a:solidFill>
                <a:latin typeface="Arial" panose="020B0604020202020204" pitchFamily="34" charset="0"/>
                <a:cs typeface="Arial" panose="020B0604020202020204" pitchFamily="34" charset="0"/>
              </a:defRPr>
            </a:lvl1pPr>
          </a:lstStyle>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a:p>
            <a:pPr>
              <a:lnSpc>
                <a:spcPct val="100000"/>
              </a:lnSpc>
              <a:spcBef>
                <a:spcPts val="45"/>
              </a:spcBef>
            </a:pPr>
            <a:endParaRPr lang="en-GB" sz="2050">
              <a:latin typeface="Arial"/>
              <a:cs typeface="Arial"/>
            </a:endParaRPr>
          </a:p>
          <a:p>
            <a:pPr marL="12700" marR="5080">
              <a:lnSpc>
                <a:spcPct val="100000"/>
              </a:lnSpc>
            </a:pPr>
            <a:r>
              <a:rPr lang="en-GB" sz="2000" spc="-5">
                <a:solidFill>
                  <a:srgbClr val="231F20"/>
                </a:solidFill>
                <a:latin typeface="Arial"/>
                <a:cs typeface="Arial"/>
              </a:rPr>
              <a:t>Donec</a:t>
            </a:r>
            <a:r>
              <a:rPr lang="en-GB" sz="2000" spc="-20">
                <a:solidFill>
                  <a:srgbClr val="231F20"/>
                </a:solidFill>
                <a:latin typeface="Arial"/>
                <a:cs typeface="Arial"/>
              </a:rPr>
              <a:t> </a:t>
            </a:r>
            <a:r>
              <a:rPr lang="en-GB" sz="2000" spc="-5" err="1">
                <a:solidFill>
                  <a:srgbClr val="231F20"/>
                </a:solidFill>
                <a:latin typeface="Arial"/>
                <a:cs typeface="Arial"/>
              </a:rPr>
              <a:t>ut</a:t>
            </a:r>
            <a:r>
              <a:rPr lang="en-GB" sz="2000" spc="-20">
                <a:solidFill>
                  <a:srgbClr val="231F20"/>
                </a:solidFill>
                <a:latin typeface="Arial"/>
                <a:cs typeface="Arial"/>
              </a:rPr>
              <a:t> </a:t>
            </a:r>
            <a:r>
              <a:rPr lang="en-GB" sz="2000" err="1">
                <a:solidFill>
                  <a:srgbClr val="231F20"/>
                </a:solidFill>
                <a:latin typeface="Arial"/>
                <a:cs typeface="Arial"/>
              </a:rPr>
              <a:t>suscipit</a:t>
            </a:r>
            <a:r>
              <a:rPr lang="en-GB" sz="2000" spc="-15">
                <a:solidFill>
                  <a:srgbClr val="231F20"/>
                </a:solidFill>
                <a:latin typeface="Arial"/>
                <a:cs typeface="Arial"/>
              </a:rPr>
              <a:t> </a:t>
            </a:r>
            <a:r>
              <a:rPr lang="en-GB" sz="2000" spc="-25" err="1">
                <a:solidFill>
                  <a:srgbClr val="231F20"/>
                </a:solidFill>
                <a:latin typeface="Arial"/>
                <a:cs typeface="Arial"/>
              </a:rPr>
              <a:t>dolor</a:t>
            </a:r>
            <a:r>
              <a:rPr lang="en-GB" sz="2000" spc="-25">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vitae</a:t>
            </a:r>
            <a:r>
              <a:rPr lang="en-GB" sz="2000" spc="-15">
                <a:solidFill>
                  <a:srgbClr val="231F20"/>
                </a:solidFill>
                <a:latin typeface="Arial"/>
                <a:cs typeface="Arial"/>
              </a:rPr>
              <a:t> </a:t>
            </a:r>
            <a:r>
              <a:rPr lang="en-GB" sz="2000" err="1">
                <a:solidFill>
                  <a:srgbClr val="231F20"/>
                </a:solidFill>
                <a:latin typeface="Arial"/>
                <a:cs typeface="Arial"/>
              </a:rPr>
              <a:t>sollicitudin</a:t>
            </a:r>
            <a:r>
              <a:rPr lang="en-GB" sz="2000" spc="-15">
                <a:solidFill>
                  <a:srgbClr val="231F20"/>
                </a:solidFill>
                <a:latin typeface="Arial"/>
                <a:cs typeface="Arial"/>
              </a:rPr>
              <a:t> </a:t>
            </a:r>
            <a:r>
              <a:rPr lang="en-GB" sz="2000">
                <a:solidFill>
                  <a:srgbClr val="231F20"/>
                </a:solidFill>
                <a:latin typeface="Arial"/>
                <a:cs typeface="Arial"/>
              </a:rPr>
              <a:t>sem. </a:t>
            </a:r>
            <a:r>
              <a:rPr lang="en-GB" sz="2000" spc="-540">
                <a:solidFill>
                  <a:srgbClr val="231F20"/>
                </a:solidFill>
                <a:latin typeface="Arial"/>
                <a:cs typeface="Arial"/>
              </a:rPr>
              <a:t> </a:t>
            </a:r>
            <a:r>
              <a:rPr lang="en-GB" sz="2000" err="1">
                <a:solidFill>
                  <a:srgbClr val="231F20"/>
                </a:solidFill>
                <a:latin typeface="Arial"/>
                <a:cs typeface="Arial"/>
              </a:rPr>
              <a:t>Sed</a:t>
            </a:r>
            <a:r>
              <a:rPr lang="en-GB" sz="2000" spc="-15">
                <a:solidFill>
                  <a:srgbClr val="231F20"/>
                </a:solidFill>
                <a:latin typeface="Arial"/>
                <a:cs typeface="Arial"/>
              </a:rPr>
              <a:t> </a:t>
            </a:r>
            <a:r>
              <a:rPr lang="en-GB" sz="2000" spc="-5" err="1">
                <a:solidFill>
                  <a:srgbClr val="231F20"/>
                </a:solidFill>
                <a:latin typeface="Arial"/>
                <a:cs typeface="Arial"/>
              </a:rPr>
              <a:t>eget</a:t>
            </a:r>
            <a:r>
              <a:rPr lang="en-GB" sz="2000" spc="-20">
                <a:solidFill>
                  <a:srgbClr val="231F20"/>
                </a:solidFill>
                <a:latin typeface="Arial"/>
                <a:cs typeface="Arial"/>
              </a:rPr>
              <a:t> </a:t>
            </a:r>
            <a:r>
              <a:rPr lang="en-GB" sz="2000">
                <a:solidFill>
                  <a:srgbClr val="231F20"/>
                </a:solidFill>
                <a:latin typeface="Arial"/>
                <a:cs typeface="Arial"/>
              </a:rPr>
              <a:t>cursus</a:t>
            </a:r>
            <a:r>
              <a:rPr lang="en-GB" sz="2000" spc="-15">
                <a:solidFill>
                  <a:srgbClr val="231F20"/>
                </a:solidFill>
                <a:latin typeface="Arial"/>
                <a:cs typeface="Arial"/>
              </a:rPr>
              <a:t> </a:t>
            </a:r>
            <a:r>
              <a:rPr lang="en-GB" sz="2000" spc="-5" err="1">
                <a:solidFill>
                  <a:srgbClr val="231F20"/>
                </a:solidFill>
                <a:latin typeface="Arial"/>
                <a:cs typeface="Arial"/>
              </a:rPr>
              <a:t>nulla</a:t>
            </a:r>
            <a:r>
              <a:rPr lang="en-GB" sz="2000" spc="-5">
                <a:solidFill>
                  <a:srgbClr val="231F20"/>
                </a:solidFill>
                <a:latin typeface="Arial"/>
                <a:cs typeface="Arial"/>
              </a:rPr>
              <a:t>,</a:t>
            </a:r>
            <a:r>
              <a:rPr lang="en-GB" sz="2000" spc="-15">
                <a:solidFill>
                  <a:srgbClr val="231F20"/>
                </a:solidFill>
                <a:latin typeface="Arial"/>
                <a:cs typeface="Arial"/>
              </a:rPr>
              <a:t> </a:t>
            </a:r>
            <a:r>
              <a:rPr lang="en-GB" sz="2000" spc="-5" err="1">
                <a:solidFill>
                  <a:srgbClr val="231F20"/>
                </a:solidFill>
                <a:latin typeface="Arial"/>
                <a:cs typeface="Arial"/>
              </a:rPr>
              <a:t>nec</a:t>
            </a:r>
            <a:r>
              <a:rPr lang="en-GB" sz="2000" spc="-20">
                <a:solidFill>
                  <a:srgbClr val="231F20"/>
                </a:solidFill>
                <a:latin typeface="Arial"/>
                <a:cs typeface="Arial"/>
              </a:rPr>
              <a:t> </a:t>
            </a:r>
            <a:r>
              <a:rPr lang="en-GB" sz="2000" err="1">
                <a:solidFill>
                  <a:srgbClr val="231F20"/>
                </a:solidFill>
                <a:latin typeface="Arial"/>
                <a:cs typeface="Arial"/>
              </a:rPr>
              <a:t>consequat</a:t>
            </a:r>
            <a:r>
              <a:rPr lang="en-GB" sz="2000" spc="-1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endParaRPr lang="en-GB" sz="2000">
              <a:latin typeface="Arial"/>
              <a:cs typeface="Arial"/>
            </a:endParaRPr>
          </a:p>
        </p:txBody>
      </p:sp>
      <p:sp>
        <p:nvSpPr>
          <p:cNvPr id="9" name="Text Placeholder 14">
            <a:extLst>
              <a:ext uri="{FF2B5EF4-FFF2-40B4-BE49-F238E27FC236}">
                <a16:creationId xmlns:a16="http://schemas.microsoft.com/office/drawing/2014/main" id="{152D63FE-C961-5245-824E-AFA31B16316F}"/>
              </a:ext>
            </a:extLst>
          </p:cNvPr>
          <p:cNvSpPr>
            <a:spLocks noGrp="1"/>
          </p:cNvSpPr>
          <p:nvPr>
            <p:ph type="body" sz="quarter" idx="14" hasCustomPrompt="1"/>
          </p:nvPr>
        </p:nvSpPr>
        <p:spPr>
          <a:xfrm>
            <a:off x="6236546" y="1981201"/>
            <a:ext cx="5574453" cy="4616648"/>
          </a:xfrm>
        </p:spPr>
        <p:txBody>
          <a:bodyPr/>
          <a:lstStyle>
            <a:lvl1pPr marL="12700" marR="5080" indent="0" defTabSz="914400" eaLnBrk="1" fontAlgn="auto" latinLnBrk="0" hangingPunct="1">
              <a:lnSpc>
                <a:spcPct val="100000"/>
              </a:lnSpc>
              <a:spcBef>
                <a:spcPts val="0"/>
              </a:spcBef>
              <a:spcAft>
                <a:spcPts val="0"/>
              </a:spcAft>
              <a:buClr>
                <a:srgbClr val="FDBA13"/>
              </a:buClr>
              <a:buSzTx/>
              <a:buFont typeface="Arial" panose="020B0604020202020204" pitchFamily="34" charset="0"/>
              <a:buChar char="•"/>
              <a:tabLst/>
              <a:defRPr sz="2000" b="0">
                <a:solidFill>
                  <a:schemeClr val="tx1"/>
                </a:solidFill>
                <a:latin typeface="Arial" panose="020B0604020202020204" pitchFamily="34" charset="0"/>
                <a:cs typeface="Arial" panose="020B0604020202020204" pitchFamily="34" charset="0"/>
              </a:defRPr>
            </a:lvl1pPr>
          </a:lstStyle>
          <a:p>
            <a:pPr marL="355600" marR="5080" lvl="0" indent="-342900" defTabSz="914400" eaLnBrk="1" fontAlgn="auto" latinLnBrk="0" hangingPunct="1">
              <a:lnSpc>
                <a:spcPct val="100000"/>
              </a:lnSpc>
              <a:spcBef>
                <a:spcPts val="0"/>
              </a:spcBef>
              <a:spcAft>
                <a:spcPts val="0"/>
              </a:spcAft>
              <a:buClr>
                <a:srgbClr val="FDBA13"/>
              </a:buClr>
              <a:buSzTx/>
              <a:tabLst/>
              <a:defRPr/>
            </a:pPr>
            <a:r>
              <a:rPr lang="en-GB" sz="2000" spc="-5">
                <a:solidFill>
                  <a:srgbClr val="231F20"/>
                </a:solidFill>
                <a:latin typeface="Arial"/>
                <a:cs typeface="Arial"/>
              </a:rPr>
              <a:t>Donec</a:t>
            </a:r>
            <a:r>
              <a:rPr lang="en-GB" sz="2000" spc="-20">
                <a:solidFill>
                  <a:srgbClr val="231F20"/>
                </a:solidFill>
                <a:latin typeface="Arial"/>
                <a:cs typeface="Arial"/>
              </a:rPr>
              <a:t> </a:t>
            </a:r>
            <a:r>
              <a:rPr lang="en-GB" sz="2000" spc="-5" err="1">
                <a:solidFill>
                  <a:srgbClr val="231F20"/>
                </a:solidFill>
                <a:latin typeface="Arial"/>
                <a:cs typeface="Arial"/>
              </a:rPr>
              <a:t>ut</a:t>
            </a:r>
            <a:r>
              <a:rPr lang="en-GB" sz="2000" spc="-20">
                <a:solidFill>
                  <a:srgbClr val="231F20"/>
                </a:solidFill>
                <a:latin typeface="Arial"/>
                <a:cs typeface="Arial"/>
              </a:rPr>
              <a:t> </a:t>
            </a:r>
            <a:r>
              <a:rPr lang="en-GB" sz="2000" err="1">
                <a:solidFill>
                  <a:srgbClr val="231F20"/>
                </a:solidFill>
                <a:latin typeface="Arial"/>
                <a:cs typeface="Arial"/>
              </a:rPr>
              <a:t>suscipit</a:t>
            </a:r>
            <a:r>
              <a:rPr lang="en-GB" sz="2000" spc="-15">
                <a:solidFill>
                  <a:srgbClr val="231F20"/>
                </a:solidFill>
                <a:latin typeface="Arial"/>
                <a:cs typeface="Arial"/>
              </a:rPr>
              <a:t> </a:t>
            </a:r>
            <a:r>
              <a:rPr lang="en-GB" sz="2000" spc="-25" err="1">
                <a:solidFill>
                  <a:srgbClr val="231F20"/>
                </a:solidFill>
                <a:latin typeface="Arial"/>
                <a:cs typeface="Arial"/>
              </a:rPr>
              <a:t>dolor</a:t>
            </a:r>
            <a:r>
              <a:rPr lang="en-GB" sz="2000" spc="-25">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vitae</a:t>
            </a:r>
            <a:r>
              <a:rPr lang="en-GB" sz="2000" spc="-15">
                <a:solidFill>
                  <a:srgbClr val="231F20"/>
                </a:solidFill>
                <a:latin typeface="Arial"/>
                <a:cs typeface="Arial"/>
              </a:rPr>
              <a:t> </a:t>
            </a:r>
            <a:r>
              <a:rPr lang="en-GB" sz="2000" err="1">
                <a:solidFill>
                  <a:srgbClr val="231F20"/>
                </a:solidFill>
                <a:latin typeface="Arial"/>
                <a:cs typeface="Arial"/>
              </a:rPr>
              <a:t>sollicitudin</a:t>
            </a:r>
            <a:r>
              <a:rPr lang="en-GB" sz="2000" spc="-15">
                <a:solidFill>
                  <a:srgbClr val="231F20"/>
                </a:solidFill>
                <a:latin typeface="Arial"/>
                <a:cs typeface="Arial"/>
              </a:rPr>
              <a:t> </a:t>
            </a:r>
            <a:r>
              <a:rPr lang="en-GB" sz="2000">
                <a:solidFill>
                  <a:srgbClr val="231F20"/>
                </a:solidFill>
                <a:latin typeface="Arial"/>
                <a:cs typeface="Arial"/>
              </a:rPr>
              <a:t>sem. </a:t>
            </a:r>
            <a:r>
              <a:rPr lang="en-GB" sz="2000" spc="-540">
                <a:solidFill>
                  <a:srgbClr val="231F20"/>
                </a:solidFill>
                <a:latin typeface="Arial"/>
                <a:cs typeface="Arial"/>
              </a:rPr>
              <a:t> </a:t>
            </a:r>
            <a:r>
              <a:rPr lang="en-GB" sz="2000" err="1">
                <a:solidFill>
                  <a:srgbClr val="231F20"/>
                </a:solidFill>
                <a:latin typeface="Arial"/>
                <a:cs typeface="Arial"/>
              </a:rPr>
              <a:t>Sed</a:t>
            </a:r>
            <a:r>
              <a:rPr lang="en-GB" sz="2000" spc="-15">
                <a:solidFill>
                  <a:srgbClr val="231F20"/>
                </a:solidFill>
                <a:latin typeface="Arial"/>
                <a:cs typeface="Arial"/>
              </a:rPr>
              <a:t> </a:t>
            </a:r>
            <a:r>
              <a:rPr lang="en-GB" sz="2000" spc="-5" err="1">
                <a:solidFill>
                  <a:srgbClr val="231F20"/>
                </a:solidFill>
                <a:latin typeface="Arial"/>
                <a:cs typeface="Arial"/>
              </a:rPr>
              <a:t>eget</a:t>
            </a:r>
            <a:r>
              <a:rPr lang="en-GB" sz="2000" spc="-20">
                <a:solidFill>
                  <a:srgbClr val="231F20"/>
                </a:solidFill>
                <a:latin typeface="Arial"/>
                <a:cs typeface="Arial"/>
              </a:rPr>
              <a:t> </a:t>
            </a:r>
            <a:r>
              <a:rPr lang="en-GB" sz="2000">
                <a:solidFill>
                  <a:srgbClr val="231F20"/>
                </a:solidFill>
                <a:latin typeface="Arial"/>
                <a:cs typeface="Arial"/>
              </a:rPr>
              <a:t>cursus</a:t>
            </a:r>
            <a:r>
              <a:rPr lang="en-GB" sz="2000" spc="-15">
                <a:solidFill>
                  <a:srgbClr val="231F20"/>
                </a:solidFill>
                <a:latin typeface="Arial"/>
                <a:cs typeface="Arial"/>
              </a:rPr>
              <a:t> </a:t>
            </a:r>
            <a:r>
              <a:rPr lang="en-GB" sz="2000" spc="-5" err="1">
                <a:solidFill>
                  <a:srgbClr val="231F20"/>
                </a:solidFill>
                <a:latin typeface="Arial"/>
                <a:cs typeface="Arial"/>
              </a:rPr>
              <a:t>nulla</a:t>
            </a:r>
            <a:r>
              <a:rPr lang="en-GB" sz="2000" spc="-5">
                <a:solidFill>
                  <a:srgbClr val="231F20"/>
                </a:solidFill>
                <a:latin typeface="Arial"/>
                <a:cs typeface="Arial"/>
              </a:rPr>
              <a:t>,</a:t>
            </a:r>
            <a:r>
              <a:rPr lang="en-GB" sz="2000" spc="-15">
                <a:solidFill>
                  <a:srgbClr val="231F20"/>
                </a:solidFill>
                <a:latin typeface="Arial"/>
                <a:cs typeface="Arial"/>
              </a:rPr>
              <a:t> </a:t>
            </a:r>
            <a:r>
              <a:rPr lang="en-GB" sz="2000" spc="-5" err="1">
                <a:solidFill>
                  <a:srgbClr val="231F20"/>
                </a:solidFill>
                <a:latin typeface="Arial"/>
                <a:cs typeface="Arial"/>
              </a:rPr>
              <a:t>nec</a:t>
            </a:r>
            <a:r>
              <a:rPr lang="en-GB" sz="2000" spc="-20">
                <a:solidFill>
                  <a:srgbClr val="231F20"/>
                </a:solidFill>
                <a:latin typeface="Arial"/>
                <a:cs typeface="Arial"/>
              </a:rPr>
              <a:t> </a:t>
            </a:r>
            <a:r>
              <a:rPr lang="en-GB" sz="2000" err="1">
                <a:solidFill>
                  <a:srgbClr val="231F20"/>
                </a:solidFill>
                <a:latin typeface="Arial"/>
                <a:cs typeface="Arial"/>
              </a:rPr>
              <a:t>consequat</a:t>
            </a:r>
            <a:r>
              <a:rPr lang="en-GB" sz="2000" spc="-1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355600" marR="5080" lvl="0" indent="-342900" defTabSz="914400" eaLnBrk="1" fontAlgn="auto" latinLnBrk="0" hangingPunct="1">
              <a:lnSpc>
                <a:spcPct val="100000"/>
              </a:lnSpc>
              <a:spcBef>
                <a:spcPts val="0"/>
              </a:spcBef>
              <a:spcAft>
                <a:spcPts val="0"/>
              </a:spcAft>
              <a:buClr>
                <a:srgbClr val="FDBA13"/>
              </a:buClr>
              <a:buSzTx/>
              <a:tabLst/>
              <a:defRPr/>
            </a:pPr>
            <a:endParaRPr lang="en-GB" sz="2000" spc="-5">
              <a:solidFill>
                <a:srgbClr val="231F20"/>
              </a:solidFill>
              <a:latin typeface="Arial"/>
              <a:cs typeface="Arial"/>
            </a:endParaRPr>
          </a:p>
          <a:p>
            <a:pPr marL="355600" marR="5080" lvl="0" indent="-342900" defTabSz="914400" eaLnBrk="1" fontAlgn="auto" latinLnBrk="0" hangingPunct="1">
              <a:lnSpc>
                <a:spcPct val="100000"/>
              </a:lnSpc>
              <a:spcBef>
                <a:spcPts val="0"/>
              </a:spcBef>
              <a:spcAft>
                <a:spcPts val="0"/>
              </a:spcAft>
              <a:buClr>
                <a:srgbClr val="FDBA13"/>
              </a:buClr>
              <a:buSzTx/>
              <a:tabLst/>
              <a:defRPr/>
            </a:pPr>
            <a:r>
              <a:rPr lang="en-GB" sz="2000" spc="-5">
                <a:solidFill>
                  <a:srgbClr val="231F20"/>
                </a:solidFill>
                <a:latin typeface="Arial"/>
                <a:cs typeface="Arial"/>
              </a:rPr>
              <a:t>Donec </a:t>
            </a:r>
            <a:r>
              <a:rPr lang="en-GB" sz="2000" spc="-5" err="1">
                <a:solidFill>
                  <a:srgbClr val="231F20"/>
                </a:solidFill>
                <a:latin typeface="Arial"/>
                <a:cs typeface="Arial"/>
              </a:rPr>
              <a:t>ut</a:t>
            </a:r>
            <a:r>
              <a:rPr lang="en-GB" sz="2000" spc="-5">
                <a:solidFill>
                  <a:srgbClr val="231F20"/>
                </a:solidFill>
                <a:latin typeface="Arial"/>
                <a:cs typeface="Arial"/>
              </a:rPr>
              <a:t> </a:t>
            </a:r>
            <a:r>
              <a:rPr lang="en-GB" sz="2000" spc="-5" err="1">
                <a:solidFill>
                  <a:srgbClr val="231F20"/>
                </a:solidFill>
                <a:latin typeface="Arial"/>
                <a:cs typeface="Arial"/>
              </a:rPr>
              <a:t>suscipit</a:t>
            </a:r>
            <a:r>
              <a:rPr lang="en-GB" sz="2000" spc="-5">
                <a:solidFill>
                  <a:srgbClr val="231F20"/>
                </a:solidFill>
                <a:latin typeface="Arial"/>
                <a:cs typeface="Arial"/>
              </a:rPr>
              <a:t> </a:t>
            </a:r>
            <a:r>
              <a:rPr lang="en-GB" sz="2000" spc="-5" err="1">
                <a:solidFill>
                  <a:srgbClr val="231F20"/>
                </a:solidFill>
                <a:latin typeface="Arial"/>
                <a:cs typeface="Arial"/>
              </a:rPr>
              <a:t>dolor</a:t>
            </a:r>
            <a:r>
              <a:rPr lang="en-GB" sz="2000" spc="-5">
                <a:solidFill>
                  <a:srgbClr val="231F20"/>
                </a:solidFill>
                <a:latin typeface="Arial"/>
                <a:cs typeface="Arial"/>
              </a:rPr>
              <a:t>, vitae </a:t>
            </a:r>
            <a:r>
              <a:rPr lang="en-GB" sz="2000" spc="-5" err="1">
                <a:solidFill>
                  <a:srgbClr val="231F20"/>
                </a:solidFill>
                <a:latin typeface="Arial"/>
                <a:cs typeface="Arial"/>
              </a:rPr>
              <a:t>sollicitudin</a:t>
            </a:r>
            <a:r>
              <a:rPr lang="en-GB" sz="2000" spc="-5">
                <a:solidFill>
                  <a:srgbClr val="231F20"/>
                </a:solidFill>
                <a:latin typeface="Arial"/>
                <a:cs typeface="Arial"/>
              </a:rPr>
              <a:t> sem. </a:t>
            </a:r>
            <a:r>
              <a:rPr lang="en-GB" sz="2000" spc="-5" err="1">
                <a:solidFill>
                  <a:srgbClr val="231F20"/>
                </a:solidFill>
                <a:latin typeface="Arial"/>
                <a:cs typeface="Arial"/>
              </a:rPr>
              <a:t>Sed</a:t>
            </a:r>
            <a:r>
              <a:rPr lang="en-GB" sz="2000" spc="-5">
                <a:solidFill>
                  <a:srgbClr val="231F20"/>
                </a:solidFill>
                <a:latin typeface="Arial"/>
                <a:cs typeface="Arial"/>
              </a:rPr>
              <a:t> </a:t>
            </a:r>
            <a:r>
              <a:rPr lang="en-GB" sz="2000" spc="-5" err="1">
                <a:solidFill>
                  <a:srgbClr val="231F20"/>
                </a:solidFill>
                <a:latin typeface="Arial"/>
                <a:cs typeface="Arial"/>
              </a:rPr>
              <a:t>eget</a:t>
            </a:r>
            <a:r>
              <a:rPr lang="en-GB" sz="2000" spc="-5">
                <a:solidFill>
                  <a:srgbClr val="231F20"/>
                </a:solidFill>
                <a:latin typeface="Arial"/>
                <a:cs typeface="Arial"/>
              </a:rPr>
              <a:t> cursus </a:t>
            </a:r>
            <a:r>
              <a:rPr lang="en-GB" sz="2000" spc="-5" err="1">
                <a:solidFill>
                  <a:srgbClr val="231F20"/>
                </a:solidFill>
                <a:latin typeface="Arial"/>
                <a:cs typeface="Arial"/>
              </a:rPr>
              <a:t>nulla</a:t>
            </a:r>
            <a:r>
              <a:rPr lang="en-GB" sz="2000" spc="-5">
                <a:solidFill>
                  <a:srgbClr val="231F20"/>
                </a:solidFill>
                <a:latin typeface="Arial"/>
                <a:cs typeface="Arial"/>
              </a:rPr>
              <a:t>, </a:t>
            </a:r>
            <a:r>
              <a:rPr lang="en-GB" sz="2000" spc="-5" err="1">
                <a:solidFill>
                  <a:srgbClr val="231F20"/>
                </a:solidFill>
                <a:latin typeface="Arial"/>
                <a:cs typeface="Arial"/>
              </a:rPr>
              <a:t>nec</a:t>
            </a:r>
            <a:r>
              <a:rPr lang="en-GB" sz="2000" spc="-5">
                <a:solidFill>
                  <a:srgbClr val="231F20"/>
                </a:solidFill>
                <a:latin typeface="Arial"/>
                <a:cs typeface="Arial"/>
              </a:rPr>
              <a:t> </a:t>
            </a:r>
            <a:r>
              <a:rPr lang="en-GB" sz="2000" spc="-5" err="1">
                <a:solidFill>
                  <a:srgbClr val="231F20"/>
                </a:solidFill>
                <a:latin typeface="Arial"/>
                <a:cs typeface="Arial"/>
              </a:rPr>
              <a:t>consequat</a:t>
            </a:r>
            <a:r>
              <a:rPr lang="en-GB" sz="2000" spc="-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355600" marR="5080" lvl="0" indent="-342900" defTabSz="914400" eaLnBrk="1" fontAlgn="auto" latinLnBrk="0" hangingPunct="1">
              <a:lnSpc>
                <a:spcPct val="100000"/>
              </a:lnSpc>
              <a:spcBef>
                <a:spcPts val="0"/>
              </a:spcBef>
              <a:spcAft>
                <a:spcPts val="0"/>
              </a:spcAft>
              <a:buClr>
                <a:srgbClr val="FDBA13"/>
              </a:buClr>
              <a:buSzTx/>
              <a:tabLst/>
              <a:defRPr/>
            </a:pPr>
            <a:endParaRPr lang="en-GB" sz="2000" spc="-5">
              <a:solidFill>
                <a:srgbClr val="231F20"/>
              </a:solidFill>
              <a:latin typeface="Arial"/>
              <a:cs typeface="Arial"/>
            </a:endParaRPr>
          </a:p>
          <a:p>
            <a:pPr marL="355600" marR="5080" lvl="0" indent="-342900" defTabSz="914400" eaLnBrk="1" fontAlgn="auto" latinLnBrk="0" hangingPunct="1">
              <a:lnSpc>
                <a:spcPct val="100000"/>
              </a:lnSpc>
              <a:spcBef>
                <a:spcPts val="0"/>
              </a:spcBef>
              <a:spcAft>
                <a:spcPts val="0"/>
              </a:spcAft>
              <a:buClr>
                <a:srgbClr val="FDBA13"/>
              </a:buClr>
              <a:buSzTx/>
              <a:tabLst/>
              <a:defRPr/>
            </a:pPr>
            <a:r>
              <a:rPr lang="en-GB" sz="2000" spc="-5">
                <a:solidFill>
                  <a:srgbClr val="231F20"/>
                </a:solidFill>
                <a:latin typeface="Arial"/>
                <a:cs typeface="Arial"/>
              </a:rPr>
              <a:t>Donec </a:t>
            </a:r>
            <a:r>
              <a:rPr lang="en-GB" sz="2000" spc="-5" err="1">
                <a:solidFill>
                  <a:srgbClr val="231F20"/>
                </a:solidFill>
                <a:latin typeface="Arial"/>
                <a:cs typeface="Arial"/>
              </a:rPr>
              <a:t>ut</a:t>
            </a:r>
            <a:r>
              <a:rPr lang="en-GB" sz="2000" spc="-5">
                <a:solidFill>
                  <a:srgbClr val="231F20"/>
                </a:solidFill>
                <a:latin typeface="Arial"/>
                <a:cs typeface="Arial"/>
              </a:rPr>
              <a:t> </a:t>
            </a:r>
            <a:r>
              <a:rPr lang="en-GB" sz="2000" spc="-5" err="1">
                <a:solidFill>
                  <a:srgbClr val="231F20"/>
                </a:solidFill>
                <a:latin typeface="Arial"/>
                <a:cs typeface="Arial"/>
              </a:rPr>
              <a:t>suscipit</a:t>
            </a:r>
            <a:r>
              <a:rPr lang="en-GB" sz="2000" spc="-5">
                <a:solidFill>
                  <a:srgbClr val="231F20"/>
                </a:solidFill>
                <a:latin typeface="Arial"/>
                <a:cs typeface="Arial"/>
              </a:rPr>
              <a:t> </a:t>
            </a:r>
            <a:r>
              <a:rPr lang="en-GB" sz="2000" spc="-5" err="1">
                <a:solidFill>
                  <a:srgbClr val="231F20"/>
                </a:solidFill>
                <a:latin typeface="Arial"/>
                <a:cs typeface="Arial"/>
              </a:rPr>
              <a:t>dolor</a:t>
            </a:r>
            <a:r>
              <a:rPr lang="en-GB" sz="2000" spc="-5">
                <a:solidFill>
                  <a:srgbClr val="231F20"/>
                </a:solidFill>
                <a:latin typeface="Arial"/>
                <a:cs typeface="Arial"/>
              </a:rPr>
              <a:t>, vitae </a:t>
            </a:r>
            <a:r>
              <a:rPr lang="en-GB" sz="2000" spc="-5" err="1">
                <a:solidFill>
                  <a:srgbClr val="231F20"/>
                </a:solidFill>
                <a:latin typeface="Arial"/>
                <a:cs typeface="Arial"/>
              </a:rPr>
              <a:t>sollicitudin</a:t>
            </a:r>
            <a:r>
              <a:rPr lang="en-GB" sz="2000" spc="-5">
                <a:solidFill>
                  <a:srgbClr val="231F20"/>
                </a:solidFill>
                <a:latin typeface="Arial"/>
                <a:cs typeface="Arial"/>
              </a:rPr>
              <a:t> sem. </a:t>
            </a:r>
            <a:r>
              <a:rPr lang="en-GB" sz="2000" spc="-5" err="1">
                <a:solidFill>
                  <a:srgbClr val="231F20"/>
                </a:solidFill>
                <a:latin typeface="Arial"/>
                <a:cs typeface="Arial"/>
              </a:rPr>
              <a:t>Sed</a:t>
            </a:r>
            <a:r>
              <a:rPr lang="en-GB" sz="2000" spc="-5">
                <a:solidFill>
                  <a:srgbClr val="231F20"/>
                </a:solidFill>
                <a:latin typeface="Arial"/>
                <a:cs typeface="Arial"/>
              </a:rPr>
              <a:t> </a:t>
            </a:r>
            <a:r>
              <a:rPr lang="en-GB" sz="2000" spc="-5" err="1">
                <a:solidFill>
                  <a:srgbClr val="231F20"/>
                </a:solidFill>
                <a:latin typeface="Arial"/>
                <a:cs typeface="Arial"/>
              </a:rPr>
              <a:t>eget</a:t>
            </a:r>
            <a:r>
              <a:rPr lang="en-GB" sz="2000" spc="-5">
                <a:solidFill>
                  <a:srgbClr val="231F20"/>
                </a:solidFill>
                <a:latin typeface="Arial"/>
                <a:cs typeface="Arial"/>
              </a:rPr>
              <a:t> cursus </a:t>
            </a:r>
            <a:r>
              <a:rPr lang="en-GB" sz="2000" spc="-5" err="1">
                <a:solidFill>
                  <a:srgbClr val="231F20"/>
                </a:solidFill>
                <a:latin typeface="Arial"/>
                <a:cs typeface="Arial"/>
              </a:rPr>
              <a:t>nulla</a:t>
            </a:r>
            <a:r>
              <a:rPr lang="en-GB" sz="2000" spc="-5">
                <a:solidFill>
                  <a:srgbClr val="231F20"/>
                </a:solidFill>
                <a:latin typeface="Arial"/>
                <a:cs typeface="Arial"/>
              </a:rPr>
              <a:t>, </a:t>
            </a:r>
            <a:r>
              <a:rPr lang="en-GB" sz="2000" spc="-5" err="1">
                <a:solidFill>
                  <a:srgbClr val="231F20"/>
                </a:solidFill>
                <a:latin typeface="Arial"/>
                <a:cs typeface="Arial"/>
              </a:rPr>
              <a:t>nec</a:t>
            </a:r>
            <a:r>
              <a:rPr lang="en-GB" sz="2000" spc="-5">
                <a:solidFill>
                  <a:srgbClr val="231F20"/>
                </a:solidFill>
                <a:latin typeface="Arial"/>
                <a:cs typeface="Arial"/>
              </a:rPr>
              <a:t> </a:t>
            </a:r>
            <a:r>
              <a:rPr lang="en-GB" sz="2000" spc="-5" err="1">
                <a:solidFill>
                  <a:srgbClr val="231F20"/>
                </a:solidFill>
                <a:latin typeface="Arial"/>
                <a:cs typeface="Arial"/>
              </a:rPr>
              <a:t>consequat</a:t>
            </a:r>
            <a:r>
              <a:rPr lang="en-GB" sz="2000" spc="-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355600" marR="5080" lvl="0" indent="-342900" defTabSz="914400" eaLnBrk="1" fontAlgn="auto" latinLnBrk="0" hangingPunct="1">
              <a:lnSpc>
                <a:spcPct val="100000"/>
              </a:lnSpc>
              <a:spcBef>
                <a:spcPts val="0"/>
              </a:spcBef>
              <a:spcAft>
                <a:spcPts val="0"/>
              </a:spcAft>
              <a:buClr>
                <a:srgbClr val="FDBA13"/>
              </a:buClr>
              <a:buSzTx/>
              <a:tabLst/>
              <a:defRPr/>
            </a:pPr>
            <a:endParaRPr lang="en-GB" sz="2000" spc="-5">
              <a:solidFill>
                <a:srgbClr val="231F20"/>
              </a:solidFill>
              <a:latin typeface="Arial"/>
              <a:cs typeface="Arial"/>
            </a:endParaRPr>
          </a:p>
          <a:p>
            <a:pPr marL="355600" marR="5080" lvl="0" indent="-342900" defTabSz="914400" eaLnBrk="1" fontAlgn="auto" latinLnBrk="0" hangingPunct="1">
              <a:lnSpc>
                <a:spcPct val="100000"/>
              </a:lnSpc>
              <a:spcBef>
                <a:spcPts val="0"/>
              </a:spcBef>
              <a:spcAft>
                <a:spcPts val="0"/>
              </a:spcAft>
              <a:buClr>
                <a:srgbClr val="FDBA13"/>
              </a:buClr>
              <a:buSzTx/>
              <a:tabLst/>
              <a:defRPr/>
            </a:pPr>
            <a:r>
              <a:rPr lang="en-GB" sz="2000" spc="-5">
                <a:solidFill>
                  <a:srgbClr val="231F20"/>
                </a:solidFill>
                <a:latin typeface="Arial"/>
                <a:cs typeface="Arial"/>
              </a:rPr>
              <a:t>Donec </a:t>
            </a:r>
            <a:r>
              <a:rPr lang="en-GB" sz="2000" spc="-5" err="1">
                <a:solidFill>
                  <a:srgbClr val="231F20"/>
                </a:solidFill>
                <a:latin typeface="Arial"/>
                <a:cs typeface="Arial"/>
              </a:rPr>
              <a:t>ut</a:t>
            </a:r>
            <a:r>
              <a:rPr lang="en-GB" sz="2000" spc="-5">
                <a:solidFill>
                  <a:srgbClr val="231F20"/>
                </a:solidFill>
                <a:latin typeface="Arial"/>
                <a:cs typeface="Arial"/>
              </a:rPr>
              <a:t> </a:t>
            </a:r>
            <a:r>
              <a:rPr lang="en-GB" sz="2000" spc="-5" err="1">
                <a:solidFill>
                  <a:srgbClr val="231F20"/>
                </a:solidFill>
                <a:latin typeface="Arial"/>
                <a:cs typeface="Arial"/>
              </a:rPr>
              <a:t>suscipit</a:t>
            </a:r>
            <a:r>
              <a:rPr lang="en-GB" sz="2000" spc="-5">
                <a:solidFill>
                  <a:srgbClr val="231F20"/>
                </a:solidFill>
                <a:latin typeface="Arial"/>
                <a:cs typeface="Arial"/>
              </a:rPr>
              <a:t> </a:t>
            </a:r>
            <a:r>
              <a:rPr lang="en-GB" sz="2000" spc="-5" err="1">
                <a:solidFill>
                  <a:srgbClr val="231F20"/>
                </a:solidFill>
                <a:latin typeface="Arial"/>
                <a:cs typeface="Arial"/>
              </a:rPr>
              <a:t>dolor</a:t>
            </a:r>
            <a:r>
              <a:rPr lang="en-GB" sz="2000" spc="-5">
                <a:solidFill>
                  <a:srgbClr val="231F20"/>
                </a:solidFill>
                <a:latin typeface="Arial"/>
                <a:cs typeface="Arial"/>
              </a:rPr>
              <a:t>, vitae </a:t>
            </a:r>
            <a:r>
              <a:rPr lang="en-GB" sz="2000" spc="-5" err="1">
                <a:solidFill>
                  <a:srgbClr val="231F20"/>
                </a:solidFill>
                <a:latin typeface="Arial"/>
                <a:cs typeface="Arial"/>
              </a:rPr>
              <a:t>sollicitudin</a:t>
            </a:r>
            <a:r>
              <a:rPr lang="en-GB" sz="2000" spc="-5">
                <a:solidFill>
                  <a:srgbClr val="231F20"/>
                </a:solidFill>
                <a:latin typeface="Arial"/>
                <a:cs typeface="Arial"/>
              </a:rPr>
              <a:t> sem. </a:t>
            </a:r>
            <a:r>
              <a:rPr lang="en-GB" sz="2000" spc="-5" err="1">
                <a:solidFill>
                  <a:srgbClr val="231F20"/>
                </a:solidFill>
                <a:latin typeface="Arial"/>
                <a:cs typeface="Arial"/>
              </a:rPr>
              <a:t>Sed</a:t>
            </a:r>
            <a:r>
              <a:rPr lang="en-GB" sz="2000" spc="-5">
                <a:solidFill>
                  <a:srgbClr val="231F20"/>
                </a:solidFill>
                <a:latin typeface="Arial"/>
                <a:cs typeface="Arial"/>
              </a:rPr>
              <a:t> </a:t>
            </a:r>
            <a:r>
              <a:rPr lang="en-GB" sz="2000" spc="-5" err="1">
                <a:solidFill>
                  <a:srgbClr val="231F20"/>
                </a:solidFill>
                <a:latin typeface="Arial"/>
                <a:cs typeface="Arial"/>
              </a:rPr>
              <a:t>eget</a:t>
            </a:r>
            <a:r>
              <a:rPr lang="en-GB" sz="2000" spc="-5">
                <a:solidFill>
                  <a:srgbClr val="231F20"/>
                </a:solidFill>
                <a:latin typeface="Arial"/>
                <a:cs typeface="Arial"/>
              </a:rPr>
              <a:t> cursus </a:t>
            </a:r>
            <a:r>
              <a:rPr lang="en-GB" sz="2000" spc="-5" err="1">
                <a:solidFill>
                  <a:srgbClr val="231F20"/>
                </a:solidFill>
                <a:latin typeface="Arial"/>
                <a:cs typeface="Arial"/>
              </a:rPr>
              <a:t>nulla</a:t>
            </a:r>
            <a:r>
              <a:rPr lang="en-GB" sz="2000" spc="-5">
                <a:solidFill>
                  <a:srgbClr val="231F20"/>
                </a:solidFill>
                <a:latin typeface="Arial"/>
                <a:cs typeface="Arial"/>
              </a:rPr>
              <a:t>, </a:t>
            </a:r>
            <a:r>
              <a:rPr lang="en-GB" sz="2000" spc="-5" err="1">
                <a:solidFill>
                  <a:srgbClr val="231F20"/>
                </a:solidFill>
                <a:latin typeface="Arial"/>
                <a:cs typeface="Arial"/>
              </a:rPr>
              <a:t>nec</a:t>
            </a:r>
            <a:r>
              <a:rPr lang="en-GB" sz="2000" spc="-5">
                <a:solidFill>
                  <a:srgbClr val="231F20"/>
                </a:solidFill>
                <a:latin typeface="Arial"/>
                <a:cs typeface="Arial"/>
              </a:rPr>
              <a:t> </a:t>
            </a:r>
            <a:r>
              <a:rPr lang="en-GB" sz="2000" spc="-5" err="1">
                <a:solidFill>
                  <a:srgbClr val="231F20"/>
                </a:solidFill>
                <a:latin typeface="Arial"/>
                <a:cs typeface="Arial"/>
              </a:rPr>
              <a:t>consequat</a:t>
            </a:r>
            <a:r>
              <a:rPr lang="en-GB" sz="2000" spc="-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355600" marR="5080" lvl="0" indent="-342900" defTabSz="914400" eaLnBrk="1" fontAlgn="auto" latinLnBrk="0" hangingPunct="1">
              <a:lnSpc>
                <a:spcPct val="100000"/>
              </a:lnSpc>
              <a:spcBef>
                <a:spcPts val="0"/>
              </a:spcBef>
              <a:spcAft>
                <a:spcPts val="0"/>
              </a:spcAft>
              <a:buClr>
                <a:srgbClr val="FDBA13"/>
              </a:buClr>
              <a:buSzTx/>
              <a:tabLst/>
              <a:defRPr/>
            </a:pPr>
            <a:endParaRPr lang="en-GB" sz="2000" spc="-5">
              <a:solidFill>
                <a:srgbClr val="231F20"/>
              </a:solidFill>
              <a:latin typeface="Arial"/>
              <a:cs typeface="Arial"/>
            </a:endParaRPr>
          </a:p>
          <a:p>
            <a:pPr marL="355600" marR="5080" lvl="0" indent="-342900" defTabSz="914400" eaLnBrk="1" fontAlgn="auto" latinLnBrk="0" hangingPunct="1">
              <a:lnSpc>
                <a:spcPct val="100000"/>
              </a:lnSpc>
              <a:spcBef>
                <a:spcPts val="0"/>
              </a:spcBef>
              <a:spcAft>
                <a:spcPts val="0"/>
              </a:spcAft>
              <a:buClr>
                <a:srgbClr val="FDBA13"/>
              </a:buClr>
              <a:buSzTx/>
              <a:tabLst/>
              <a:defRPr/>
            </a:pPr>
            <a:r>
              <a:rPr lang="en-GB" sz="2000" spc="-5">
                <a:solidFill>
                  <a:srgbClr val="231F20"/>
                </a:solidFill>
                <a:latin typeface="Arial"/>
                <a:cs typeface="Arial"/>
              </a:rPr>
              <a:t>Donec </a:t>
            </a:r>
            <a:r>
              <a:rPr lang="en-GB" sz="2000" spc="-5" err="1">
                <a:solidFill>
                  <a:srgbClr val="231F20"/>
                </a:solidFill>
                <a:latin typeface="Arial"/>
                <a:cs typeface="Arial"/>
              </a:rPr>
              <a:t>ut</a:t>
            </a:r>
            <a:r>
              <a:rPr lang="en-GB" sz="2000" spc="-5">
                <a:solidFill>
                  <a:srgbClr val="231F20"/>
                </a:solidFill>
                <a:latin typeface="Arial"/>
                <a:cs typeface="Arial"/>
              </a:rPr>
              <a:t> </a:t>
            </a:r>
            <a:r>
              <a:rPr lang="en-GB" sz="2000" spc="-5" err="1">
                <a:solidFill>
                  <a:srgbClr val="231F20"/>
                </a:solidFill>
                <a:latin typeface="Arial"/>
                <a:cs typeface="Arial"/>
              </a:rPr>
              <a:t>suscipit</a:t>
            </a:r>
            <a:r>
              <a:rPr lang="en-GB" sz="2000" spc="-5">
                <a:solidFill>
                  <a:srgbClr val="231F20"/>
                </a:solidFill>
                <a:latin typeface="Arial"/>
                <a:cs typeface="Arial"/>
              </a:rPr>
              <a:t> </a:t>
            </a:r>
            <a:r>
              <a:rPr lang="en-GB" sz="2000" spc="-5" err="1">
                <a:solidFill>
                  <a:srgbClr val="231F20"/>
                </a:solidFill>
                <a:latin typeface="Arial"/>
                <a:cs typeface="Arial"/>
              </a:rPr>
              <a:t>dolor</a:t>
            </a:r>
            <a:r>
              <a:rPr lang="en-GB" sz="2000" spc="-5">
                <a:solidFill>
                  <a:srgbClr val="231F20"/>
                </a:solidFill>
                <a:latin typeface="Arial"/>
                <a:cs typeface="Arial"/>
              </a:rPr>
              <a:t>, vitae </a:t>
            </a:r>
            <a:r>
              <a:rPr lang="en-GB" sz="2000" spc="-5" err="1">
                <a:solidFill>
                  <a:srgbClr val="231F20"/>
                </a:solidFill>
                <a:latin typeface="Arial"/>
                <a:cs typeface="Arial"/>
              </a:rPr>
              <a:t>sollicitudin</a:t>
            </a:r>
            <a:r>
              <a:rPr lang="en-GB" sz="2000" spc="-5">
                <a:solidFill>
                  <a:srgbClr val="231F20"/>
                </a:solidFill>
                <a:latin typeface="Arial"/>
                <a:cs typeface="Arial"/>
              </a:rPr>
              <a:t> sem. </a:t>
            </a:r>
            <a:r>
              <a:rPr lang="en-GB" sz="2000" spc="-5" err="1">
                <a:solidFill>
                  <a:srgbClr val="231F20"/>
                </a:solidFill>
                <a:latin typeface="Arial"/>
                <a:cs typeface="Arial"/>
              </a:rPr>
              <a:t>Sed</a:t>
            </a:r>
            <a:r>
              <a:rPr lang="en-GB" sz="2000" spc="-5">
                <a:solidFill>
                  <a:srgbClr val="231F20"/>
                </a:solidFill>
                <a:latin typeface="Arial"/>
                <a:cs typeface="Arial"/>
              </a:rPr>
              <a:t> </a:t>
            </a:r>
            <a:r>
              <a:rPr lang="en-GB" sz="2000" spc="-5" err="1">
                <a:solidFill>
                  <a:srgbClr val="231F20"/>
                </a:solidFill>
                <a:latin typeface="Arial"/>
                <a:cs typeface="Arial"/>
              </a:rPr>
              <a:t>eget</a:t>
            </a:r>
            <a:r>
              <a:rPr lang="en-GB" sz="2000" spc="-5">
                <a:solidFill>
                  <a:srgbClr val="231F20"/>
                </a:solidFill>
                <a:latin typeface="Arial"/>
                <a:cs typeface="Arial"/>
              </a:rPr>
              <a:t> cursus </a:t>
            </a:r>
            <a:r>
              <a:rPr lang="en-GB" sz="2000" spc="-5" err="1">
                <a:solidFill>
                  <a:srgbClr val="231F20"/>
                </a:solidFill>
                <a:latin typeface="Arial"/>
                <a:cs typeface="Arial"/>
              </a:rPr>
              <a:t>nulla</a:t>
            </a:r>
            <a:r>
              <a:rPr lang="en-GB" sz="2000" spc="-5">
                <a:solidFill>
                  <a:srgbClr val="231F20"/>
                </a:solidFill>
                <a:latin typeface="Arial"/>
                <a:cs typeface="Arial"/>
              </a:rPr>
              <a:t>, </a:t>
            </a:r>
            <a:r>
              <a:rPr lang="en-GB" sz="2000" spc="-5" err="1">
                <a:solidFill>
                  <a:srgbClr val="231F20"/>
                </a:solidFill>
                <a:latin typeface="Arial"/>
                <a:cs typeface="Arial"/>
              </a:rPr>
              <a:t>nec</a:t>
            </a:r>
            <a:r>
              <a:rPr lang="en-GB" sz="2000" spc="-5">
                <a:solidFill>
                  <a:srgbClr val="231F20"/>
                </a:solidFill>
                <a:latin typeface="Arial"/>
                <a:cs typeface="Arial"/>
              </a:rPr>
              <a:t> </a:t>
            </a:r>
            <a:r>
              <a:rPr lang="en-GB" sz="2000" spc="-5" err="1">
                <a:solidFill>
                  <a:srgbClr val="231F20"/>
                </a:solidFill>
                <a:latin typeface="Arial"/>
                <a:cs typeface="Arial"/>
              </a:rPr>
              <a:t>consequat</a:t>
            </a:r>
            <a:r>
              <a:rPr lang="en-GB" sz="2000" spc="-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12700" marR="5080">
              <a:lnSpc>
                <a:spcPct val="100000"/>
              </a:lnSpc>
            </a:pPr>
            <a:endParaRPr lang="en-GB" sz="2000" spc="-5">
              <a:solidFill>
                <a:srgbClr val="231F20"/>
              </a:solidFill>
              <a:latin typeface="Arial"/>
              <a:cs typeface="Arial"/>
            </a:endParaRPr>
          </a:p>
        </p:txBody>
      </p:sp>
      <p:sp>
        <p:nvSpPr>
          <p:cNvPr id="10" name="object 4">
            <a:extLst>
              <a:ext uri="{FF2B5EF4-FFF2-40B4-BE49-F238E27FC236}">
                <a16:creationId xmlns:a16="http://schemas.microsoft.com/office/drawing/2014/main" id="{0A30B750-42BF-FF4D-AB6F-E41F3BC02A90}"/>
              </a:ext>
            </a:extLst>
          </p:cNvPr>
          <p:cNvSpPr/>
          <p:nvPr userDrawn="1"/>
        </p:nvSpPr>
        <p:spPr>
          <a:xfrm>
            <a:off x="0" y="0"/>
            <a:ext cx="12193270" cy="1295855"/>
          </a:xfrm>
          <a:custGeom>
            <a:avLst/>
            <a:gdLst/>
            <a:ahLst/>
            <a:cxnLst/>
            <a:rect l="l" t="t" r="r" b="b"/>
            <a:pathLst>
              <a:path w="12193270" h="1706880">
                <a:moveTo>
                  <a:pt x="12193206" y="0"/>
                </a:moveTo>
                <a:lnTo>
                  <a:pt x="0" y="0"/>
                </a:lnTo>
                <a:lnTo>
                  <a:pt x="0" y="1706765"/>
                </a:lnTo>
                <a:lnTo>
                  <a:pt x="12193206" y="1706765"/>
                </a:lnTo>
                <a:lnTo>
                  <a:pt x="12193206" y="0"/>
                </a:lnTo>
                <a:close/>
              </a:path>
            </a:pathLst>
          </a:custGeom>
          <a:solidFill>
            <a:srgbClr val="25408D"/>
          </a:solidFill>
        </p:spPr>
        <p:txBody>
          <a:bodyPr wrap="square" lIns="0" tIns="0" rIns="0" bIns="0" rtlCol="0"/>
          <a:lstStyle/>
          <a:p>
            <a:endParaRPr/>
          </a:p>
        </p:txBody>
      </p:sp>
      <p:pic>
        <p:nvPicPr>
          <p:cNvPr id="12" name="Picture 11">
            <a:extLst>
              <a:ext uri="{FF2B5EF4-FFF2-40B4-BE49-F238E27FC236}">
                <a16:creationId xmlns:a16="http://schemas.microsoft.com/office/drawing/2014/main" id="{C908B0D0-73CA-6441-BC67-8241C0EC4EA4}"/>
              </a:ext>
            </a:extLst>
          </p:cNvPr>
          <p:cNvPicPr>
            <a:picLocks noChangeAspect="1"/>
          </p:cNvPicPr>
          <p:nvPr userDrawn="1"/>
        </p:nvPicPr>
        <p:blipFill>
          <a:blip r:embed="rId2"/>
          <a:stretch>
            <a:fillRect/>
          </a:stretch>
        </p:blipFill>
        <p:spPr>
          <a:xfrm>
            <a:off x="9815421" y="424767"/>
            <a:ext cx="1801776" cy="553129"/>
          </a:xfrm>
          <a:prstGeom prst="rect">
            <a:avLst/>
          </a:prstGeom>
        </p:spPr>
      </p:pic>
      <p:sp>
        <p:nvSpPr>
          <p:cNvPr id="13" name="Text Placeholder 14">
            <a:extLst>
              <a:ext uri="{FF2B5EF4-FFF2-40B4-BE49-F238E27FC236}">
                <a16:creationId xmlns:a16="http://schemas.microsoft.com/office/drawing/2014/main" id="{B257E25B-CC3A-1B41-9B97-EAFA50DA9770}"/>
              </a:ext>
            </a:extLst>
          </p:cNvPr>
          <p:cNvSpPr>
            <a:spLocks noGrp="1"/>
          </p:cNvSpPr>
          <p:nvPr>
            <p:ph type="body" sz="quarter" idx="10" hasCustomPrompt="1"/>
          </p:nvPr>
        </p:nvSpPr>
        <p:spPr>
          <a:xfrm>
            <a:off x="533400" y="219670"/>
            <a:ext cx="5562600" cy="923330"/>
          </a:xfrm>
        </p:spPr>
        <p:txBody>
          <a:bodyPr/>
          <a:lstStyle>
            <a:lvl1pPr>
              <a:defRPr sz="6000" b="1" baseline="0">
                <a:solidFill>
                  <a:srgbClr val="FDBA13"/>
                </a:solidFill>
                <a:latin typeface="Arial" panose="020B0604020202020204" pitchFamily="34" charset="0"/>
                <a:cs typeface="Arial" panose="020B0604020202020204" pitchFamily="34" charset="0"/>
              </a:defRPr>
            </a:lvl1pPr>
          </a:lstStyle>
          <a:p>
            <a:pPr lvl="0"/>
            <a:r>
              <a:rPr lang="en-GB"/>
              <a:t>Header</a:t>
            </a:r>
            <a:endParaRPr lang="en-US"/>
          </a:p>
        </p:txBody>
      </p:sp>
    </p:spTree>
    <p:extLst>
      <p:ext uri="{BB962C8B-B14F-4D97-AF65-F5344CB8AC3E}">
        <p14:creationId xmlns:p14="http://schemas.microsoft.com/office/powerpoint/2010/main" val="1640892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ENTS">
    <p:bg>
      <p:bgPr>
        <a:solidFill>
          <a:schemeClr val="bg1"/>
        </a:solidFill>
        <a:effectLst/>
      </p:bgPr>
    </p:bg>
    <p:spTree>
      <p:nvGrpSpPr>
        <p:cNvPr id="1" name=""/>
        <p:cNvGrpSpPr/>
        <p:nvPr/>
      </p:nvGrpSpPr>
      <p:grpSpPr>
        <a:xfrm>
          <a:off x="0" y="0"/>
          <a:ext cx="0" cy="0"/>
          <a:chOff x="0" y="0"/>
          <a:chExt cx="0" cy="0"/>
        </a:xfrm>
      </p:grpSpPr>
      <p:sp>
        <p:nvSpPr>
          <p:cNvPr id="10" name="object 3">
            <a:extLst>
              <a:ext uri="{FF2B5EF4-FFF2-40B4-BE49-F238E27FC236}">
                <a16:creationId xmlns:a16="http://schemas.microsoft.com/office/drawing/2014/main" id="{960FC9AD-7910-8743-81A8-EBA958370EDB}"/>
              </a:ext>
            </a:extLst>
          </p:cNvPr>
          <p:cNvSpPr/>
          <p:nvPr userDrawn="1"/>
        </p:nvSpPr>
        <p:spPr>
          <a:xfrm>
            <a:off x="1311503" y="2153308"/>
            <a:ext cx="4641215" cy="473075"/>
          </a:xfrm>
          <a:custGeom>
            <a:avLst/>
            <a:gdLst/>
            <a:ahLst/>
            <a:cxnLst/>
            <a:rect l="l" t="t" r="r" b="b"/>
            <a:pathLst>
              <a:path w="4641215" h="473075">
                <a:moveTo>
                  <a:pt x="4641087" y="0"/>
                </a:moveTo>
                <a:lnTo>
                  <a:pt x="0" y="0"/>
                </a:lnTo>
                <a:lnTo>
                  <a:pt x="0" y="472579"/>
                </a:lnTo>
                <a:lnTo>
                  <a:pt x="4641087" y="472579"/>
                </a:lnTo>
                <a:lnTo>
                  <a:pt x="4641087" y="0"/>
                </a:lnTo>
                <a:close/>
              </a:path>
            </a:pathLst>
          </a:custGeom>
          <a:solidFill>
            <a:srgbClr val="25408D"/>
          </a:solidFill>
        </p:spPr>
        <p:txBody>
          <a:bodyPr wrap="square" lIns="0" tIns="0" rIns="0" bIns="0" rtlCol="0"/>
          <a:lstStyle/>
          <a:p>
            <a:endParaRPr/>
          </a:p>
        </p:txBody>
      </p:sp>
      <p:sp>
        <p:nvSpPr>
          <p:cNvPr id="12" name="object 4">
            <a:extLst>
              <a:ext uri="{FF2B5EF4-FFF2-40B4-BE49-F238E27FC236}">
                <a16:creationId xmlns:a16="http://schemas.microsoft.com/office/drawing/2014/main" id="{DA685DF8-8924-ED43-8E28-E944088185A6}"/>
              </a:ext>
            </a:extLst>
          </p:cNvPr>
          <p:cNvSpPr/>
          <p:nvPr userDrawn="1"/>
        </p:nvSpPr>
        <p:spPr>
          <a:xfrm>
            <a:off x="6959079" y="2153308"/>
            <a:ext cx="4658360" cy="473075"/>
          </a:xfrm>
          <a:custGeom>
            <a:avLst/>
            <a:gdLst/>
            <a:ahLst/>
            <a:cxnLst/>
            <a:rect l="l" t="t" r="r" b="b"/>
            <a:pathLst>
              <a:path w="4658359" h="473075">
                <a:moveTo>
                  <a:pt x="4658118" y="0"/>
                </a:moveTo>
                <a:lnTo>
                  <a:pt x="0" y="0"/>
                </a:lnTo>
                <a:lnTo>
                  <a:pt x="0" y="472579"/>
                </a:lnTo>
                <a:lnTo>
                  <a:pt x="4658118" y="472579"/>
                </a:lnTo>
                <a:lnTo>
                  <a:pt x="4658118" y="0"/>
                </a:lnTo>
                <a:close/>
              </a:path>
            </a:pathLst>
          </a:custGeom>
          <a:solidFill>
            <a:srgbClr val="25408D"/>
          </a:solidFill>
        </p:spPr>
        <p:txBody>
          <a:bodyPr wrap="square" lIns="0" tIns="0" rIns="0" bIns="0" rtlCol="0"/>
          <a:lstStyle/>
          <a:p>
            <a:endParaRPr/>
          </a:p>
        </p:txBody>
      </p:sp>
      <p:sp>
        <p:nvSpPr>
          <p:cNvPr id="13" name="object 5">
            <a:extLst>
              <a:ext uri="{FF2B5EF4-FFF2-40B4-BE49-F238E27FC236}">
                <a16:creationId xmlns:a16="http://schemas.microsoft.com/office/drawing/2014/main" id="{E28742B9-AFD3-9546-9C5A-D9EF026370FF}"/>
              </a:ext>
            </a:extLst>
          </p:cNvPr>
          <p:cNvSpPr/>
          <p:nvPr userDrawn="1"/>
        </p:nvSpPr>
        <p:spPr>
          <a:xfrm>
            <a:off x="1311503" y="4503747"/>
            <a:ext cx="4641215" cy="473075"/>
          </a:xfrm>
          <a:custGeom>
            <a:avLst/>
            <a:gdLst/>
            <a:ahLst/>
            <a:cxnLst/>
            <a:rect l="l" t="t" r="r" b="b"/>
            <a:pathLst>
              <a:path w="4641215" h="473075">
                <a:moveTo>
                  <a:pt x="4641087" y="0"/>
                </a:moveTo>
                <a:lnTo>
                  <a:pt x="0" y="0"/>
                </a:lnTo>
                <a:lnTo>
                  <a:pt x="0" y="472579"/>
                </a:lnTo>
                <a:lnTo>
                  <a:pt x="4641087" y="472579"/>
                </a:lnTo>
                <a:lnTo>
                  <a:pt x="4641087" y="0"/>
                </a:lnTo>
                <a:close/>
              </a:path>
            </a:pathLst>
          </a:custGeom>
          <a:solidFill>
            <a:srgbClr val="25408D"/>
          </a:solidFill>
        </p:spPr>
        <p:txBody>
          <a:bodyPr wrap="square" lIns="0" tIns="0" rIns="0" bIns="0" rtlCol="0"/>
          <a:lstStyle/>
          <a:p>
            <a:endParaRPr/>
          </a:p>
        </p:txBody>
      </p:sp>
      <p:sp>
        <p:nvSpPr>
          <p:cNvPr id="14" name="object 7">
            <a:extLst>
              <a:ext uri="{FF2B5EF4-FFF2-40B4-BE49-F238E27FC236}">
                <a16:creationId xmlns:a16="http://schemas.microsoft.com/office/drawing/2014/main" id="{BD2FA597-EB5B-4D43-872B-304E902F9C79}"/>
              </a:ext>
            </a:extLst>
          </p:cNvPr>
          <p:cNvSpPr/>
          <p:nvPr userDrawn="1"/>
        </p:nvSpPr>
        <p:spPr>
          <a:xfrm>
            <a:off x="1311503" y="3334560"/>
            <a:ext cx="4641215" cy="473075"/>
          </a:xfrm>
          <a:custGeom>
            <a:avLst/>
            <a:gdLst/>
            <a:ahLst/>
            <a:cxnLst/>
            <a:rect l="l" t="t" r="r" b="b"/>
            <a:pathLst>
              <a:path w="4641215" h="473075">
                <a:moveTo>
                  <a:pt x="4641087" y="0"/>
                </a:moveTo>
                <a:lnTo>
                  <a:pt x="0" y="0"/>
                </a:lnTo>
                <a:lnTo>
                  <a:pt x="0" y="472579"/>
                </a:lnTo>
                <a:lnTo>
                  <a:pt x="4641087" y="472579"/>
                </a:lnTo>
                <a:lnTo>
                  <a:pt x="4641087" y="0"/>
                </a:lnTo>
                <a:close/>
              </a:path>
            </a:pathLst>
          </a:custGeom>
          <a:solidFill>
            <a:srgbClr val="25408D"/>
          </a:solidFill>
        </p:spPr>
        <p:txBody>
          <a:bodyPr wrap="square" lIns="0" tIns="0" rIns="0" bIns="0" rtlCol="0"/>
          <a:lstStyle/>
          <a:p>
            <a:endParaRPr/>
          </a:p>
        </p:txBody>
      </p:sp>
      <p:sp>
        <p:nvSpPr>
          <p:cNvPr id="17" name="object 8">
            <a:extLst>
              <a:ext uri="{FF2B5EF4-FFF2-40B4-BE49-F238E27FC236}">
                <a16:creationId xmlns:a16="http://schemas.microsoft.com/office/drawing/2014/main" id="{39C42EC1-3D8B-D04C-8FF4-F0A04B09D8A2}"/>
              </a:ext>
            </a:extLst>
          </p:cNvPr>
          <p:cNvSpPr/>
          <p:nvPr userDrawn="1"/>
        </p:nvSpPr>
        <p:spPr>
          <a:xfrm>
            <a:off x="6959079" y="3334560"/>
            <a:ext cx="4658360" cy="473075"/>
          </a:xfrm>
          <a:custGeom>
            <a:avLst/>
            <a:gdLst/>
            <a:ahLst/>
            <a:cxnLst/>
            <a:rect l="l" t="t" r="r" b="b"/>
            <a:pathLst>
              <a:path w="4658359" h="473075">
                <a:moveTo>
                  <a:pt x="4658118" y="0"/>
                </a:moveTo>
                <a:lnTo>
                  <a:pt x="0" y="0"/>
                </a:lnTo>
                <a:lnTo>
                  <a:pt x="0" y="472579"/>
                </a:lnTo>
                <a:lnTo>
                  <a:pt x="4658118" y="472579"/>
                </a:lnTo>
                <a:lnTo>
                  <a:pt x="4658118" y="0"/>
                </a:lnTo>
                <a:close/>
              </a:path>
            </a:pathLst>
          </a:custGeom>
          <a:solidFill>
            <a:srgbClr val="25408D"/>
          </a:solidFill>
        </p:spPr>
        <p:txBody>
          <a:bodyPr wrap="square" lIns="0" tIns="0" rIns="0" bIns="0" rtlCol="0"/>
          <a:lstStyle/>
          <a:p>
            <a:endParaRPr/>
          </a:p>
        </p:txBody>
      </p:sp>
      <p:sp>
        <p:nvSpPr>
          <p:cNvPr id="18" name="object 9">
            <a:extLst>
              <a:ext uri="{FF2B5EF4-FFF2-40B4-BE49-F238E27FC236}">
                <a16:creationId xmlns:a16="http://schemas.microsoft.com/office/drawing/2014/main" id="{DEE12DEA-7EC1-3C4C-A6B3-4C2E2CC12877}"/>
              </a:ext>
            </a:extLst>
          </p:cNvPr>
          <p:cNvSpPr/>
          <p:nvPr userDrawn="1"/>
        </p:nvSpPr>
        <p:spPr>
          <a:xfrm>
            <a:off x="1311503" y="5633885"/>
            <a:ext cx="4641215" cy="473075"/>
          </a:xfrm>
          <a:custGeom>
            <a:avLst/>
            <a:gdLst/>
            <a:ahLst/>
            <a:cxnLst/>
            <a:rect l="l" t="t" r="r" b="b"/>
            <a:pathLst>
              <a:path w="4641215" h="473075">
                <a:moveTo>
                  <a:pt x="4641087" y="0"/>
                </a:moveTo>
                <a:lnTo>
                  <a:pt x="0" y="0"/>
                </a:lnTo>
                <a:lnTo>
                  <a:pt x="0" y="472579"/>
                </a:lnTo>
                <a:lnTo>
                  <a:pt x="4641087" y="472579"/>
                </a:lnTo>
                <a:lnTo>
                  <a:pt x="4641087" y="0"/>
                </a:lnTo>
                <a:close/>
              </a:path>
            </a:pathLst>
          </a:custGeom>
          <a:solidFill>
            <a:srgbClr val="25408D"/>
          </a:solidFill>
        </p:spPr>
        <p:txBody>
          <a:bodyPr wrap="square" lIns="0" tIns="0" rIns="0" bIns="0" rtlCol="0"/>
          <a:lstStyle/>
          <a:p>
            <a:endParaRPr/>
          </a:p>
        </p:txBody>
      </p:sp>
      <p:sp>
        <p:nvSpPr>
          <p:cNvPr id="19" name="object 10">
            <a:extLst>
              <a:ext uri="{FF2B5EF4-FFF2-40B4-BE49-F238E27FC236}">
                <a16:creationId xmlns:a16="http://schemas.microsoft.com/office/drawing/2014/main" id="{112A1AAD-969A-A440-A26A-58E4FDCC424F}"/>
              </a:ext>
            </a:extLst>
          </p:cNvPr>
          <p:cNvSpPr/>
          <p:nvPr userDrawn="1"/>
        </p:nvSpPr>
        <p:spPr>
          <a:xfrm>
            <a:off x="6959079" y="5633885"/>
            <a:ext cx="4658360" cy="473075"/>
          </a:xfrm>
          <a:custGeom>
            <a:avLst/>
            <a:gdLst/>
            <a:ahLst/>
            <a:cxnLst/>
            <a:rect l="l" t="t" r="r" b="b"/>
            <a:pathLst>
              <a:path w="4658359" h="473075">
                <a:moveTo>
                  <a:pt x="4658118" y="0"/>
                </a:moveTo>
                <a:lnTo>
                  <a:pt x="0" y="0"/>
                </a:lnTo>
                <a:lnTo>
                  <a:pt x="0" y="472579"/>
                </a:lnTo>
                <a:lnTo>
                  <a:pt x="4658118" y="472579"/>
                </a:lnTo>
                <a:lnTo>
                  <a:pt x="4658118" y="0"/>
                </a:lnTo>
                <a:close/>
              </a:path>
            </a:pathLst>
          </a:custGeom>
          <a:solidFill>
            <a:srgbClr val="25408D"/>
          </a:solidFill>
        </p:spPr>
        <p:txBody>
          <a:bodyPr wrap="square" lIns="0" tIns="0" rIns="0" bIns="0" rtlCol="0"/>
          <a:lstStyle/>
          <a:p>
            <a:endParaRPr/>
          </a:p>
        </p:txBody>
      </p:sp>
      <p:sp>
        <p:nvSpPr>
          <p:cNvPr id="41" name="object 6">
            <a:extLst>
              <a:ext uri="{FF2B5EF4-FFF2-40B4-BE49-F238E27FC236}">
                <a16:creationId xmlns:a16="http://schemas.microsoft.com/office/drawing/2014/main" id="{A8F91473-624E-7442-B71A-4CB0B89B8F3D}"/>
              </a:ext>
            </a:extLst>
          </p:cNvPr>
          <p:cNvSpPr/>
          <p:nvPr userDrawn="1"/>
        </p:nvSpPr>
        <p:spPr>
          <a:xfrm>
            <a:off x="6959079" y="4503747"/>
            <a:ext cx="4658360" cy="473075"/>
          </a:xfrm>
          <a:custGeom>
            <a:avLst/>
            <a:gdLst/>
            <a:ahLst/>
            <a:cxnLst/>
            <a:rect l="l" t="t" r="r" b="b"/>
            <a:pathLst>
              <a:path w="4658359" h="473075">
                <a:moveTo>
                  <a:pt x="4658118" y="0"/>
                </a:moveTo>
                <a:lnTo>
                  <a:pt x="0" y="0"/>
                </a:lnTo>
                <a:lnTo>
                  <a:pt x="0" y="472579"/>
                </a:lnTo>
                <a:lnTo>
                  <a:pt x="4658118" y="472579"/>
                </a:lnTo>
                <a:lnTo>
                  <a:pt x="4658118" y="0"/>
                </a:lnTo>
                <a:close/>
              </a:path>
            </a:pathLst>
          </a:custGeom>
          <a:solidFill>
            <a:srgbClr val="25408D"/>
          </a:solidFill>
        </p:spPr>
        <p:txBody>
          <a:bodyPr wrap="square" lIns="0" tIns="0" rIns="0" bIns="0" rtlCol="0"/>
          <a:lstStyle/>
          <a:p>
            <a:endParaRPr/>
          </a:p>
        </p:txBody>
      </p:sp>
      <p:sp>
        <p:nvSpPr>
          <p:cNvPr id="47" name="object 17">
            <a:extLst>
              <a:ext uri="{FF2B5EF4-FFF2-40B4-BE49-F238E27FC236}">
                <a16:creationId xmlns:a16="http://schemas.microsoft.com/office/drawing/2014/main" id="{AF8A0B8F-4945-4349-AEEE-D808D1ABAAA0}"/>
              </a:ext>
            </a:extLst>
          </p:cNvPr>
          <p:cNvSpPr/>
          <p:nvPr userDrawn="1"/>
        </p:nvSpPr>
        <p:spPr>
          <a:xfrm>
            <a:off x="568396" y="1981200"/>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48" name="Text Placeholder 2">
            <a:extLst>
              <a:ext uri="{FF2B5EF4-FFF2-40B4-BE49-F238E27FC236}">
                <a16:creationId xmlns:a16="http://schemas.microsoft.com/office/drawing/2014/main" id="{1C5E7EFD-6ED2-AF47-AF4D-7EE7CD54FBAA}"/>
              </a:ext>
            </a:extLst>
          </p:cNvPr>
          <p:cNvSpPr>
            <a:spLocks noGrp="1"/>
          </p:cNvSpPr>
          <p:nvPr>
            <p:ph type="body" sz="quarter" idx="12" hasCustomPrompt="1"/>
          </p:nvPr>
        </p:nvSpPr>
        <p:spPr>
          <a:xfrm>
            <a:off x="522676" y="2150409"/>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01</a:t>
            </a:r>
            <a:endParaRPr lang="en-US"/>
          </a:p>
        </p:txBody>
      </p:sp>
      <p:sp>
        <p:nvSpPr>
          <p:cNvPr id="51" name="object 17">
            <a:extLst>
              <a:ext uri="{FF2B5EF4-FFF2-40B4-BE49-F238E27FC236}">
                <a16:creationId xmlns:a16="http://schemas.microsoft.com/office/drawing/2014/main" id="{EEDFC4BB-EE81-5842-891A-567CF4465459}"/>
              </a:ext>
            </a:extLst>
          </p:cNvPr>
          <p:cNvSpPr/>
          <p:nvPr userDrawn="1"/>
        </p:nvSpPr>
        <p:spPr>
          <a:xfrm>
            <a:off x="568396" y="3147906"/>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52" name="Text Placeholder 2">
            <a:extLst>
              <a:ext uri="{FF2B5EF4-FFF2-40B4-BE49-F238E27FC236}">
                <a16:creationId xmlns:a16="http://schemas.microsoft.com/office/drawing/2014/main" id="{BA3FFFEB-07B7-9642-8573-8D1C96B0234D}"/>
              </a:ext>
            </a:extLst>
          </p:cNvPr>
          <p:cNvSpPr>
            <a:spLocks noGrp="1"/>
          </p:cNvSpPr>
          <p:nvPr>
            <p:ph type="body" sz="quarter" idx="13" hasCustomPrompt="1"/>
          </p:nvPr>
        </p:nvSpPr>
        <p:spPr>
          <a:xfrm>
            <a:off x="522676" y="3317115"/>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02</a:t>
            </a:r>
            <a:endParaRPr lang="en-US"/>
          </a:p>
        </p:txBody>
      </p:sp>
      <p:sp>
        <p:nvSpPr>
          <p:cNvPr id="53" name="object 17">
            <a:extLst>
              <a:ext uri="{FF2B5EF4-FFF2-40B4-BE49-F238E27FC236}">
                <a16:creationId xmlns:a16="http://schemas.microsoft.com/office/drawing/2014/main" id="{185B463A-D151-9D4D-9EA4-0580C5809736}"/>
              </a:ext>
            </a:extLst>
          </p:cNvPr>
          <p:cNvSpPr/>
          <p:nvPr userDrawn="1"/>
        </p:nvSpPr>
        <p:spPr>
          <a:xfrm>
            <a:off x="568396" y="4312130"/>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54" name="Text Placeholder 2">
            <a:extLst>
              <a:ext uri="{FF2B5EF4-FFF2-40B4-BE49-F238E27FC236}">
                <a16:creationId xmlns:a16="http://schemas.microsoft.com/office/drawing/2014/main" id="{B3C02F17-611A-BB40-8C9E-41278C003124}"/>
              </a:ext>
            </a:extLst>
          </p:cNvPr>
          <p:cNvSpPr>
            <a:spLocks noGrp="1"/>
          </p:cNvSpPr>
          <p:nvPr>
            <p:ph type="body" sz="quarter" idx="14" hasCustomPrompt="1"/>
          </p:nvPr>
        </p:nvSpPr>
        <p:spPr>
          <a:xfrm>
            <a:off x="522676" y="4481339"/>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03</a:t>
            </a:r>
            <a:endParaRPr lang="en-US"/>
          </a:p>
        </p:txBody>
      </p:sp>
      <p:sp>
        <p:nvSpPr>
          <p:cNvPr id="55" name="object 17">
            <a:extLst>
              <a:ext uri="{FF2B5EF4-FFF2-40B4-BE49-F238E27FC236}">
                <a16:creationId xmlns:a16="http://schemas.microsoft.com/office/drawing/2014/main" id="{9A36F3D8-5A74-4346-97CA-25AD14701876}"/>
              </a:ext>
            </a:extLst>
          </p:cNvPr>
          <p:cNvSpPr/>
          <p:nvPr userDrawn="1"/>
        </p:nvSpPr>
        <p:spPr>
          <a:xfrm>
            <a:off x="568396" y="5461493"/>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56" name="Text Placeholder 2">
            <a:extLst>
              <a:ext uri="{FF2B5EF4-FFF2-40B4-BE49-F238E27FC236}">
                <a16:creationId xmlns:a16="http://schemas.microsoft.com/office/drawing/2014/main" id="{48D914B5-B6B8-6C42-B5FE-5154EAFCD577}"/>
              </a:ext>
            </a:extLst>
          </p:cNvPr>
          <p:cNvSpPr>
            <a:spLocks noGrp="1"/>
          </p:cNvSpPr>
          <p:nvPr>
            <p:ph type="body" sz="quarter" idx="15" hasCustomPrompt="1"/>
          </p:nvPr>
        </p:nvSpPr>
        <p:spPr>
          <a:xfrm>
            <a:off x="522676" y="5630702"/>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04</a:t>
            </a:r>
            <a:endParaRPr lang="en-US"/>
          </a:p>
        </p:txBody>
      </p:sp>
      <p:sp>
        <p:nvSpPr>
          <p:cNvPr id="65" name="object 17">
            <a:extLst>
              <a:ext uri="{FF2B5EF4-FFF2-40B4-BE49-F238E27FC236}">
                <a16:creationId xmlns:a16="http://schemas.microsoft.com/office/drawing/2014/main" id="{124734BE-8E85-0C4A-A9C3-5C30D151A195}"/>
              </a:ext>
            </a:extLst>
          </p:cNvPr>
          <p:cNvSpPr/>
          <p:nvPr userDrawn="1"/>
        </p:nvSpPr>
        <p:spPr>
          <a:xfrm>
            <a:off x="6237676" y="1990357"/>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66" name="Text Placeholder 2">
            <a:extLst>
              <a:ext uri="{FF2B5EF4-FFF2-40B4-BE49-F238E27FC236}">
                <a16:creationId xmlns:a16="http://schemas.microsoft.com/office/drawing/2014/main" id="{640ADF69-D899-2C43-9A90-8741851A3DE3}"/>
              </a:ext>
            </a:extLst>
          </p:cNvPr>
          <p:cNvSpPr>
            <a:spLocks noGrp="1"/>
          </p:cNvSpPr>
          <p:nvPr>
            <p:ph type="body" sz="quarter" idx="16" hasCustomPrompt="1"/>
          </p:nvPr>
        </p:nvSpPr>
        <p:spPr>
          <a:xfrm>
            <a:off x="6191956" y="2159566"/>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05</a:t>
            </a:r>
            <a:endParaRPr lang="en-US"/>
          </a:p>
        </p:txBody>
      </p:sp>
      <p:sp>
        <p:nvSpPr>
          <p:cNvPr id="67" name="object 17">
            <a:extLst>
              <a:ext uri="{FF2B5EF4-FFF2-40B4-BE49-F238E27FC236}">
                <a16:creationId xmlns:a16="http://schemas.microsoft.com/office/drawing/2014/main" id="{930131F0-6C47-5A4A-9583-7D8CA4B72483}"/>
              </a:ext>
            </a:extLst>
          </p:cNvPr>
          <p:cNvSpPr/>
          <p:nvPr userDrawn="1"/>
        </p:nvSpPr>
        <p:spPr>
          <a:xfrm>
            <a:off x="6237676" y="3157063"/>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68" name="Text Placeholder 2">
            <a:extLst>
              <a:ext uri="{FF2B5EF4-FFF2-40B4-BE49-F238E27FC236}">
                <a16:creationId xmlns:a16="http://schemas.microsoft.com/office/drawing/2014/main" id="{0A3C8333-6CAE-0F42-A0C0-BA10D92836CA}"/>
              </a:ext>
            </a:extLst>
          </p:cNvPr>
          <p:cNvSpPr>
            <a:spLocks noGrp="1"/>
          </p:cNvSpPr>
          <p:nvPr>
            <p:ph type="body" sz="quarter" idx="17" hasCustomPrompt="1"/>
          </p:nvPr>
        </p:nvSpPr>
        <p:spPr>
          <a:xfrm>
            <a:off x="6191956" y="3326272"/>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06</a:t>
            </a:r>
            <a:endParaRPr lang="en-US"/>
          </a:p>
        </p:txBody>
      </p:sp>
      <p:sp>
        <p:nvSpPr>
          <p:cNvPr id="69" name="object 17">
            <a:extLst>
              <a:ext uri="{FF2B5EF4-FFF2-40B4-BE49-F238E27FC236}">
                <a16:creationId xmlns:a16="http://schemas.microsoft.com/office/drawing/2014/main" id="{02712926-CB6C-8248-B2E4-AA2E3C6260EB}"/>
              </a:ext>
            </a:extLst>
          </p:cNvPr>
          <p:cNvSpPr/>
          <p:nvPr userDrawn="1"/>
        </p:nvSpPr>
        <p:spPr>
          <a:xfrm>
            <a:off x="6237676" y="4309648"/>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70" name="Text Placeholder 2">
            <a:extLst>
              <a:ext uri="{FF2B5EF4-FFF2-40B4-BE49-F238E27FC236}">
                <a16:creationId xmlns:a16="http://schemas.microsoft.com/office/drawing/2014/main" id="{F5582053-EE49-BB4C-A8C4-FB472EA30EA8}"/>
              </a:ext>
            </a:extLst>
          </p:cNvPr>
          <p:cNvSpPr>
            <a:spLocks noGrp="1"/>
          </p:cNvSpPr>
          <p:nvPr>
            <p:ph type="body" sz="quarter" idx="18" hasCustomPrompt="1"/>
          </p:nvPr>
        </p:nvSpPr>
        <p:spPr>
          <a:xfrm>
            <a:off x="6191956" y="4492978"/>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07</a:t>
            </a:r>
            <a:endParaRPr lang="en-US"/>
          </a:p>
        </p:txBody>
      </p:sp>
      <p:sp>
        <p:nvSpPr>
          <p:cNvPr id="71" name="object 17">
            <a:extLst>
              <a:ext uri="{FF2B5EF4-FFF2-40B4-BE49-F238E27FC236}">
                <a16:creationId xmlns:a16="http://schemas.microsoft.com/office/drawing/2014/main" id="{DB950829-8155-7C4A-814E-022B44884A74}"/>
              </a:ext>
            </a:extLst>
          </p:cNvPr>
          <p:cNvSpPr/>
          <p:nvPr userDrawn="1"/>
        </p:nvSpPr>
        <p:spPr>
          <a:xfrm>
            <a:off x="6237676" y="5461493"/>
            <a:ext cx="822960" cy="822960"/>
          </a:xfrm>
          <a:custGeom>
            <a:avLst/>
            <a:gdLst/>
            <a:ahLst/>
            <a:cxnLst/>
            <a:rect l="l" t="t" r="r" b="b"/>
            <a:pathLst>
              <a:path w="822960" h="822960">
                <a:moveTo>
                  <a:pt x="411441" y="0"/>
                </a:moveTo>
                <a:lnTo>
                  <a:pt x="363459" y="2768"/>
                </a:lnTo>
                <a:lnTo>
                  <a:pt x="317103" y="10866"/>
                </a:lnTo>
                <a:lnTo>
                  <a:pt x="272681" y="23987"/>
                </a:lnTo>
                <a:lnTo>
                  <a:pt x="230502" y="41820"/>
                </a:lnTo>
                <a:lnTo>
                  <a:pt x="190874" y="64057"/>
                </a:lnTo>
                <a:lnTo>
                  <a:pt x="154107" y="90390"/>
                </a:lnTo>
                <a:lnTo>
                  <a:pt x="120510" y="120510"/>
                </a:lnTo>
                <a:lnTo>
                  <a:pt x="90390" y="154107"/>
                </a:lnTo>
                <a:lnTo>
                  <a:pt x="64057" y="190874"/>
                </a:lnTo>
                <a:lnTo>
                  <a:pt x="41820" y="230502"/>
                </a:lnTo>
                <a:lnTo>
                  <a:pt x="23987" y="272681"/>
                </a:lnTo>
                <a:lnTo>
                  <a:pt x="10866" y="317103"/>
                </a:lnTo>
                <a:lnTo>
                  <a:pt x="2768" y="363459"/>
                </a:lnTo>
                <a:lnTo>
                  <a:pt x="0" y="411441"/>
                </a:lnTo>
                <a:lnTo>
                  <a:pt x="2768" y="459423"/>
                </a:lnTo>
                <a:lnTo>
                  <a:pt x="10866" y="505780"/>
                </a:lnTo>
                <a:lnTo>
                  <a:pt x="23987" y="550202"/>
                </a:lnTo>
                <a:lnTo>
                  <a:pt x="41820" y="592381"/>
                </a:lnTo>
                <a:lnTo>
                  <a:pt x="64057" y="632008"/>
                </a:lnTo>
                <a:lnTo>
                  <a:pt x="90390" y="668775"/>
                </a:lnTo>
                <a:lnTo>
                  <a:pt x="120510" y="702373"/>
                </a:lnTo>
                <a:lnTo>
                  <a:pt x="154107" y="732493"/>
                </a:lnTo>
                <a:lnTo>
                  <a:pt x="190874" y="758826"/>
                </a:lnTo>
                <a:lnTo>
                  <a:pt x="230502" y="781063"/>
                </a:lnTo>
                <a:lnTo>
                  <a:pt x="272681" y="798896"/>
                </a:lnTo>
                <a:lnTo>
                  <a:pt x="317103" y="812017"/>
                </a:lnTo>
                <a:lnTo>
                  <a:pt x="363459" y="820115"/>
                </a:lnTo>
                <a:lnTo>
                  <a:pt x="411441" y="822883"/>
                </a:lnTo>
                <a:lnTo>
                  <a:pt x="459423" y="820115"/>
                </a:lnTo>
                <a:lnTo>
                  <a:pt x="505780" y="812017"/>
                </a:lnTo>
                <a:lnTo>
                  <a:pt x="550202" y="798896"/>
                </a:lnTo>
                <a:lnTo>
                  <a:pt x="592381" y="781063"/>
                </a:lnTo>
                <a:lnTo>
                  <a:pt x="632008" y="758826"/>
                </a:lnTo>
                <a:lnTo>
                  <a:pt x="668775" y="732493"/>
                </a:lnTo>
                <a:lnTo>
                  <a:pt x="702373" y="702373"/>
                </a:lnTo>
                <a:lnTo>
                  <a:pt x="732493" y="668775"/>
                </a:lnTo>
                <a:lnTo>
                  <a:pt x="758826" y="632008"/>
                </a:lnTo>
                <a:lnTo>
                  <a:pt x="781063" y="592381"/>
                </a:lnTo>
                <a:lnTo>
                  <a:pt x="798896" y="550202"/>
                </a:lnTo>
                <a:lnTo>
                  <a:pt x="812017" y="505780"/>
                </a:lnTo>
                <a:lnTo>
                  <a:pt x="820115" y="459423"/>
                </a:lnTo>
                <a:lnTo>
                  <a:pt x="822883" y="411441"/>
                </a:lnTo>
                <a:lnTo>
                  <a:pt x="820115" y="363459"/>
                </a:lnTo>
                <a:lnTo>
                  <a:pt x="812017" y="317103"/>
                </a:lnTo>
                <a:lnTo>
                  <a:pt x="798896" y="272681"/>
                </a:lnTo>
                <a:lnTo>
                  <a:pt x="781063" y="230502"/>
                </a:lnTo>
                <a:lnTo>
                  <a:pt x="758826" y="190874"/>
                </a:lnTo>
                <a:lnTo>
                  <a:pt x="732493" y="154107"/>
                </a:lnTo>
                <a:lnTo>
                  <a:pt x="702373" y="120510"/>
                </a:lnTo>
                <a:lnTo>
                  <a:pt x="668775" y="90390"/>
                </a:lnTo>
                <a:lnTo>
                  <a:pt x="632008" y="64057"/>
                </a:lnTo>
                <a:lnTo>
                  <a:pt x="592381" y="41820"/>
                </a:lnTo>
                <a:lnTo>
                  <a:pt x="550202" y="23987"/>
                </a:lnTo>
                <a:lnTo>
                  <a:pt x="505780" y="10866"/>
                </a:lnTo>
                <a:lnTo>
                  <a:pt x="459423" y="2768"/>
                </a:lnTo>
                <a:lnTo>
                  <a:pt x="411441" y="0"/>
                </a:lnTo>
                <a:close/>
              </a:path>
            </a:pathLst>
          </a:custGeom>
          <a:solidFill>
            <a:srgbClr val="FDBA13"/>
          </a:solidFill>
        </p:spPr>
        <p:txBody>
          <a:bodyPr wrap="square" lIns="0" tIns="0" rIns="0" bIns="0" rtlCol="0"/>
          <a:lstStyle/>
          <a:p>
            <a:endParaRPr>
              <a:highlight>
                <a:srgbClr val="FDBA13"/>
              </a:highlight>
            </a:endParaRPr>
          </a:p>
        </p:txBody>
      </p:sp>
      <p:sp>
        <p:nvSpPr>
          <p:cNvPr id="72" name="Text Placeholder 2">
            <a:extLst>
              <a:ext uri="{FF2B5EF4-FFF2-40B4-BE49-F238E27FC236}">
                <a16:creationId xmlns:a16="http://schemas.microsoft.com/office/drawing/2014/main" id="{A854C96B-7FCE-5048-8682-21610E74FA2E}"/>
              </a:ext>
            </a:extLst>
          </p:cNvPr>
          <p:cNvSpPr>
            <a:spLocks noGrp="1"/>
          </p:cNvSpPr>
          <p:nvPr>
            <p:ph type="body" sz="quarter" idx="19" hasCustomPrompt="1"/>
          </p:nvPr>
        </p:nvSpPr>
        <p:spPr>
          <a:xfrm>
            <a:off x="6191956" y="5630702"/>
            <a:ext cx="914400" cy="484748"/>
          </a:xfrm>
        </p:spPr>
        <p:txBody>
          <a:bodyPr/>
          <a:lstStyle>
            <a:lvl1pPr algn="ctr">
              <a:defRPr sz="3150" b="1">
                <a:solidFill>
                  <a:schemeClr val="bg1"/>
                </a:solidFill>
                <a:latin typeface="Arial" panose="020B0604020202020204" pitchFamily="34" charset="0"/>
                <a:cs typeface="Arial" panose="020B0604020202020204" pitchFamily="34" charset="0"/>
              </a:defRPr>
            </a:lvl1pPr>
          </a:lstStyle>
          <a:p>
            <a:pPr lvl="0"/>
            <a:r>
              <a:rPr lang="en-GB"/>
              <a:t>08</a:t>
            </a:r>
            <a:endParaRPr lang="en-US"/>
          </a:p>
        </p:txBody>
      </p:sp>
      <p:sp>
        <p:nvSpPr>
          <p:cNvPr id="74" name="Text Placeholder 2">
            <a:extLst>
              <a:ext uri="{FF2B5EF4-FFF2-40B4-BE49-F238E27FC236}">
                <a16:creationId xmlns:a16="http://schemas.microsoft.com/office/drawing/2014/main" id="{17338358-2637-4F40-B17E-16CE627EF048}"/>
              </a:ext>
            </a:extLst>
          </p:cNvPr>
          <p:cNvSpPr>
            <a:spLocks noGrp="1"/>
          </p:cNvSpPr>
          <p:nvPr>
            <p:ph type="body" sz="quarter" idx="20" hasCustomPrompt="1"/>
          </p:nvPr>
        </p:nvSpPr>
        <p:spPr>
          <a:xfrm>
            <a:off x="1578655" y="2248647"/>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75" name="Text Placeholder 2">
            <a:extLst>
              <a:ext uri="{FF2B5EF4-FFF2-40B4-BE49-F238E27FC236}">
                <a16:creationId xmlns:a16="http://schemas.microsoft.com/office/drawing/2014/main" id="{B435CC68-4CCA-8E48-8352-69AEE946461A}"/>
              </a:ext>
            </a:extLst>
          </p:cNvPr>
          <p:cNvSpPr>
            <a:spLocks noGrp="1"/>
          </p:cNvSpPr>
          <p:nvPr>
            <p:ph type="body" sz="quarter" idx="21" hasCustomPrompt="1"/>
          </p:nvPr>
        </p:nvSpPr>
        <p:spPr>
          <a:xfrm>
            <a:off x="1578655" y="3415354"/>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76" name="Text Placeholder 2">
            <a:extLst>
              <a:ext uri="{FF2B5EF4-FFF2-40B4-BE49-F238E27FC236}">
                <a16:creationId xmlns:a16="http://schemas.microsoft.com/office/drawing/2014/main" id="{FFD479F7-74E2-2C46-A1CD-0BD117AED980}"/>
              </a:ext>
            </a:extLst>
          </p:cNvPr>
          <p:cNvSpPr>
            <a:spLocks noGrp="1"/>
          </p:cNvSpPr>
          <p:nvPr>
            <p:ph type="body" sz="quarter" idx="22" hasCustomPrompt="1"/>
          </p:nvPr>
        </p:nvSpPr>
        <p:spPr>
          <a:xfrm>
            <a:off x="1578655" y="4595607"/>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77" name="Text Placeholder 2">
            <a:extLst>
              <a:ext uri="{FF2B5EF4-FFF2-40B4-BE49-F238E27FC236}">
                <a16:creationId xmlns:a16="http://schemas.microsoft.com/office/drawing/2014/main" id="{0FF4259C-63E8-0C4A-80D2-B3CD0132F6D6}"/>
              </a:ext>
            </a:extLst>
          </p:cNvPr>
          <p:cNvSpPr>
            <a:spLocks noGrp="1"/>
          </p:cNvSpPr>
          <p:nvPr>
            <p:ph type="body" sz="quarter" idx="23" hasCustomPrompt="1"/>
          </p:nvPr>
        </p:nvSpPr>
        <p:spPr>
          <a:xfrm>
            <a:off x="1578655" y="5742451"/>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82" name="Text Placeholder 2">
            <a:extLst>
              <a:ext uri="{FF2B5EF4-FFF2-40B4-BE49-F238E27FC236}">
                <a16:creationId xmlns:a16="http://schemas.microsoft.com/office/drawing/2014/main" id="{AFCE00A5-7058-9C4D-B14D-FDE32BDBA044}"/>
              </a:ext>
            </a:extLst>
          </p:cNvPr>
          <p:cNvSpPr>
            <a:spLocks noGrp="1"/>
          </p:cNvSpPr>
          <p:nvPr>
            <p:ph type="body" sz="quarter" idx="24" hasCustomPrompt="1"/>
          </p:nvPr>
        </p:nvSpPr>
        <p:spPr>
          <a:xfrm>
            <a:off x="7193748" y="2234526"/>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83" name="Text Placeholder 2">
            <a:extLst>
              <a:ext uri="{FF2B5EF4-FFF2-40B4-BE49-F238E27FC236}">
                <a16:creationId xmlns:a16="http://schemas.microsoft.com/office/drawing/2014/main" id="{BB212FAD-928F-AE48-90B8-764BCBFBA485}"/>
              </a:ext>
            </a:extLst>
          </p:cNvPr>
          <p:cNvSpPr>
            <a:spLocks noGrp="1"/>
          </p:cNvSpPr>
          <p:nvPr>
            <p:ph type="body" sz="quarter" idx="25" hasCustomPrompt="1"/>
          </p:nvPr>
        </p:nvSpPr>
        <p:spPr>
          <a:xfrm>
            <a:off x="7193748" y="3401233"/>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84" name="Text Placeholder 2">
            <a:extLst>
              <a:ext uri="{FF2B5EF4-FFF2-40B4-BE49-F238E27FC236}">
                <a16:creationId xmlns:a16="http://schemas.microsoft.com/office/drawing/2014/main" id="{84540E62-23A8-9146-ADE1-EBEF6532B062}"/>
              </a:ext>
            </a:extLst>
          </p:cNvPr>
          <p:cNvSpPr>
            <a:spLocks noGrp="1"/>
          </p:cNvSpPr>
          <p:nvPr>
            <p:ph type="body" sz="quarter" idx="26" hasCustomPrompt="1"/>
          </p:nvPr>
        </p:nvSpPr>
        <p:spPr>
          <a:xfrm>
            <a:off x="7193748" y="4581486"/>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85" name="Text Placeholder 2">
            <a:extLst>
              <a:ext uri="{FF2B5EF4-FFF2-40B4-BE49-F238E27FC236}">
                <a16:creationId xmlns:a16="http://schemas.microsoft.com/office/drawing/2014/main" id="{1C53A4AE-C416-4442-B6D4-D0A54E97F665}"/>
              </a:ext>
            </a:extLst>
          </p:cNvPr>
          <p:cNvSpPr>
            <a:spLocks noGrp="1"/>
          </p:cNvSpPr>
          <p:nvPr>
            <p:ph type="body" sz="quarter" idx="27" hasCustomPrompt="1"/>
          </p:nvPr>
        </p:nvSpPr>
        <p:spPr>
          <a:xfrm>
            <a:off x="7193748" y="5742451"/>
            <a:ext cx="3907745" cy="330200"/>
          </a:xfrm>
        </p:spPr>
        <p:txBody>
          <a:bodyPr/>
          <a:lstStyle>
            <a:lvl1pPr algn="l">
              <a:defRPr sz="2000" b="1">
                <a:solidFill>
                  <a:schemeClr val="bg1"/>
                </a:solidFill>
                <a:latin typeface="Arial" panose="020B0604020202020204" pitchFamily="34" charset="0"/>
                <a:cs typeface="Arial" panose="020B0604020202020204" pitchFamily="34" charset="0"/>
              </a:defRPr>
            </a:lvl1pPr>
          </a:lstStyle>
          <a:p>
            <a:pPr lvl="0"/>
            <a:r>
              <a:rPr lang="en-GB"/>
              <a:t>Title to go here</a:t>
            </a:r>
            <a:endParaRPr lang="en-US"/>
          </a:p>
        </p:txBody>
      </p:sp>
      <p:sp>
        <p:nvSpPr>
          <p:cNvPr id="38" name="object 4">
            <a:extLst>
              <a:ext uri="{FF2B5EF4-FFF2-40B4-BE49-F238E27FC236}">
                <a16:creationId xmlns:a16="http://schemas.microsoft.com/office/drawing/2014/main" id="{F06D9F0C-C8DC-3146-B5BD-4804081AB093}"/>
              </a:ext>
            </a:extLst>
          </p:cNvPr>
          <p:cNvSpPr/>
          <p:nvPr userDrawn="1"/>
        </p:nvSpPr>
        <p:spPr>
          <a:xfrm>
            <a:off x="0" y="0"/>
            <a:ext cx="12193270" cy="1295855"/>
          </a:xfrm>
          <a:custGeom>
            <a:avLst/>
            <a:gdLst/>
            <a:ahLst/>
            <a:cxnLst/>
            <a:rect l="l" t="t" r="r" b="b"/>
            <a:pathLst>
              <a:path w="12193270" h="1706880">
                <a:moveTo>
                  <a:pt x="12193206" y="0"/>
                </a:moveTo>
                <a:lnTo>
                  <a:pt x="0" y="0"/>
                </a:lnTo>
                <a:lnTo>
                  <a:pt x="0" y="1706765"/>
                </a:lnTo>
                <a:lnTo>
                  <a:pt x="12193206" y="1706765"/>
                </a:lnTo>
                <a:lnTo>
                  <a:pt x="12193206" y="0"/>
                </a:lnTo>
                <a:close/>
              </a:path>
            </a:pathLst>
          </a:custGeom>
          <a:solidFill>
            <a:srgbClr val="25408D"/>
          </a:solidFill>
        </p:spPr>
        <p:txBody>
          <a:bodyPr wrap="square" lIns="0" tIns="0" rIns="0" bIns="0" rtlCol="0"/>
          <a:lstStyle/>
          <a:p>
            <a:endParaRPr/>
          </a:p>
        </p:txBody>
      </p:sp>
      <p:pic>
        <p:nvPicPr>
          <p:cNvPr id="39" name="Picture 38">
            <a:extLst>
              <a:ext uri="{FF2B5EF4-FFF2-40B4-BE49-F238E27FC236}">
                <a16:creationId xmlns:a16="http://schemas.microsoft.com/office/drawing/2014/main" id="{512059AF-015C-4F4D-8003-829F6993C829}"/>
              </a:ext>
            </a:extLst>
          </p:cNvPr>
          <p:cNvPicPr>
            <a:picLocks noChangeAspect="1"/>
          </p:cNvPicPr>
          <p:nvPr userDrawn="1"/>
        </p:nvPicPr>
        <p:blipFill>
          <a:blip r:embed="rId2"/>
          <a:stretch>
            <a:fillRect/>
          </a:stretch>
        </p:blipFill>
        <p:spPr>
          <a:xfrm>
            <a:off x="9815421" y="424767"/>
            <a:ext cx="1801776" cy="553129"/>
          </a:xfrm>
          <a:prstGeom prst="rect">
            <a:avLst/>
          </a:prstGeom>
        </p:spPr>
      </p:pic>
      <p:sp>
        <p:nvSpPr>
          <p:cNvPr id="40" name="Text Placeholder 14">
            <a:extLst>
              <a:ext uri="{FF2B5EF4-FFF2-40B4-BE49-F238E27FC236}">
                <a16:creationId xmlns:a16="http://schemas.microsoft.com/office/drawing/2014/main" id="{08AC4639-2DD2-FE49-AADD-EED8D4A5974D}"/>
              </a:ext>
            </a:extLst>
          </p:cNvPr>
          <p:cNvSpPr>
            <a:spLocks noGrp="1"/>
          </p:cNvSpPr>
          <p:nvPr>
            <p:ph type="body" sz="quarter" idx="10" hasCustomPrompt="1"/>
          </p:nvPr>
        </p:nvSpPr>
        <p:spPr>
          <a:xfrm>
            <a:off x="533400" y="219670"/>
            <a:ext cx="5562600" cy="923330"/>
          </a:xfrm>
        </p:spPr>
        <p:txBody>
          <a:bodyPr/>
          <a:lstStyle>
            <a:lvl1pPr>
              <a:defRPr sz="6000" b="1" baseline="0">
                <a:solidFill>
                  <a:srgbClr val="FDBA13"/>
                </a:solidFill>
                <a:latin typeface="Arial" panose="020B0604020202020204" pitchFamily="34" charset="0"/>
                <a:cs typeface="Arial" panose="020B0604020202020204" pitchFamily="34" charset="0"/>
              </a:defRPr>
            </a:lvl1pPr>
          </a:lstStyle>
          <a:p>
            <a:pPr lvl="0"/>
            <a:r>
              <a:rPr lang="en-GB"/>
              <a:t>Header</a:t>
            </a:r>
            <a:endParaRPr lang="en-US"/>
          </a:p>
        </p:txBody>
      </p:sp>
    </p:spTree>
    <p:extLst>
      <p:ext uri="{BB962C8B-B14F-4D97-AF65-F5344CB8AC3E}">
        <p14:creationId xmlns:p14="http://schemas.microsoft.com/office/powerpoint/2010/main" val="18868865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EXT FULL WIDTH">
    <p:bg>
      <p:bgPr>
        <a:solidFill>
          <a:schemeClr val="bg1"/>
        </a:solidFill>
        <a:effectLst/>
      </p:bgPr>
    </p:bg>
    <p:spTree>
      <p:nvGrpSpPr>
        <p:cNvPr id="1" name=""/>
        <p:cNvGrpSpPr/>
        <p:nvPr/>
      </p:nvGrpSpPr>
      <p:grpSpPr>
        <a:xfrm>
          <a:off x="0" y="0"/>
          <a:ext cx="0" cy="0"/>
          <a:chOff x="0" y="0"/>
          <a:chExt cx="0" cy="0"/>
        </a:xfrm>
      </p:grpSpPr>
      <p:sp>
        <p:nvSpPr>
          <p:cNvPr id="5" name="object 4">
            <a:extLst>
              <a:ext uri="{FF2B5EF4-FFF2-40B4-BE49-F238E27FC236}">
                <a16:creationId xmlns:a16="http://schemas.microsoft.com/office/drawing/2014/main" id="{C1F0E6C2-2EE5-D841-B127-9502BB69D97F}"/>
              </a:ext>
            </a:extLst>
          </p:cNvPr>
          <p:cNvSpPr/>
          <p:nvPr userDrawn="1"/>
        </p:nvSpPr>
        <p:spPr>
          <a:xfrm>
            <a:off x="0" y="0"/>
            <a:ext cx="12193270" cy="1295855"/>
          </a:xfrm>
          <a:custGeom>
            <a:avLst/>
            <a:gdLst/>
            <a:ahLst/>
            <a:cxnLst/>
            <a:rect l="l" t="t" r="r" b="b"/>
            <a:pathLst>
              <a:path w="12193270" h="1706880">
                <a:moveTo>
                  <a:pt x="12193206" y="0"/>
                </a:moveTo>
                <a:lnTo>
                  <a:pt x="0" y="0"/>
                </a:lnTo>
                <a:lnTo>
                  <a:pt x="0" y="1706765"/>
                </a:lnTo>
                <a:lnTo>
                  <a:pt x="12193206" y="1706765"/>
                </a:lnTo>
                <a:lnTo>
                  <a:pt x="12193206" y="0"/>
                </a:lnTo>
                <a:close/>
              </a:path>
            </a:pathLst>
          </a:custGeom>
          <a:solidFill>
            <a:srgbClr val="25408D"/>
          </a:solidFill>
        </p:spPr>
        <p:txBody>
          <a:bodyPr wrap="square" lIns="0" tIns="0" rIns="0" bIns="0" rtlCol="0"/>
          <a:lstStyle/>
          <a:p>
            <a:endParaRPr/>
          </a:p>
        </p:txBody>
      </p:sp>
      <p:pic>
        <p:nvPicPr>
          <p:cNvPr id="7" name="Picture 6">
            <a:extLst>
              <a:ext uri="{FF2B5EF4-FFF2-40B4-BE49-F238E27FC236}">
                <a16:creationId xmlns:a16="http://schemas.microsoft.com/office/drawing/2014/main" id="{02EE7552-CF1D-3046-90BC-DA62E4CFA17F}"/>
              </a:ext>
            </a:extLst>
          </p:cNvPr>
          <p:cNvPicPr>
            <a:picLocks noChangeAspect="1"/>
          </p:cNvPicPr>
          <p:nvPr userDrawn="1"/>
        </p:nvPicPr>
        <p:blipFill>
          <a:blip r:embed="rId2"/>
          <a:stretch>
            <a:fillRect/>
          </a:stretch>
        </p:blipFill>
        <p:spPr>
          <a:xfrm>
            <a:off x="9815421" y="424767"/>
            <a:ext cx="1801776" cy="553129"/>
          </a:xfrm>
          <a:prstGeom prst="rect">
            <a:avLst/>
          </a:prstGeom>
        </p:spPr>
      </p:pic>
      <p:sp>
        <p:nvSpPr>
          <p:cNvPr id="11" name="Text Placeholder 14">
            <a:extLst>
              <a:ext uri="{FF2B5EF4-FFF2-40B4-BE49-F238E27FC236}">
                <a16:creationId xmlns:a16="http://schemas.microsoft.com/office/drawing/2014/main" id="{6502E452-DD04-A942-B9C7-FB3B968F6231}"/>
              </a:ext>
            </a:extLst>
          </p:cNvPr>
          <p:cNvSpPr>
            <a:spLocks noGrp="1"/>
          </p:cNvSpPr>
          <p:nvPr>
            <p:ph type="body" sz="quarter" idx="10" hasCustomPrompt="1"/>
          </p:nvPr>
        </p:nvSpPr>
        <p:spPr>
          <a:xfrm>
            <a:off x="533400" y="219670"/>
            <a:ext cx="5562600" cy="923330"/>
          </a:xfrm>
        </p:spPr>
        <p:txBody>
          <a:bodyPr/>
          <a:lstStyle>
            <a:lvl1pPr>
              <a:defRPr sz="6000" b="1" baseline="0">
                <a:solidFill>
                  <a:srgbClr val="FDBA13"/>
                </a:solidFill>
                <a:latin typeface="Arial" panose="020B0604020202020204" pitchFamily="34" charset="0"/>
                <a:cs typeface="Arial" panose="020B0604020202020204" pitchFamily="34" charset="0"/>
              </a:defRPr>
            </a:lvl1pPr>
          </a:lstStyle>
          <a:p>
            <a:pPr lvl="0"/>
            <a:r>
              <a:rPr lang="en-GB"/>
              <a:t>Header</a:t>
            </a:r>
            <a:endParaRPr lang="en-US"/>
          </a:p>
        </p:txBody>
      </p:sp>
      <p:sp>
        <p:nvSpPr>
          <p:cNvPr id="15" name="Text Placeholder 14">
            <a:extLst>
              <a:ext uri="{FF2B5EF4-FFF2-40B4-BE49-F238E27FC236}">
                <a16:creationId xmlns:a16="http://schemas.microsoft.com/office/drawing/2014/main" id="{2B32422C-E3F5-664F-A900-E87EE9A73BA9}"/>
              </a:ext>
            </a:extLst>
          </p:cNvPr>
          <p:cNvSpPr>
            <a:spLocks noGrp="1"/>
          </p:cNvSpPr>
          <p:nvPr>
            <p:ph type="body" sz="quarter" idx="12" hasCustomPrompt="1"/>
          </p:nvPr>
        </p:nvSpPr>
        <p:spPr>
          <a:xfrm>
            <a:off x="533399" y="1995059"/>
            <a:ext cx="11083797" cy="1538883"/>
          </a:xfrm>
        </p:spPr>
        <p:txBody>
          <a:bodyPr/>
          <a:lstStyle>
            <a:lvl1pPr>
              <a:defRPr sz="2500" b="1">
                <a:solidFill>
                  <a:srgbClr val="24408D"/>
                </a:solidFill>
                <a:latin typeface="Arial" panose="020B0604020202020204" pitchFamily="34" charset="0"/>
                <a:cs typeface="Arial" panose="020B0604020202020204" pitchFamily="34" charset="0"/>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Duis at </a:t>
            </a:r>
            <a:r>
              <a:rPr lang="en-GB" err="1"/>
              <a:t>commodo</a:t>
            </a:r>
            <a:r>
              <a:rPr lang="en-GB"/>
              <a:t> </a:t>
            </a:r>
            <a:r>
              <a:rPr lang="en-GB" err="1"/>
              <a:t>neque</a:t>
            </a:r>
            <a:r>
              <a:rPr lang="en-GB"/>
              <a:t>, non </a:t>
            </a:r>
            <a:r>
              <a:rPr lang="en-GB" err="1"/>
              <a:t>ultrices</a:t>
            </a:r>
            <a:r>
              <a:rPr lang="en-GB"/>
              <a:t> </a:t>
            </a:r>
            <a:r>
              <a:rPr lang="en-GB" err="1"/>
              <a:t>turpis</a:t>
            </a:r>
            <a:r>
              <a:rPr lang="en-GB"/>
              <a:t>. Integer </a:t>
            </a:r>
            <a:r>
              <a:rPr lang="en-GB" err="1"/>
              <a:t>rutrum</a:t>
            </a:r>
            <a:r>
              <a:rPr lang="en-GB"/>
              <a:t> </a:t>
            </a:r>
            <a:r>
              <a:rPr lang="en-GB" err="1"/>
              <a:t>sem</a:t>
            </a:r>
            <a:r>
              <a:rPr lang="en-GB"/>
              <a:t> </a:t>
            </a:r>
            <a:r>
              <a:rPr lang="en-GB" err="1"/>
              <a:t>quis</a:t>
            </a:r>
            <a:r>
              <a:rPr lang="en-GB"/>
              <a:t> </a:t>
            </a:r>
            <a:r>
              <a:rPr lang="en-GB" err="1"/>
              <a:t>neque</a:t>
            </a:r>
            <a:r>
              <a:rPr lang="en-GB"/>
              <a:t> </a:t>
            </a:r>
            <a:r>
              <a:rPr lang="en-GB" err="1"/>
              <a:t>interdum</a:t>
            </a:r>
            <a:r>
              <a:rPr lang="en-GB"/>
              <a:t> </a:t>
            </a:r>
            <a:r>
              <a:rPr lang="en-GB" err="1"/>
              <a:t>egestas</a:t>
            </a:r>
            <a:r>
              <a:rPr lang="en-GB"/>
              <a:t>. </a:t>
            </a:r>
            <a:r>
              <a:rPr lang="en-GB" err="1"/>
              <a:t>Praesent</a:t>
            </a:r>
            <a:r>
              <a:rPr lang="en-GB"/>
              <a:t> </a:t>
            </a:r>
            <a:r>
              <a:rPr lang="en-GB" err="1"/>
              <a:t>nibh</a:t>
            </a:r>
            <a:r>
              <a:rPr lang="en-GB"/>
              <a:t> </a:t>
            </a:r>
            <a:r>
              <a:rPr lang="en-GB" err="1"/>
              <a:t>est</a:t>
            </a:r>
            <a:r>
              <a:rPr lang="en-GB"/>
              <a:t>, </a:t>
            </a:r>
            <a:r>
              <a:rPr lang="en-GB" err="1"/>
              <a:t>pellentesque</a:t>
            </a:r>
            <a:r>
              <a:rPr lang="en-GB"/>
              <a:t> et </a:t>
            </a:r>
            <a:r>
              <a:rPr lang="en-GB" err="1"/>
              <a:t>felis</a:t>
            </a:r>
            <a:r>
              <a:rPr lang="en-GB"/>
              <a:t> </a:t>
            </a:r>
            <a:r>
              <a:rPr lang="en-GB" err="1"/>
              <a:t>vel</a:t>
            </a:r>
            <a:r>
              <a:rPr lang="en-GB"/>
              <a:t>, </a:t>
            </a:r>
            <a:r>
              <a:rPr lang="en-GB" err="1"/>
              <a:t>aliquet</a:t>
            </a:r>
            <a:r>
              <a:rPr lang="en-GB"/>
              <a:t> </a:t>
            </a:r>
            <a:r>
              <a:rPr lang="en-GB" err="1"/>
              <a:t>interdum</a:t>
            </a:r>
            <a:r>
              <a:rPr lang="en-GB"/>
              <a:t> magna.</a:t>
            </a:r>
            <a:endParaRPr lang="en-US"/>
          </a:p>
        </p:txBody>
      </p:sp>
      <p:sp>
        <p:nvSpPr>
          <p:cNvPr id="16" name="Text Placeholder 14">
            <a:extLst>
              <a:ext uri="{FF2B5EF4-FFF2-40B4-BE49-F238E27FC236}">
                <a16:creationId xmlns:a16="http://schemas.microsoft.com/office/drawing/2014/main" id="{E2D74DB2-1448-F044-80ED-D57DCBA77357}"/>
              </a:ext>
            </a:extLst>
          </p:cNvPr>
          <p:cNvSpPr>
            <a:spLocks noGrp="1"/>
          </p:cNvSpPr>
          <p:nvPr>
            <p:ph type="body" sz="quarter" idx="13" hasCustomPrompt="1"/>
          </p:nvPr>
        </p:nvSpPr>
        <p:spPr>
          <a:xfrm>
            <a:off x="533400" y="3823541"/>
            <a:ext cx="11083796" cy="2752035"/>
          </a:xfrm>
        </p:spPr>
        <p:txBody>
          <a:bodyPr/>
          <a:lstStyle>
            <a:lvl1pPr>
              <a:defRPr sz="2000" b="0">
                <a:solidFill>
                  <a:schemeClr val="tx1"/>
                </a:solidFill>
                <a:latin typeface="Arial" panose="020B0604020202020204" pitchFamily="34" charset="0"/>
                <a:cs typeface="Arial" panose="020B0604020202020204" pitchFamily="34" charset="0"/>
              </a:defRPr>
            </a:lvl1pPr>
          </a:lstStyle>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a:p>
            <a:pPr>
              <a:lnSpc>
                <a:spcPct val="100000"/>
              </a:lnSpc>
              <a:spcBef>
                <a:spcPts val="45"/>
              </a:spcBef>
            </a:pPr>
            <a:endParaRPr lang="en-GB" sz="2050">
              <a:latin typeface="Arial"/>
              <a:cs typeface="Arial"/>
            </a:endParaRPr>
          </a:p>
          <a:p>
            <a:pPr marL="12700" marR="5080">
              <a:lnSpc>
                <a:spcPct val="100000"/>
              </a:lnSpc>
            </a:pPr>
            <a:r>
              <a:rPr lang="en-GB" sz="2000" spc="-5">
                <a:solidFill>
                  <a:srgbClr val="231F20"/>
                </a:solidFill>
                <a:latin typeface="Arial"/>
                <a:cs typeface="Arial"/>
              </a:rPr>
              <a:t>Donec</a:t>
            </a:r>
            <a:r>
              <a:rPr lang="en-GB" sz="2000" spc="-20">
                <a:solidFill>
                  <a:srgbClr val="231F20"/>
                </a:solidFill>
                <a:latin typeface="Arial"/>
                <a:cs typeface="Arial"/>
              </a:rPr>
              <a:t> </a:t>
            </a:r>
            <a:r>
              <a:rPr lang="en-GB" sz="2000" spc="-5" err="1">
                <a:solidFill>
                  <a:srgbClr val="231F20"/>
                </a:solidFill>
                <a:latin typeface="Arial"/>
                <a:cs typeface="Arial"/>
              </a:rPr>
              <a:t>ut</a:t>
            </a:r>
            <a:r>
              <a:rPr lang="en-GB" sz="2000" spc="-20">
                <a:solidFill>
                  <a:srgbClr val="231F20"/>
                </a:solidFill>
                <a:latin typeface="Arial"/>
                <a:cs typeface="Arial"/>
              </a:rPr>
              <a:t> </a:t>
            </a:r>
            <a:r>
              <a:rPr lang="en-GB" sz="2000" err="1">
                <a:solidFill>
                  <a:srgbClr val="231F20"/>
                </a:solidFill>
                <a:latin typeface="Arial"/>
                <a:cs typeface="Arial"/>
              </a:rPr>
              <a:t>suscipit</a:t>
            </a:r>
            <a:r>
              <a:rPr lang="en-GB" sz="2000" spc="-15">
                <a:solidFill>
                  <a:srgbClr val="231F20"/>
                </a:solidFill>
                <a:latin typeface="Arial"/>
                <a:cs typeface="Arial"/>
              </a:rPr>
              <a:t> </a:t>
            </a:r>
            <a:r>
              <a:rPr lang="en-GB" sz="2000" spc="-25" err="1">
                <a:solidFill>
                  <a:srgbClr val="231F20"/>
                </a:solidFill>
                <a:latin typeface="Arial"/>
                <a:cs typeface="Arial"/>
              </a:rPr>
              <a:t>dolor</a:t>
            </a:r>
            <a:r>
              <a:rPr lang="en-GB" sz="2000" spc="-25">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vitae</a:t>
            </a:r>
            <a:r>
              <a:rPr lang="en-GB" sz="2000" spc="-15">
                <a:solidFill>
                  <a:srgbClr val="231F20"/>
                </a:solidFill>
                <a:latin typeface="Arial"/>
                <a:cs typeface="Arial"/>
              </a:rPr>
              <a:t> </a:t>
            </a:r>
            <a:r>
              <a:rPr lang="en-GB" sz="2000" err="1">
                <a:solidFill>
                  <a:srgbClr val="231F20"/>
                </a:solidFill>
                <a:latin typeface="Arial"/>
                <a:cs typeface="Arial"/>
              </a:rPr>
              <a:t>sollicitudin</a:t>
            </a:r>
            <a:r>
              <a:rPr lang="en-GB" sz="2000" spc="-15">
                <a:solidFill>
                  <a:srgbClr val="231F20"/>
                </a:solidFill>
                <a:latin typeface="Arial"/>
                <a:cs typeface="Arial"/>
              </a:rPr>
              <a:t> </a:t>
            </a:r>
            <a:r>
              <a:rPr lang="en-GB" sz="2000">
                <a:solidFill>
                  <a:srgbClr val="231F20"/>
                </a:solidFill>
                <a:latin typeface="Arial"/>
                <a:cs typeface="Arial"/>
              </a:rPr>
              <a:t>sem. </a:t>
            </a:r>
            <a:r>
              <a:rPr lang="en-GB" sz="2000" spc="-540">
                <a:solidFill>
                  <a:srgbClr val="231F20"/>
                </a:solidFill>
                <a:latin typeface="Arial"/>
                <a:cs typeface="Arial"/>
              </a:rPr>
              <a:t> </a:t>
            </a:r>
            <a:r>
              <a:rPr lang="en-GB" sz="2000" err="1">
                <a:solidFill>
                  <a:srgbClr val="231F20"/>
                </a:solidFill>
                <a:latin typeface="Arial"/>
                <a:cs typeface="Arial"/>
              </a:rPr>
              <a:t>Sed</a:t>
            </a:r>
            <a:r>
              <a:rPr lang="en-GB" sz="2000" spc="-15">
                <a:solidFill>
                  <a:srgbClr val="231F20"/>
                </a:solidFill>
                <a:latin typeface="Arial"/>
                <a:cs typeface="Arial"/>
              </a:rPr>
              <a:t> </a:t>
            </a:r>
            <a:r>
              <a:rPr lang="en-GB" sz="2000" spc="-5" err="1">
                <a:solidFill>
                  <a:srgbClr val="231F20"/>
                </a:solidFill>
                <a:latin typeface="Arial"/>
                <a:cs typeface="Arial"/>
              </a:rPr>
              <a:t>eget</a:t>
            </a:r>
            <a:r>
              <a:rPr lang="en-GB" sz="2000" spc="-20">
                <a:solidFill>
                  <a:srgbClr val="231F20"/>
                </a:solidFill>
                <a:latin typeface="Arial"/>
                <a:cs typeface="Arial"/>
              </a:rPr>
              <a:t> </a:t>
            </a:r>
            <a:r>
              <a:rPr lang="en-GB" sz="2000">
                <a:solidFill>
                  <a:srgbClr val="231F20"/>
                </a:solidFill>
                <a:latin typeface="Arial"/>
                <a:cs typeface="Arial"/>
              </a:rPr>
              <a:t>cursus</a:t>
            </a:r>
            <a:r>
              <a:rPr lang="en-GB" sz="2000" spc="-15">
                <a:solidFill>
                  <a:srgbClr val="231F20"/>
                </a:solidFill>
                <a:latin typeface="Arial"/>
                <a:cs typeface="Arial"/>
              </a:rPr>
              <a:t> </a:t>
            </a:r>
            <a:r>
              <a:rPr lang="en-GB" sz="2000" spc="-5" err="1">
                <a:solidFill>
                  <a:srgbClr val="231F20"/>
                </a:solidFill>
                <a:latin typeface="Arial"/>
                <a:cs typeface="Arial"/>
              </a:rPr>
              <a:t>nulla</a:t>
            </a:r>
            <a:r>
              <a:rPr lang="en-GB" sz="2000" spc="-5">
                <a:solidFill>
                  <a:srgbClr val="231F20"/>
                </a:solidFill>
                <a:latin typeface="Arial"/>
                <a:cs typeface="Arial"/>
              </a:rPr>
              <a:t>,</a:t>
            </a:r>
            <a:r>
              <a:rPr lang="en-GB" sz="2000" spc="-15">
                <a:solidFill>
                  <a:srgbClr val="231F20"/>
                </a:solidFill>
                <a:latin typeface="Arial"/>
                <a:cs typeface="Arial"/>
              </a:rPr>
              <a:t> </a:t>
            </a:r>
            <a:r>
              <a:rPr lang="en-GB" sz="2000" spc="-5" err="1">
                <a:solidFill>
                  <a:srgbClr val="231F20"/>
                </a:solidFill>
                <a:latin typeface="Arial"/>
                <a:cs typeface="Arial"/>
              </a:rPr>
              <a:t>nec</a:t>
            </a:r>
            <a:r>
              <a:rPr lang="en-GB" sz="2000" spc="-20">
                <a:solidFill>
                  <a:srgbClr val="231F20"/>
                </a:solidFill>
                <a:latin typeface="Arial"/>
                <a:cs typeface="Arial"/>
              </a:rPr>
              <a:t> </a:t>
            </a:r>
            <a:r>
              <a:rPr lang="en-GB" sz="2000" err="1">
                <a:solidFill>
                  <a:srgbClr val="231F20"/>
                </a:solidFill>
                <a:latin typeface="Arial"/>
                <a:cs typeface="Arial"/>
              </a:rPr>
              <a:t>consequat</a:t>
            </a:r>
            <a:r>
              <a:rPr lang="en-GB" sz="2000" spc="-1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p:txBody>
      </p:sp>
    </p:spTree>
    <p:extLst>
      <p:ext uri="{BB962C8B-B14F-4D97-AF65-F5344CB8AC3E}">
        <p14:creationId xmlns:p14="http://schemas.microsoft.com/office/powerpoint/2010/main" val="41951114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WATERMARK">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962BE2F-60AC-894F-B8EE-A0F0C34CD80D}"/>
              </a:ext>
            </a:extLst>
          </p:cNvPr>
          <p:cNvPicPr>
            <a:picLocks noChangeAspect="1"/>
          </p:cNvPicPr>
          <p:nvPr userDrawn="1"/>
        </p:nvPicPr>
        <p:blipFill>
          <a:blip r:embed="rId2">
            <a:alphaModFix amt="20000"/>
          </a:blip>
          <a:stretch>
            <a:fillRect/>
          </a:stretch>
        </p:blipFill>
        <p:spPr>
          <a:xfrm>
            <a:off x="7082294" y="1720622"/>
            <a:ext cx="4906507" cy="4906507"/>
          </a:xfrm>
          <a:prstGeom prst="rect">
            <a:avLst/>
          </a:prstGeom>
        </p:spPr>
      </p:pic>
      <p:sp>
        <p:nvSpPr>
          <p:cNvPr id="5" name="object 4">
            <a:extLst>
              <a:ext uri="{FF2B5EF4-FFF2-40B4-BE49-F238E27FC236}">
                <a16:creationId xmlns:a16="http://schemas.microsoft.com/office/drawing/2014/main" id="{C1F0E6C2-2EE5-D841-B127-9502BB69D97F}"/>
              </a:ext>
            </a:extLst>
          </p:cNvPr>
          <p:cNvSpPr/>
          <p:nvPr userDrawn="1"/>
        </p:nvSpPr>
        <p:spPr>
          <a:xfrm>
            <a:off x="0" y="0"/>
            <a:ext cx="12193270" cy="1295855"/>
          </a:xfrm>
          <a:custGeom>
            <a:avLst/>
            <a:gdLst/>
            <a:ahLst/>
            <a:cxnLst/>
            <a:rect l="l" t="t" r="r" b="b"/>
            <a:pathLst>
              <a:path w="12193270" h="1706880">
                <a:moveTo>
                  <a:pt x="12193206" y="0"/>
                </a:moveTo>
                <a:lnTo>
                  <a:pt x="0" y="0"/>
                </a:lnTo>
                <a:lnTo>
                  <a:pt x="0" y="1706765"/>
                </a:lnTo>
                <a:lnTo>
                  <a:pt x="12193206" y="1706765"/>
                </a:lnTo>
                <a:lnTo>
                  <a:pt x="12193206" y="0"/>
                </a:lnTo>
                <a:close/>
              </a:path>
            </a:pathLst>
          </a:custGeom>
          <a:solidFill>
            <a:srgbClr val="25408D"/>
          </a:solidFill>
        </p:spPr>
        <p:txBody>
          <a:bodyPr wrap="square" lIns="0" tIns="0" rIns="0" bIns="0" rtlCol="0"/>
          <a:lstStyle/>
          <a:p>
            <a:endParaRPr/>
          </a:p>
        </p:txBody>
      </p:sp>
      <p:pic>
        <p:nvPicPr>
          <p:cNvPr id="7" name="Picture 6">
            <a:extLst>
              <a:ext uri="{FF2B5EF4-FFF2-40B4-BE49-F238E27FC236}">
                <a16:creationId xmlns:a16="http://schemas.microsoft.com/office/drawing/2014/main" id="{02EE7552-CF1D-3046-90BC-DA62E4CFA17F}"/>
              </a:ext>
            </a:extLst>
          </p:cNvPr>
          <p:cNvPicPr>
            <a:picLocks noChangeAspect="1"/>
          </p:cNvPicPr>
          <p:nvPr userDrawn="1"/>
        </p:nvPicPr>
        <p:blipFill>
          <a:blip r:embed="rId3"/>
          <a:stretch>
            <a:fillRect/>
          </a:stretch>
        </p:blipFill>
        <p:spPr>
          <a:xfrm>
            <a:off x="9815421" y="424767"/>
            <a:ext cx="1801776" cy="553129"/>
          </a:xfrm>
          <a:prstGeom prst="rect">
            <a:avLst/>
          </a:prstGeom>
        </p:spPr>
      </p:pic>
      <p:sp>
        <p:nvSpPr>
          <p:cNvPr id="15" name="Text Placeholder 14">
            <a:extLst>
              <a:ext uri="{FF2B5EF4-FFF2-40B4-BE49-F238E27FC236}">
                <a16:creationId xmlns:a16="http://schemas.microsoft.com/office/drawing/2014/main" id="{2B32422C-E3F5-664F-A900-E87EE9A73BA9}"/>
              </a:ext>
            </a:extLst>
          </p:cNvPr>
          <p:cNvSpPr>
            <a:spLocks noGrp="1"/>
          </p:cNvSpPr>
          <p:nvPr>
            <p:ph type="body" sz="quarter" idx="12" hasCustomPrompt="1"/>
          </p:nvPr>
        </p:nvSpPr>
        <p:spPr>
          <a:xfrm>
            <a:off x="533399" y="1995059"/>
            <a:ext cx="11083797" cy="1538883"/>
          </a:xfrm>
        </p:spPr>
        <p:txBody>
          <a:bodyPr/>
          <a:lstStyle>
            <a:lvl1pPr>
              <a:defRPr sz="2500" b="1">
                <a:solidFill>
                  <a:srgbClr val="24408D"/>
                </a:solidFill>
                <a:latin typeface="Arial" panose="020B0604020202020204" pitchFamily="34" charset="0"/>
                <a:cs typeface="Arial" panose="020B0604020202020204" pitchFamily="34" charset="0"/>
              </a:defRPr>
            </a:lvl1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Duis at </a:t>
            </a:r>
            <a:r>
              <a:rPr lang="en-GB" err="1"/>
              <a:t>commodo</a:t>
            </a:r>
            <a:r>
              <a:rPr lang="en-GB"/>
              <a:t> </a:t>
            </a:r>
            <a:r>
              <a:rPr lang="en-GB" err="1"/>
              <a:t>neque</a:t>
            </a:r>
            <a:r>
              <a:rPr lang="en-GB"/>
              <a:t>, non </a:t>
            </a:r>
            <a:r>
              <a:rPr lang="en-GB" err="1"/>
              <a:t>ultrices</a:t>
            </a:r>
            <a:r>
              <a:rPr lang="en-GB"/>
              <a:t> </a:t>
            </a:r>
            <a:r>
              <a:rPr lang="en-GB" err="1"/>
              <a:t>turpis</a:t>
            </a:r>
            <a:r>
              <a:rPr lang="en-GB"/>
              <a:t>. Integer </a:t>
            </a:r>
            <a:r>
              <a:rPr lang="en-GB" err="1"/>
              <a:t>rutrum</a:t>
            </a:r>
            <a:r>
              <a:rPr lang="en-GB"/>
              <a:t> </a:t>
            </a:r>
            <a:r>
              <a:rPr lang="en-GB" err="1"/>
              <a:t>sem</a:t>
            </a:r>
            <a:r>
              <a:rPr lang="en-GB"/>
              <a:t> </a:t>
            </a:r>
            <a:r>
              <a:rPr lang="en-GB" err="1"/>
              <a:t>quis</a:t>
            </a:r>
            <a:r>
              <a:rPr lang="en-GB"/>
              <a:t> </a:t>
            </a:r>
            <a:r>
              <a:rPr lang="en-GB" err="1"/>
              <a:t>neque</a:t>
            </a:r>
            <a:r>
              <a:rPr lang="en-GB"/>
              <a:t> </a:t>
            </a:r>
            <a:r>
              <a:rPr lang="en-GB" err="1"/>
              <a:t>interdum</a:t>
            </a:r>
            <a:r>
              <a:rPr lang="en-GB"/>
              <a:t> </a:t>
            </a:r>
            <a:r>
              <a:rPr lang="en-GB" err="1"/>
              <a:t>egestas</a:t>
            </a:r>
            <a:r>
              <a:rPr lang="en-GB"/>
              <a:t>. </a:t>
            </a:r>
            <a:r>
              <a:rPr lang="en-GB" err="1"/>
              <a:t>Praesent</a:t>
            </a:r>
            <a:r>
              <a:rPr lang="en-GB"/>
              <a:t> </a:t>
            </a:r>
            <a:r>
              <a:rPr lang="en-GB" err="1"/>
              <a:t>nibh</a:t>
            </a:r>
            <a:r>
              <a:rPr lang="en-GB"/>
              <a:t> </a:t>
            </a:r>
            <a:r>
              <a:rPr lang="en-GB" err="1"/>
              <a:t>est</a:t>
            </a:r>
            <a:r>
              <a:rPr lang="en-GB"/>
              <a:t>, </a:t>
            </a:r>
            <a:r>
              <a:rPr lang="en-GB" err="1"/>
              <a:t>pellentesque</a:t>
            </a:r>
            <a:r>
              <a:rPr lang="en-GB"/>
              <a:t> et </a:t>
            </a:r>
            <a:r>
              <a:rPr lang="en-GB" err="1"/>
              <a:t>felis</a:t>
            </a:r>
            <a:r>
              <a:rPr lang="en-GB"/>
              <a:t> </a:t>
            </a:r>
            <a:r>
              <a:rPr lang="en-GB" err="1"/>
              <a:t>vel</a:t>
            </a:r>
            <a:r>
              <a:rPr lang="en-GB"/>
              <a:t>, </a:t>
            </a:r>
            <a:r>
              <a:rPr lang="en-GB" err="1"/>
              <a:t>aliquet</a:t>
            </a:r>
            <a:r>
              <a:rPr lang="en-GB"/>
              <a:t> </a:t>
            </a:r>
            <a:r>
              <a:rPr lang="en-GB" err="1"/>
              <a:t>interdum</a:t>
            </a:r>
            <a:r>
              <a:rPr lang="en-GB"/>
              <a:t> magna.</a:t>
            </a:r>
            <a:endParaRPr lang="en-US"/>
          </a:p>
        </p:txBody>
      </p:sp>
      <p:sp>
        <p:nvSpPr>
          <p:cNvPr id="16" name="Text Placeholder 14">
            <a:extLst>
              <a:ext uri="{FF2B5EF4-FFF2-40B4-BE49-F238E27FC236}">
                <a16:creationId xmlns:a16="http://schemas.microsoft.com/office/drawing/2014/main" id="{E2D74DB2-1448-F044-80ED-D57DCBA77357}"/>
              </a:ext>
            </a:extLst>
          </p:cNvPr>
          <p:cNvSpPr>
            <a:spLocks noGrp="1"/>
          </p:cNvSpPr>
          <p:nvPr>
            <p:ph type="body" sz="quarter" idx="13" hasCustomPrompt="1"/>
          </p:nvPr>
        </p:nvSpPr>
        <p:spPr>
          <a:xfrm>
            <a:off x="533400" y="3823541"/>
            <a:ext cx="11083796" cy="2752035"/>
          </a:xfrm>
        </p:spPr>
        <p:txBody>
          <a:bodyPr/>
          <a:lstStyle>
            <a:lvl1pPr>
              <a:defRPr sz="2000" b="0">
                <a:solidFill>
                  <a:schemeClr val="tx1"/>
                </a:solidFill>
                <a:latin typeface="Arial" panose="020B0604020202020204" pitchFamily="34" charset="0"/>
                <a:cs typeface="Arial" panose="020B0604020202020204" pitchFamily="34" charset="0"/>
              </a:defRPr>
            </a:lvl1pPr>
          </a:lstStyle>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a:p>
            <a:pPr>
              <a:lnSpc>
                <a:spcPct val="100000"/>
              </a:lnSpc>
              <a:spcBef>
                <a:spcPts val="45"/>
              </a:spcBef>
            </a:pPr>
            <a:endParaRPr lang="en-GB" sz="2050">
              <a:latin typeface="Arial"/>
              <a:cs typeface="Arial"/>
            </a:endParaRPr>
          </a:p>
          <a:p>
            <a:pPr marL="12700" marR="5080">
              <a:lnSpc>
                <a:spcPct val="100000"/>
              </a:lnSpc>
            </a:pPr>
            <a:r>
              <a:rPr lang="en-GB" sz="2000" spc="-5">
                <a:solidFill>
                  <a:srgbClr val="231F20"/>
                </a:solidFill>
                <a:latin typeface="Arial"/>
                <a:cs typeface="Arial"/>
              </a:rPr>
              <a:t>Donec</a:t>
            </a:r>
            <a:r>
              <a:rPr lang="en-GB" sz="2000" spc="-20">
                <a:solidFill>
                  <a:srgbClr val="231F20"/>
                </a:solidFill>
                <a:latin typeface="Arial"/>
                <a:cs typeface="Arial"/>
              </a:rPr>
              <a:t> </a:t>
            </a:r>
            <a:r>
              <a:rPr lang="en-GB" sz="2000" spc="-5" err="1">
                <a:solidFill>
                  <a:srgbClr val="231F20"/>
                </a:solidFill>
                <a:latin typeface="Arial"/>
                <a:cs typeface="Arial"/>
              </a:rPr>
              <a:t>ut</a:t>
            </a:r>
            <a:r>
              <a:rPr lang="en-GB" sz="2000" spc="-20">
                <a:solidFill>
                  <a:srgbClr val="231F20"/>
                </a:solidFill>
                <a:latin typeface="Arial"/>
                <a:cs typeface="Arial"/>
              </a:rPr>
              <a:t> </a:t>
            </a:r>
            <a:r>
              <a:rPr lang="en-GB" sz="2000" err="1">
                <a:solidFill>
                  <a:srgbClr val="231F20"/>
                </a:solidFill>
                <a:latin typeface="Arial"/>
                <a:cs typeface="Arial"/>
              </a:rPr>
              <a:t>suscipit</a:t>
            </a:r>
            <a:r>
              <a:rPr lang="en-GB" sz="2000" spc="-15">
                <a:solidFill>
                  <a:srgbClr val="231F20"/>
                </a:solidFill>
                <a:latin typeface="Arial"/>
                <a:cs typeface="Arial"/>
              </a:rPr>
              <a:t> </a:t>
            </a:r>
            <a:r>
              <a:rPr lang="en-GB" sz="2000" spc="-25" err="1">
                <a:solidFill>
                  <a:srgbClr val="231F20"/>
                </a:solidFill>
                <a:latin typeface="Arial"/>
                <a:cs typeface="Arial"/>
              </a:rPr>
              <a:t>dolor</a:t>
            </a:r>
            <a:r>
              <a:rPr lang="en-GB" sz="2000" spc="-25">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vitae</a:t>
            </a:r>
            <a:r>
              <a:rPr lang="en-GB" sz="2000" spc="-15">
                <a:solidFill>
                  <a:srgbClr val="231F20"/>
                </a:solidFill>
                <a:latin typeface="Arial"/>
                <a:cs typeface="Arial"/>
              </a:rPr>
              <a:t> </a:t>
            </a:r>
            <a:r>
              <a:rPr lang="en-GB" sz="2000" err="1">
                <a:solidFill>
                  <a:srgbClr val="231F20"/>
                </a:solidFill>
                <a:latin typeface="Arial"/>
                <a:cs typeface="Arial"/>
              </a:rPr>
              <a:t>sollicitudin</a:t>
            </a:r>
            <a:r>
              <a:rPr lang="en-GB" sz="2000" spc="-15">
                <a:solidFill>
                  <a:srgbClr val="231F20"/>
                </a:solidFill>
                <a:latin typeface="Arial"/>
                <a:cs typeface="Arial"/>
              </a:rPr>
              <a:t> </a:t>
            </a:r>
            <a:r>
              <a:rPr lang="en-GB" sz="2000">
                <a:solidFill>
                  <a:srgbClr val="231F20"/>
                </a:solidFill>
                <a:latin typeface="Arial"/>
                <a:cs typeface="Arial"/>
              </a:rPr>
              <a:t>sem. </a:t>
            </a:r>
            <a:r>
              <a:rPr lang="en-GB" sz="2000" spc="-540">
                <a:solidFill>
                  <a:srgbClr val="231F20"/>
                </a:solidFill>
                <a:latin typeface="Arial"/>
                <a:cs typeface="Arial"/>
              </a:rPr>
              <a:t> </a:t>
            </a:r>
            <a:r>
              <a:rPr lang="en-GB" sz="2000" err="1">
                <a:solidFill>
                  <a:srgbClr val="231F20"/>
                </a:solidFill>
                <a:latin typeface="Arial"/>
                <a:cs typeface="Arial"/>
              </a:rPr>
              <a:t>Sed</a:t>
            </a:r>
            <a:r>
              <a:rPr lang="en-GB" sz="2000" spc="-15">
                <a:solidFill>
                  <a:srgbClr val="231F20"/>
                </a:solidFill>
                <a:latin typeface="Arial"/>
                <a:cs typeface="Arial"/>
              </a:rPr>
              <a:t> </a:t>
            </a:r>
            <a:r>
              <a:rPr lang="en-GB" sz="2000" spc="-5" err="1">
                <a:solidFill>
                  <a:srgbClr val="231F20"/>
                </a:solidFill>
                <a:latin typeface="Arial"/>
                <a:cs typeface="Arial"/>
              </a:rPr>
              <a:t>eget</a:t>
            </a:r>
            <a:r>
              <a:rPr lang="en-GB" sz="2000" spc="-20">
                <a:solidFill>
                  <a:srgbClr val="231F20"/>
                </a:solidFill>
                <a:latin typeface="Arial"/>
                <a:cs typeface="Arial"/>
              </a:rPr>
              <a:t> </a:t>
            </a:r>
            <a:r>
              <a:rPr lang="en-GB" sz="2000">
                <a:solidFill>
                  <a:srgbClr val="231F20"/>
                </a:solidFill>
                <a:latin typeface="Arial"/>
                <a:cs typeface="Arial"/>
              </a:rPr>
              <a:t>cursus</a:t>
            </a:r>
            <a:r>
              <a:rPr lang="en-GB" sz="2000" spc="-15">
                <a:solidFill>
                  <a:srgbClr val="231F20"/>
                </a:solidFill>
                <a:latin typeface="Arial"/>
                <a:cs typeface="Arial"/>
              </a:rPr>
              <a:t> </a:t>
            </a:r>
            <a:r>
              <a:rPr lang="en-GB" sz="2000" spc="-5" err="1">
                <a:solidFill>
                  <a:srgbClr val="231F20"/>
                </a:solidFill>
                <a:latin typeface="Arial"/>
                <a:cs typeface="Arial"/>
              </a:rPr>
              <a:t>nulla</a:t>
            </a:r>
            <a:r>
              <a:rPr lang="en-GB" sz="2000" spc="-5">
                <a:solidFill>
                  <a:srgbClr val="231F20"/>
                </a:solidFill>
                <a:latin typeface="Arial"/>
                <a:cs typeface="Arial"/>
              </a:rPr>
              <a:t>,</a:t>
            </a:r>
            <a:r>
              <a:rPr lang="en-GB" sz="2000" spc="-15">
                <a:solidFill>
                  <a:srgbClr val="231F20"/>
                </a:solidFill>
                <a:latin typeface="Arial"/>
                <a:cs typeface="Arial"/>
              </a:rPr>
              <a:t> </a:t>
            </a:r>
            <a:r>
              <a:rPr lang="en-GB" sz="2000" spc="-5" err="1">
                <a:solidFill>
                  <a:srgbClr val="231F20"/>
                </a:solidFill>
                <a:latin typeface="Arial"/>
                <a:cs typeface="Arial"/>
              </a:rPr>
              <a:t>nec</a:t>
            </a:r>
            <a:r>
              <a:rPr lang="en-GB" sz="2000" spc="-20">
                <a:solidFill>
                  <a:srgbClr val="231F20"/>
                </a:solidFill>
                <a:latin typeface="Arial"/>
                <a:cs typeface="Arial"/>
              </a:rPr>
              <a:t> </a:t>
            </a:r>
            <a:r>
              <a:rPr lang="en-GB" sz="2000" err="1">
                <a:solidFill>
                  <a:srgbClr val="231F20"/>
                </a:solidFill>
                <a:latin typeface="Arial"/>
                <a:cs typeface="Arial"/>
              </a:rPr>
              <a:t>consequat</a:t>
            </a:r>
            <a:r>
              <a:rPr lang="en-GB" sz="2000" spc="-15">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a:t>
            </a:r>
          </a:p>
          <a:p>
            <a:pPr marL="12700" marR="5080">
              <a:lnSpc>
                <a:spcPct val="100000"/>
              </a:lnSpc>
              <a:spcBef>
                <a:spcPts val="2185"/>
              </a:spcBef>
            </a:pPr>
            <a:r>
              <a:rPr lang="en-GB" sz="2000" spc="-5">
                <a:solidFill>
                  <a:srgbClr val="231F20"/>
                </a:solidFill>
                <a:latin typeface="Arial"/>
                <a:cs typeface="Arial"/>
              </a:rPr>
              <a:t>Lorem ipsum </a:t>
            </a:r>
            <a:r>
              <a:rPr lang="en-GB" sz="2000" spc="-5" err="1">
                <a:solidFill>
                  <a:srgbClr val="231F20"/>
                </a:solidFill>
                <a:latin typeface="Arial"/>
                <a:cs typeface="Arial"/>
              </a:rPr>
              <a:t>dolor</a:t>
            </a:r>
            <a:r>
              <a:rPr lang="en-GB" sz="2000" spc="-5">
                <a:solidFill>
                  <a:srgbClr val="231F20"/>
                </a:solidFill>
                <a:latin typeface="Arial"/>
                <a:cs typeface="Arial"/>
              </a:rPr>
              <a:t> </a:t>
            </a:r>
            <a:r>
              <a:rPr lang="en-GB" sz="2000">
                <a:solidFill>
                  <a:srgbClr val="231F20"/>
                </a:solidFill>
                <a:latin typeface="Arial"/>
                <a:cs typeface="Arial"/>
              </a:rPr>
              <a:t>sit </a:t>
            </a:r>
            <a:r>
              <a:rPr lang="en-GB" sz="2000" spc="-5" err="1">
                <a:solidFill>
                  <a:srgbClr val="231F20"/>
                </a:solidFill>
                <a:latin typeface="Arial"/>
                <a:cs typeface="Arial"/>
              </a:rPr>
              <a:t>amet</a:t>
            </a:r>
            <a:r>
              <a:rPr lang="en-GB" sz="2000" spc="-5">
                <a:solidFill>
                  <a:srgbClr val="231F20"/>
                </a:solidFill>
                <a:latin typeface="Arial"/>
                <a:cs typeface="Arial"/>
              </a:rPr>
              <a:t>, </a:t>
            </a:r>
            <a:r>
              <a:rPr lang="en-GB" sz="2000" err="1">
                <a:solidFill>
                  <a:srgbClr val="231F20"/>
                </a:solidFill>
                <a:latin typeface="Arial"/>
                <a:cs typeface="Arial"/>
              </a:rPr>
              <a:t>consectetur</a:t>
            </a:r>
            <a:r>
              <a:rPr lang="en-GB" sz="2000">
                <a:solidFill>
                  <a:srgbClr val="231F20"/>
                </a:solidFill>
                <a:latin typeface="Arial"/>
                <a:cs typeface="Arial"/>
              </a:rPr>
              <a:t> ad- </a:t>
            </a:r>
            <a:r>
              <a:rPr lang="en-GB" sz="2000" spc="5">
                <a:solidFill>
                  <a:srgbClr val="231F20"/>
                </a:solidFill>
                <a:latin typeface="Arial"/>
                <a:cs typeface="Arial"/>
              </a:rPr>
              <a:t> </a:t>
            </a:r>
            <a:r>
              <a:rPr lang="en-GB" sz="2000" spc="-5" err="1">
                <a:solidFill>
                  <a:srgbClr val="231F20"/>
                </a:solidFill>
                <a:latin typeface="Arial"/>
                <a:cs typeface="Arial"/>
              </a:rPr>
              <a:t>ipiscing</a:t>
            </a:r>
            <a:r>
              <a:rPr lang="en-GB" sz="2000" spc="-5">
                <a:solidFill>
                  <a:srgbClr val="231F20"/>
                </a:solidFill>
                <a:latin typeface="Arial"/>
                <a:cs typeface="Arial"/>
              </a:rPr>
              <a:t> </a:t>
            </a:r>
            <a:r>
              <a:rPr lang="en-GB" sz="2000" spc="-5" err="1">
                <a:solidFill>
                  <a:srgbClr val="231F20"/>
                </a:solidFill>
                <a:latin typeface="Arial"/>
                <a:cs typeface="Arial"/>
              </a:rPr>
              <a:t>elit</a:t>
            </a:r>
            <a:r>
              <a:rPr lang="en-GB" sz="2000" spc="-5">
                <a:solidFill>
                  <a:srgbClr val="231F20"/>
                </a:solidFill>
                <a:latin typeface="Arial"/>
                <a:cs typeface="Arial"/>
              </a:rPr>
              <a:t>. Duis at </a:t>
            </a:r>
            <a:r>
              <a:rPr lang="en-GB" sz="2000" err="1">
                <a:solidFill>
                  <a:srgbClr val="231F20"/>
                </a:solidFill>
                <a:latin typeface="Arial"/>
                <a:cs typeface="Arial"/>
              </a:rPr>
              <a:t>commodo</a:t>
            </a:r>
            <a:r>
              <a:rPr lang="en-GB" sz="200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non </a:t>
            </a:r>
            <a:r>
              <a:rPr lang="en-GB" sz="2000">
                <a:solidFill>
                  <a:srgbClr val="231F20"/>
                </a:solidFill>
                <a:latin typeface="Arial"/>
                <a:cs typeface="Arial"/>
              </a:rPr>
              <a:t> </a:t>
            </a:r>
            <a:r>
              <a:rPr lang="en-GB" sz="2000" spc="-5" err="1">
                <a:solidFill>
                  <a:srgbClr val="231F20"/>
                </a:solidFill>
                <a:latin typeface="Arial"/>
                <a:cs typeface="Arial"/>
              </a:rPr>
              <a:t>ultrices</a:t>
            </a:r>
            <a:r>
              <a:rPr lang="en-GB" sz="2000" spc="-20">
                <a:solidFill>
                  <a:srgbClr val="231F20"/>
                </a:solidFill>
                <a:latin typeface="Arial"/>
                <a:cs typeface="Arial"/>
              </a:rPr>
              <a:t> </a:t>
            </a:r>
            <a:r>
              <a:rPr lang="en-GB" sz="2000" err="1">
                <a:solidFill>
                  <a:srgbClr val="231F20"/>
                </a:solidFill>
                <a:latin typeface="Arial"/>
                <a:cs typeface="Arial"/>
              </a:rPr>
              <a:t>turpis</a:t>
            </a:r>
            <a:r>
              <a:rPr lang="en-GB" sz="2000">
                <a:solidFill>
                  <a:srgbClr val="231F20"/>
                </a:solidFill>
                <a:latin typeface="Arial"/>
                <a:cs typeface="Arial"/>
              </a:rPr>
              <a:t>.</a:t>
            </a:r>
            <a:r>
              <a:rPr lang="en-GB" sz="2000" spc="-20">
                <a:solidFill>
                  <a:srgbClr val="231F20"/>
                </a:solidFill>
                <a:latin typeface="Arial"/>
                <a:cs typeface="Arial"/>
              </a:rPr>
              <a:t> </a:t>
            </a:r>
            <a:r>
              <a:rPr lang="en-GB" sz="2000">
                <a:solidFill>
                  <a:srgbClr val="231F20"/>
                </a:solidFill>
                <a:latin typeface="Arial"/>
                <a:cs typeface="Arial"/>
              </a:rPr>
              <a:t>Integer</a:t>
            </a:r>
            <a:r>
              <a:rPr lang="en-GB" sz="2000" spc="-20">
                <a:solidFill>
                  <a:srgbClr val="231F20"/>
                </a:solidFill>
                <a:latin typeface="Arial"/>
                <a:cs typeface="Arial"/>
              </a:rPr>
              <a:t> </a:t>
            </a:r>
            <a:r>
              <a:rPr lang="en-GB" sz="2000" err="1">
                <a:solidFill>
                  <a:srgbClr val="231F20"/>
                </a:solidFill>
                <a:latin typeface="Arial"/>
                <a:cs typeface="Arial"/>
              </a:rPr>
              <a:t>rutrum</a:t>
            </a:r>
            <a:r>
              <a:rPr lang="en-GB" sz="2000" spc="-20">
                <a:solidFill>
                  <a:srgbClr val="231F20"/>
                </a:solidFill>
                <a:latin typeface="Arial"/>
                <a:cs typeface="Arial"/>
              </a:rPr>
              <a:t> </a:t>
            </a:r>
            <a:r>
              <a:rPr lang="en-GB" sz="2000" err="1">
                <a:solidFill>
                  <a:srgbClr val="231F20"/>
                </a:solidFill>
                <a:latin typeface="Arial"/>
                <a:cs typeface="Arial"/>
              </a:rPr>
              <a:t>sem</a:t>
            </a:r>
            <a:r>
              <a:rPr lang="en-GB" sz="2000" spc="-20">
                <a:solidFill>
                  <a:srgbClr val="231F20"/>
                </a:solidFill>
                <a:latin typeface="Arial"/>
                <a:cs typeface="Arial"/>
              </a:rPr>
              <a:t> </a:t>
            </a:r>
            <a:r>
              <a:rPr lang="en-GB" sz="2000" spc="-5" err="1">
                <a:solidFill>
                  <a:srgbClr val="231F20"/>
                </a:solidFill>
                <a:latin typeface="Arial"/>
                <a:cs typeface="Arial"/>
              </a:rPr>
              <a:t>quis</a:t>
            </a:r>
            <a:r>
              <a:rPr lang="en-GB" sz="2000" spc="-20">
                <a:solidFill>
                  <a:srgbClr val="231F20"/>
                </a:solidFill>
                <a:latin typeface="Arial"/>
                <a:cs typeface="Arial"/>
              </a:rPr>
              <a:t> </a:t>
            </a:r>
            <a:r>
              <a:rPr lang="en-GB" sz="2000" spc="-5" err="1">
                <a:solidFill>
                  <a:srgbClr val="231F20"/>
                </a:solidFill>
                <a:latin typeface="Arial"/>
                <a:cs typeface="Arial"/>
              </a:rPr>
              <a:t>neque</a:t>
            </a:r>
            <a:r>
              <a:rPr lang="en-GB" sz="2000" spc="-5">
                <a:solidFill>
                  <a:srgbClr val="231F20"/>
                </a:solidFill>
                <a:latin typeface="Arial"/>
                <a:cs typeface="Arial"/>
              </a:rPr>
              <a:t> </a:t>
            </a:r>
            <a:r>
              <a:rPr lang="en-GB" sz="2000" spc="-540">
                <a:solidFill>
                  <a:srgbClr val="231F20"/>
                </a:solidFill>
                <a:latin typeface="Arial"/>
                <a:cs typeface="Arial"/>
              </a:rPr>
              <a:t> </a:t>
            </a:r>
            <a:r>
              <a:rPr lang="en-GB" sz="2000" spc="-5" err="1">
                <a:solidFill>
                  <a:srgbClr val="231F20"/>
                </a:solidFill>
                <a:latin typeface="Arial"/>
                <a:cs typeface="Arial"/>
              </a:rPr>
              <a:t>interdum</a:t>
            </a:r>
            <a:r>
              <a:rPr lang="en-GB" sz="2000" spc="-5">
                <a:solidFill>
                  <a:srgbClr val="231F20"/>
                </a:solidFill>
                <a:latin typeface="Arial"/>
                <a:cs typeface="Arial"/>
              </a:rPr>
              <a:t> </a:t>
            </a:r>
            <a:r>
              <a:rPr lang="en-GB" sz="2000" spc="-5" err="1">
                <a:solidFill>
                  <a:srgbClr val="231F20"/>
                </a:solidFill>
                <a:latin typeface="Arial"/>
                <a:cs typeface="Arial"/>
              </a:rPr>
              <a:t>egestas</a:t>
            </a:r>
            <a:r>
              <a:rPr lang="en-GB" sz="2000" spc="-5">
                <a:solidFill>
                  <a:srgbClr val="231F20"/>
                </a:solidFill>
                <a:latin typeface="Arial"/>
                <a:cs typeface="Arial"/>
              </a:rPr>
              <a:t>. </a:t>
            </a:r>
            <a:r>
              <a:rPr lang="en-GB" sz="2000" err="1">
                <a:solidFill>
                  <a:srgbClr val="231F20"/>
                </a:solidFill>
                <a:latin typeface="Arial"/>
                <a:cs typeface="Arial"/>
              </a:rPr>
              <a:t>Praesent</a:t>
            </a:r>
            <a:r>
              <a:rPr lang="en-GB" sz="2000">
                <a:solidFill>
                  <a:srgbClr val="231F20"/>
                </a:solidFill>
                <a:latin typeface="Arial"/>
                <a:cs typeface="Arial"/>
              </a:rPr>
              <a:t> </a:t>
            </a:r>
            <a:r>
              <a:rPr lang="en-GB" sz="2000" spc="-5" err="1">
                <a:solidFill>
                  <a:srgbClr val="231F20"/>
                </a:solidFill>
                <a:latin typeface="Arial"/>
                <a:cs typeface="Arial"/>
              </a:rPr>
              <a:t>nibh</a:t>
            </a:r>
            <a:r>
              <a:rPr lang="en-GB" sz="2000" spc="-5">
                <a:solidFill>
                  <a:srgbClr val="231F20"/>
                </a:solidFill>
                <a:latin typeface="Arial"/>
                <a:cs typeface="Arial"/>
              </a:rPr>
              <a:t> </a:t>
            </a:r>
            <a:r>
              <a:rPr lang="en-GB" sz="2000" spc="-5" err="1">
                <a:solidFill>
                  <a:srgbClr val="231F20"/>
                </a:solidFill>
                <a:latin typeface="Arial"/>
                <a:cs typeface="Arial"/>
              </a:rPr>
              <a:t>est</a:t>
            </a:r>
            <a:r>
              <a:rPr lang="en-GB" sz="2000" spc="-5">
                <a:solidFill>
                  <a:srgbClr val="231F20"/>
                </a:solidFill>
                <a:latin typeface="Arial"/>
                <a:cs typeface="Arial"/>
              </a:rPr>
              <a:t>, </a:t>
            </a:r>
            <a:r>
              <a:rPr lang="en-GB" sz="2000" spc="-5" err="1">
                <a:solidFill>
                  <a:srgbClr val="231F20"/>
                </a:solidFill>
                <a:latin typeface="Arial"/>
                <a:cs typeface="Arial"/>
              </a:rPr>
              <a:t>pellen</a:t>
            </a:r>
            <a:r>
              <a:rPr lang="en-GB" sz="2000" spc="-5">
                <a:solidFill>
                  <a:srgbClr val="231F20"/>
                </a:solidFill>
                <a:latin typeface="Arial"/>
                <a:cs typeface="Arial"/>
              </a:rPr>
              <a:t>- </a:t>
            </a:r>
            <a:r>
              <a:rPr lang="en-GB" sz="2000">
                <a:solidFill>
                  <a:srgbClr val="231F20"/>
                </a:solidFill>
                <a:latin typeface="Arial"/>
                <a:cs typeface="Arial"/>
              </a:rPr>
              <a:t> </a:t>
            </a:r>
            <a:r>
              <a:rPr lang="en-GB" sz="2000" err="1">
                <a:solidFill>
                  <a:srgbClr val="231F20"/>
                </a:solidFill>
                <a:latin typeface="Arial"/>
                <a:cs typeface="Arial"/>
              </a:rPr>
              <a:t>tesque</a:t>
            </a:r>
            <a:r>
              <a:rPr lang="en-GB" sz="2000" spc="-10">
                <a:solidFill>
                  <a:srgbClr val="231F20"/>
                </a:solidFill>
                <a:latin typeface="Arial"/>
                <a:cs typeface="Arial"/>
              </a:rPr>
              <a:t> </a:t>
            </a:r>
            <a:r>
              <a:rPr lang="en-GB" sz="2000" spc="-5">
                <a:solidFill>
                  <a:srgbClr val="231F20"/>
                </a:solidFill>
                <a:latin typeface="Arial"/>
                <a:cs typeface="Arial"/>
              </a:rPr>
              <a:t>et</a:t>
            </a:r>
            <a:r>
              <a:rPr lang="en-GB" sz="2000" spc="-15">
                <a:solidFill>
                  <a:srgbClr val="231F20"/>
                </a:solidFill>
                <a:latin typeface="Arial"/>
                <a:cs typeface="Arial"/>
              </a:rPr>
              <a:t> </a:t>
            </a:r>
            <a:r>
              <a:rPr lang="en-GB" sz="2000" err="1">
                <a:solidFill>
                  <a:srgbClr val="231F20"/>
                </a:solidFill>
                <a:latin typeface="Arial"/>
                <a:cs typeface="Arial"/>
              </a:rPr>
              <a:t>felis</a:t>
            </a:r>
            <a:r>
              <a:rPr lang="en-GB" sz="2000" spc="-10">
                <a:solidFill>
                  <a:srgbClr val="231F20"/>
                </a:solidFill>
                <a:latin typeface="Arial"/>
                <a:cs typeface="Arial"/>
              </a:rPr>
              <a:t> </a:t>
            </a:r>
            <a:r>
              <a:rPr lang="en-GB" sz="2000" err="1">
                <a:solidFill>
                  <a:srgbClr val="231F20"/>
                </a:solidFill>
                <a:latin typeface="Arial"/>
                <a:cs typeface="Arial"/>
              </a:rPr>
              <a:t>vel</a:t>
            </a:r>
            <a:r>
              <a:rPr lang="en-GB" sz="2000">
                <a:solidFill>
                  <a:srgbClr val="231F20"/>
                </a:solidFill>
                <a:latin typeface="Arial"/>
                <a:cs typeface="Arial"/>
              </a:rPr>
              <a:t>,</a:t>
            </a:r>
            <a:r>
              <a:rPr lang="en-GB" sz="2000" spc="-5">
                <a:solidFill>
                  <a:srgbClr val="231F20"/>
                </a:solidFill>
                <a:latin typeface="Arial"/>
                <a:cs typeface="Arial"/>
              </a:rPr>
              <a:t> </a:t>
            </a:r>
            <a:r>
              <a:rPr lang="en-GB" sz="2000" spc="-5" err="1">
                <a:solidFill>
                  <a:srgbClr val="231F20"/>
                </a:solidFill>
                <a:latin typeface="Arial"/>
                <a:cs typeface="Arial"/>
              </a:rPr>
              <a:t>aliquet</a:t>
            </a:r>
            <a:r>
              <a:rPr lang="en-GB" sz="2000" spc="-15">
                <a:solidFill>
                  <a:srgbClr val="231F20"/>
                </a:solidFill>
                <a:latin typeface="Arial"/>
                <a:cs typeface="Arial"/>
              </a:rPr>
              <a:t> </a:t>
            </a:r>
            <a:r>
              <a:rPr lang="en-GB" sz="2000" spc="-5" err="1">
                <a:solidFill>
                  <a:srgbClr val="231F20"/>
                </a:solidFill>
                <a:latin typeface="Arial"/>
                <a:cs typeface="Arial"/>
              </a:rPr>
              <a:t>interdum</a:t>
            </a:r>
            <a:r>
              <a:rPr lang="en-GB" sz="2000" spc="-15">
                <a:solidFill>
                  <a:srgbClr val="231F20"/>
                </a:solidFill>
                <a:latin typeface="Arial"/>
                <a:cs typeface="Arial"/>
              </a:rPr>
              <a:t> </a:t>
            </a:r>
            <a:r>
              <a:rPr lang="en-GB" sz="2000">
                <a:solidFill>
                  <a:srgbClr val="231F20"/>
                </a:solidFill>
                <a:latin typeface="Arial"/>
                <a:cs typeface="Arial"/>
              </a:rPr>
              <a:t>magna.</a:t>
            </a:r>
            <a:endParaRPr lang="en-GB" sz="2000">
              <a:latin typeface="Arial"/>
              <a:cs typeface="Arial"/>
            </a:endParaRPr>
          </a:p>
        </p:txBody>
      </p:sp>
    </p:spTree>
    <p:extLst>
      <p:ext uri="{BB962C8B-B14F-4D97-AF65-F5344CB8AC3E}">
        <p14:creationId xmlns:p14="http://schemas.microsoft.com/office/powerpoint/2010/main" val="425975827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ACK COVER">
    <p:bg>
      <p:bgPr>
        <a:solidFill>
          <a:schemeClr val="bg1"/>
        </a:solidFill>
        <a:effectLst/>
      </p:bgPr>
    </p:bg>
    <p:spTree>
      <p:nvGrpSpPr>
        <p:cNvPr id="1" name=""/>
        <p:cNvGrpSpPr/>
        <p:nvPr/>
      </p:nvGrpSpPr>
      <p:grpSpPr>
        <a:xfrm>
          <a:off x="0" y="0"/>
          <a:ext cx="0" cy="0"/>
          <a:chOff x="0" y="0"/>
          <a:chExt cx="0" cy="0"/>
        </a:xfrm>
      </p:grpSpPr>
      <p:sp>
        <p:nvSpPr>
          <p:cNvPr id="16" name="bg object 16"/>
          <p:cNvSpPr/>
          <p:nvPr userDrawn="1"/>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25408D"/>
          </a:solidFill>
        </p:spPr>
        <p:txBody>
          <a:bodyPr wrap="square" lIns="0" tIns="0" rIns="0" bIns="0" rtlCol="0"/>
          <a:lstStyle/>
          <a:p>
            <a:endParaRPr/>
          </a:p>
        </p:txBody>
      </p:sp>
      <p:sp>
        <p:nvSpPr>
          <p:cNvPr id="15" name="Text Placeholder 14">
            <a:extLst>
              <a:ext uri="{FF2B5EF4-FFF2-40B4-BE49-F238E27FC236}">
                <a16:creationId xmlns:a16="http://schemas.microsoft.com/office/drawing/2014/main" id="{B49E1506-44A0-C243-961B-917943DAE1E2}"/>
              </a:ext>
            </a:extLst>
          </p:cNvPr>
          <p:cNvSpPr>
            <a:spLocks noGrp="1"/>
          </p:cNvSpPr>
          <p:nvPr>
            <p:ph type="body" sz="quarter" idx="10" hasCustomPrompt="1"/>
          </p:nvPr>
        </p:nvSpPr>
        <p:spPr>
          <a:xfrm>
            <a:off x="533400" y="2318598"/>
            <a:ext cx="5562600" cy="1485900"/>
          </a:xfrm>
        </p:spPr>
        <p:txBody>
          <a:bodyPr/>
          <a:lstStyle>
            <a:lvl1pPr>
              <a:defRPr sz="5000" b="1" baseline="0">
                <a:solidFill>
                  <a:srgbClr val="FDBA13"/>
                </a:solidFill>
                <a:latin typeface="Arial" panose="020B0604020202020204" pitchFamily="34" charset="0"/>
                <a:cs typeface="Arial" panose="020B0604020202020204" pitchFamily="34" charset="0"/>
              </a:defRPr>
            </a:lvl1pPr>
          </a:lstStyle>
          <a:p>
            <a:pPr lvl="0"/>
            <a:r>
              <a:rPr lang="en-GB"/>
              <a:t>1st Line Header</a:t>
            </a:r>
            <a:br>
              <a:rPr lang="en-GB"/>
            </a:br>
            <a:r>
              <a:rPr lang="en-GB"/>
              <a:t>2nd Line Header</a:t>
            </a:r>
            <a:endParaRPr lang="en-US"/>
          </a:p>
        </p:txBody>
      </p:sp>
      <p:sp>
        <p:nvSpPr>
          <p:cNvPr id="18" name="Text Placeholder 17">
            <a:extLst>
              <a:ext uri="{FF2B5EF4-FFF2-40B4-BE49-F238E27FC236}">
                <a16:creationId xmlns:a16="http://schemas.microsoft.com/office/drawing/2014/main" id="{7A74C29E-264C-E546-AA84-D6DEEEFAE46E}"/>
              </a:ext>
            </a:extLst>
          </p:cNvPr>
          <p:cNvSpPr>
            <a:spLocks noGrp="1"/>
          </p:cNvSpPr>
          <p:nvPr>
            <p:ph type="body" sz="quarter" idx="11" hasCustomPrompt="1"/>
          </p:nvPr>
        </p:nvSpPr>
        <p:spPr>
          <a:xfrm>
            <a:off x="533400" y="3947160"/>
            <a:ext cx="4572000" cy="1538883"/>
          </a:xfrm>
        </p:spPr>
        <p:txBody>
          <a:bodyPr/>
          <a:lstStyle>
            <a:lvl1pPr marL="0" marR="0" indent="0" defTabSz="914400" eaLnBrk="1" fontAlgn="auto" latinLnBrk="0" hangingPunct="1">
              <a:lnSpc>
                <a:spcPct val="100000"/>
              </a:lnSpc>
              <a:spcBef>
                <a:spcPts val="0"/>
              </a:spcBef>
              <a:spcAft>
                <a:spcPts val="0"/>
              </a:spcAft>
              <a:buClrTx/>
              <a:buSzTx/>
              <a:buFontTx/>
              <a:buNone/>
              <a:tabLst/>
              <a:defRPr sz="2500">
                <a:solidFill>
                  <a:schemeClr val="bg1"/>
                </a:solidFill>
                <a:latin typeface="Arial" panose="020B0604020202020204" pitchFamily="34" charset="0"/>
                <a:cs typeface="Arial" panose="020B0604020202020204"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lang="en-GB"/>
              <a:t>Tel: XXXX XXXXXX</a:t>
            </a:r>
            <a:br>
              <a:rPr lang="en-GB"/>
            </a:br>
            <a:r>
              <a:rPr lang="en-GB"/>
              <a:t>Web: XXXXXXXXXX.XXX</a:t>
            </a:r>
            <a:endParaRPr lang="en-US"/>
          </a:p>
          <a:p>
            <a:pPr lvl="0"/>
            <a:endParaRPr lang="en-US"/>
          </a:p>
        </p:txBody>
      </p:sp>
      <p:pic>
        <p:nvPicPr>
          <p:cNvPr id="8" name="Picture 7">
            <a:extLst>
              <a:ext uri="{FF2B5EF4-FFF2-40B4-BE49-F238E27FC236}">
                <a16:creationId xmlns:a16="http://schemas.microsoft.com/office/drawing/2014/main" id="{09406C76-BFDA-2443-8FE2-8A696F72BB97}"/>
              </a:ext>
            </a:extLst>
          </p:cNvPr>
          <p:cNvPicPr>
            <a:picLocks noChangeAspect="1"/>
          </p:cNvPicPr>
          <p:nvPr userDrawn="1"/>
        </p:nvPicPr>
        <p:blipFill>
          <a:blip r:embed="rId2"/>
          <a:stretch>
            <a:fillRect/>
          </a:stretch>
        </p:blipFill>
        <p:spPr>
          <a:xfrm>
            <a:off x="575994" y="5788803"/>
            <a:ext cx="1616743" cy="547430"/>
          </a:xfrm>
          <a:prstGeom prst="rect">
            <a:avLst/>
          </a:prstGeom>
        </p:spPr>
      </p:pic>
      <p:pic>
        <p:nvPicPr>
          <p:cNvPr id="9" name="Picture 8">
            <a:extLst>
              <a:ext uri="{FF2B5EF4-FFF2-40B4-BE49-F238E27FC236}">
                <a16:creationId xmlns:a16="http://schemas.microsoft.com/office/drawing/2014/main" id="{1B6C17F0-EC2B-8849-AC98-388A1F15AAA1}"/>
              </a:ext>
            </a:extLst>
          </p:cNvPr>
          <p:cNvPicPr>
            <a:picLocks noChangeAspect="1"/>
          </p:cNvPicPr>
          <p:nvPr userDrawn="1"/>
        </p:nvPicPr>
        <p:blipFill>
          <a:blip r:embed="rId3"/>
          <a:stretch>
            <a:fillRect/>
          </a:stretch>
        </p:blipFill>
        <p:spPr>
          <a:xfrm>
            <a:off x="575994" y="577370"/>
            <a:ext cx="2353083" cy="722375"/>
          </a:xfrm>
          <a:prstGeom prst="rect">
            <a:avLst/>
          </a:prstGeom>
        </p:spPr>
      </p:pic>
      <p:pic>
        <p:nvPicPr>
          <p:cNvPr id="10" name="Picture 9">
            <a:extLst>
              <a:ext uri="{FF2B5EF4-FFF2-40B4-BE49-F238E27FC236}">
                <a16:creationId xmlns:a16="http://schemas.microsoft.com/office/drawing/2014/main" id="{055C0B87-51A5-3949-8E61-B0322586B7CE}"/>
              </a:ext>
            </a:extLst>
          </p:cNvPr>
          <p:cNvPicPr>
            <a:picLocks noChangeAspect="1"/>
          </p:cNvPicPr>
          <p:nvPr userDrawn="1"/>
        </p:nvPicPr>
        <p:blipFill>
          <a:blip r:embed="rId4"/>
          <a:stretch>
            <a:fillRect/>
          </a:stretch>
        </p:blipFill>
        <p:spPr>
          <a:xfrm>
            <a:off x="6688306" y="1328904"/>
            <a:ext cx="5300495" cy="5300495"/>
          </a:xfrm>
          <a:prstGeom prst="rect">
            <a:avLst/>
          </a:prstGeom>
        </p:spPr>
      </p:pic>
    </p:spTree>
    <p:extLst>
      <p:ext uri="{BB962C8B-B14F-4D97-AF65-F5344CB8AC3E}">
        <p14:creationId xmlns:p14="http://schemas.microsoft.com/office/powerpoint/2010/main" val="3693300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5" Type="http://schemas.openxmlformats.org/officeDocument/2006/relationships/slideLayout" Target="../slideLayouts/slideLayout21.xml"/><Relationship Id="rId10" Type="http://schemas.openxmlformats.org/officeDocument/2006/relationships/theme" Target="../theme/theme2.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6" name="Freeform: Shape 55">
            <a:extLst>
              <a:ext uri="{FF2B5EF4-FFF2-40B4-BE49-F238E27FC236}">
                <a16:creationId xmlns:a16="http://schemas.microsoft.com/office/drawing/2014/main" id="{4BD9B2D0-4DAD-4C9A-86A9-6492BED11C88}"/>
              </a:ext>
            </a:extLst>
          </p:cNvPr>
          <p:cNvSpPr>
            <a:spLocks noChangeAspect="1"/>
          </p:cNvSpPr>
          <p:nvPr userDrawn="1"/>
        </p:nvSpPr>
        <p:spPr>
          <a:xfrm flipH="1">
            <a:off x="11823700" y="44511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a:p>
        </p:txBody>
      </p:sp>
      <p:grpSp>
        <p:nvGrpSpPr>
          <p:cNvPr id="57" name="Group 56">
            <a:extLst>
              <a:ext uri="{FF2B5EF4-FFF2-40B4-BE49-F238E27FC236}">
                <a16:creationId xmlns:a16="http://schemas.microsoft.com/office/drawing/2014/main" id="{B3597DD2-4311-487A-BDC8-D6C18BBFB2A3}"/>
              </a:ext>
            </a:extLst>
          </p:cNvPr>
          <p:cNvGrpSpPr/>
          <p:nvPr userDrawn="1"/>
        </p:nvGrpSpPr>
        <p:grpSpPr>
          <a:xfrm>
            <a:off x="0" y="445112"/>
            <a:ext cx="368300" cy="746490"/>
            <a:chOff x="0" y="415872"/>
            <a:chExt cx="368300" cy="746490"/>
          </a:xfrm>
        </p:grpSpPr>
        <p:sp>
          <p:nvSpPr>
            <p:cNvPr id="58" name="Freeform: Shape 57">
              <a:extLst>
                <a:ext uri="{FF2B5EF4-FFF2-40B4-BE49-F238E27FC236}">
                  <a16:creationId xmlns:a16="http://schemas.microsoft.com/office/drawing/2014/main" id="{CE9C42D4-C9D4-432A-9D66-DCDC964320FD}"/>
                </a:ext>
              </a:extLst>
            </p:cNvPr>
            <p:cNvSpPr>
              <a:spLocks noChangeAspect="1"/>
            </p:cNvSpPr>
            <p:nvPr/>
          </p:nvSpPr>
          <p:spPr>
            <a:xfrm>
              <a:off x="0" y="415872"/>
              <a:ext cx="368300" cy="746490"/>
            </a:xfrm>
            <a:custGeom>
              <a:avLst/>
              <a:gdLst>
                <a:gd name="connsiteX0" fmla="*/ 0 w 368300"/>
                <a:gd name="connsiteY0" fmla="*/ 0 h 746490"/>
                <a:gd name="connsiteX1" fmla="*/ 69834 w 368300"/>
                <a:gd name="connsiteY1" fmla="*/ 7040 h 746490"/>
                <a:gd name="connsiteX2" fmla="*/ 368300 w 368300"/>
                <a:gd name="connsiteY2" fmla="*/ 373245 h 746490"/>
                <a:gd name="connsiteX3" fmla="*/ 69834 w 368300"/>
                <a:gd name="connsiteY3" fmla="*/ 739450 h 746490"/>
                <a:gd name="connsiteX4" fmla="*/ 0 w 368300"/>
                <a:gd name="connsiteY4" fmla="*/ 746490 h 7464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300" h="746490">
                  <a:moveTo>
                    <a:pt x="0" y="0"/>
                  </a:moveTo>
                  <a:lnTo>
                    <a:pt x="69834" y="7040"/>
                  </a:lnTo>
                  <a:cubicBezTo>
                    <a:pt x="240168" y="41896"/>
                    <a:pt x="368300" y="192607"/>
                    <a:pt x="368300" y="373245"/>
                  </a:cubicBezTo>
                  <a:cubicBezTo>
                    <a:pt x="368300" y="553883"/>
                    <a:pt x="240168" y="704594"/>
                    <a:pt x="69834" y="739450"/>
                  </a:cubicBezTo>
                  <a:lnTo>
                    <a:pt x="0" y="74649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400" b="1" spc="300"/>
            </a:p>
          </p:txBody>
        </p:sp>
        <p:grpSp>
          <p:nvGrpSpPr>
            <p:cNvPr id="59" name="Group 58">
              <a:extLst>
                <a:ext uri="{FF2B5EF4-FFF2-40B4-BE49-F238E27FC236}">
                  <a16:creationId xmlns:a16="http://schemas.microsoft.com/office/drawing/2014/main" id="{22F65F2D-951E-47A0-AE6C-369C25E83A73}"/>
                </a:ext>
              </a:extLst>
            </p:cNvPr>
            <p:cNvGrpSpPr/>
            <p:nvPr/>
          </p:nvGrpSpPr>
          <p:grpSpPr>
            <a:xfrm>
              <a:off x="78324" y="605745"/>
              <a:ext cx="121701" cy="361477"/>
              <a:chOff x="-12442" y="1663700"/>
              <a:chExt cx="1761630" cy="5232400"/>
            </a:xfrm>
          </p:grpSpPr>
          <p:sp>
            <p:nvSpPr>
              <p:cNvPr id="60" name="Freeform 5">
                <a:extLst>
                  <a:ext uri="{FF2B5EF4-FFF2-40B4-BE49-F238E27FC236}">
                    <a16:creationId xmlns:a16="http://schemas.microsoft.com/office/drawing/2014/main" id="{0FB2E93E-7D77-43B4-8773-6972AD5BFAC5}"/>
                  </a:ext>
                </a:extLst>
              </p:cNvPr>
              <p:cNvSpPr>
                <a:spLocks/>
              </p:cNvSpPr>
              <p:nvPr/>
            </p:nvSpPr>
            <p:spPr bwMode="auto">
              <a:xfrm>
                <a:off x="376188" y="1663700"/>
                <a:ext cx="1373000" cy="1373000"/>
              </a:xfrm>
              <a:custGeom>
                <a:avLst/>
                <a:gdLst>
                  <a:gd name="T0" fmla="*/ 4 w 178"/>
                  <a:gd name="T1" fmla="*/ 80 h 178"/>
                  <a:gd name="T2" fmla="*/ 98 w 178"/>
                  <a:gd name="T3" fmla="*/ 4 h 178"/>
                  <a:gd name="T4" fmla="*/ 173 w 178"/>
                  <a:gd name="T5" fmla="*/ 98 h 178"/>
                  <a:gd name="T6" fmla="*/ 80 w 178"/>
                  <a:gd name="T7" fmla="*/ 173 h 178"/>
                  <a:gd name="T8" fmla="*/ 4 w 178"/>
                  <a:gd name="T9" fmla="*/ 80 h 178"/>
                </a:gdLst>
                <a:ahLst/>
                <a:cxnLst>
                  <a:cxn ang="0">
                    <a:pos x="T0" y="T1"/>
                  </a:cxn>
                  <a:cxn ang="0">
                    <a:pos x="T2" y="T3"/>
                  </a:cxn>
                  <a:cxn ang="0">
                    <a:pos x="T4" y="T5"/>
                  </a:cxn>
                  <a:cxn ang="0">
                    <a:pos x="T6" y="T7"/>
                  </a:cxn>
                  <a:cxn ang="0">
                    <a:pos x="T8" y="T9"/>
                  </a:cxn>
                </a:cxnLst>
                <a:rect l="0" t="0" r="r" b="b"/>
                <a:pathLst>
                  <a:path w="178" h="178">
                    <a:moveTo>
                      <a:pt x="4" y="80"/>
                    </a:moveTo>
                    <a:cubicBezTo>
                      <a:pt x="9" y="33"/>
                      <a:pt x="51" y="0"/>
                      <a:pt x="98" y="4"/>
                    </a:cubicBezTo>
                    <a:cubicBezTo>
                      <a:pt x="144" y="9"/>
                      <a:pt x="178" y="51"/>
                      <a:pt x="173" y="98"/>
                    </a:cubicBezTo>
                    <a:cubicBezTo>
                      <a:pt x="168" y="144"/>
                      <a:pt x="127" y="178"/>
                      <a:pt x="80" y="173"/>
                    </a:cubicBezTo>
                    <a:cubicBezTo>
                      <a:pt x="33" y="168"/>
                      <a:pt x="0" y="127"/>
                      <a:pt x="4" y="8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sp>
            <p:nvSpPr>
              <p:cNvPr id="61" name="Freeform 6">
                <a:extLst>
                  <a:ext uri="{FF2B5EF4-FFF2-40B4-BE49-F238E27FC236}">
                    <a16:creationId xmlns:a16="http://schemas.microsoft.com/office/drawing/2014/main" id="{4A43FD87-41BC-4166-AE05-76ECC39D31D0}"/>
                  </a:ext>
                </a:extLst>
              </p:cNvPr>
              <p:cNvSpPr>
                <a:spLocks/>
              </p:cNvSpPr>
              <p:nvPr/>
            </p:nvSpPr>
            <p:spPr bwMode="auto">
              <a:xfrm>
                <a:off x="-12442" y="3340705"/>
                <a:ext cx="1640372" cy="3555395"/>
              </a:xfrm>
              <a:custGeom>
                <a:avLst/>
                <a:gdLst>
                  <a:gd name="T0" fmla="*/ 133 w 436"/>
                  <a:gd name="T1" fmla="*/ 945 h 945"/>
                  <a:gd name="T2" fmla="*/ 133 w 436"/>
                  <a:gd name="T3" fmla="*/ 233 h 945"/>
                  <a:gd name="T4" fmla="*/ 0 w 436"/>
                  <a:gd name="T5" fmla="*/ 233 h 945"/>
                  <a:gd name="T6" fmla="*/ 0 w 436"/>
                  <a:gd name="T7" fmla="*/ 0 h 945"/>
                  <a:gd name="T8" fmla="*/ 436 w 436"/>
                  <a:gd name="T9" fmla="*/ 0 h 945"/>
                  <a:gd name="T10" fmla="*/ 436 w 436"/>
                  <a:gd name="T11" fmla="*/ 945 h 945"/>
                  <a:gd name="T12" fmla="*/ 133 w 436"/>
                  <a:gd name="T13" fmla="*/ 945 h 945"/>
                </a:gdLst>
                <a:ahLst/>
                <a:cxnLst>
                  <a:cxn ang="0">
                    <a:pos x="T0" y="T1"/>
                  </a:cxn>
                  <a:cxn ang="0">
                    <a:pos x="T2" y="T3"/>
                  </a:cxn>
                  <a:cxn ang="0">
                    <a:pos x="T4" y="T5"/>
                  </a:cxn>
                  <a:cxn ang="0">
                    <a:pos x="T6" y="T7"/>
                  </a:cxn>
                  <a:cxn ang="0">
                    <a:pos x="T8" y="T9"/>
                  </a:cxn>
                  <a:cxn ang="0">
                    <a:pos x="T10" y="T11"/>
                  </a:cxn>
                  <a:cxn ang="0">
                    <a:pos x="T12" y="T13"/>
                  </a:cxn>
                </a:cxnLst>
                <a:rect l="0" t="0" r="r" b="b"/>
                <a:pathLst>
                  <a:path w="436" h="945">
                    <a:moveTo>
                      <a:pt x="133" y="945"/>
                    </a:moveTo>
                    <a:lnTo>
                      <a:pt x="133" y="233"/>
                    </a:lnTo>
                    <a:lnTo>
                      <a:pt x="0" y="233"/>
                    </a:lnTo>
                    <a:lnTo>
                      <a:pt x="0" y="0"/>
                    </a:lnTo>
                    <a:lnTo>
                      <a:pt x="436" y="0"/>
                    </a:lnTo>
                    <a:lnTo>
                      <a:pt x="436" y="945"/>
                    </a:lnTo>
                    <a:lnTo>
                      <a:pt x="133" y="9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solidFill>
                    <a:schemeClr val="tx1"/>
                  </a:solidFill>
                </a:endParaRPr>
              </a:p>
            </p:txBody>
          </p:sp>
        </p:grpSp>
      </p:grpSp>
      <p:sp>
        <p:nvSpPr>
          <p:cNvPr id="2" name="Title Placeholder 1">
            <a:extLst>
              <a:ext uri="{FF2B5EF4-FFF2-40B4-BE49-F238E27FC236}">
                <a16:creationId xmlns:a16="http://schemas.microsoft.com/office/drawing/2014/main" id="{38386F46-B8A7-4A41-B9E3-152DBB5AF39C}"/>
              </a:ext>
            </a:extLst>
          </p:cNvPr>
          <p:cNvSpPr>
            <a:spLocks noGrp="1"/>
          </p:cNvSpPr>
          <p:nvPr>
            <p:ph type="title"/>
          </p:nvPr>
        </p:nvSpPr>
        <p:spPr>
          <a:xfrm>
            <a:off x="710381" y="275771"/>
            <a:ext cx="10783118" cy="1085172"/>
          </a:xfrm>
          <a:prstGeom prst="rect">
            <a:avLst/>
          </a:prstGeom>
        </p:spPr>
        <p:txBody>
          <a:bodyPr vert="horz" lIns="0" tIns="45720" rIns="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03B2E23-FA8D-4BFB-8633-584027D63898}"/>
              </a:ext>
            </a:extLst>
          </p:cNvPr>
          <p:cNvSpPr>
            <a:spLocks noGrp="1"/>
          </p:cNvSpPr>
          <p:nvPr>
            <p:ph type="body" idx="1"/>
          </p:nvPr>
        </p:nvSpPr>
        <p:spPr>
          <a:xfrm>
            <a:off x="710381" y="1749425"/>
            <a:ext cx="10783118" cy="4175125"/>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67AB9E95-2B69-4CC2-AA68-608768FABD0E}"/>
              </a:ext>
            </a:extLst>
          </p:cNvPr>
          <p:cNvSpPr>
            <a:spLocks noGrp="1"/>
          </p:cNvSpPr>
          <p:nvPr>
            <p:ph type="ftr" sz="quarter" idx="3"/>
          </p:nvPr>
        </p:nvSpPr>
        <p:spPr>
          <a:xfrm>
            <a:off x="7382881" y="6387307"/>
            <a:ext cx="4114800" cy="199231"/>
          </a:xfrm>
          <a:prstGeom prst="rect">
            <a:avLst/>
          </a:prstGeom>
        </p:spPr>
        <p:txBody>
          <a:bodyPr vert="horz" lIns="0" tIns="0" rIns="0" bIns="0" rtlCol="0" anchor="ctr"/>
          <a:lstStyle>
            <a:lvl1pPr algn="r">
              <a:defRPr sz="1050">
                <a:solidFill>
                  <a:schemeClr val="tx1"/>
                </a:solidFill>
              </a:defRPr>
            </a:lvl1pPr>
          </a:lstStyle>
          <a:p>
            <a:r>
              <a:rPr lang="en-US"/>
              <a:t>Go to Insert &gt; Header &amp; Footer to edit footer text</a:t>
            </a:r>
            <a:endParaRPr lang="en-GB"/>
          </a:p>
        </p:txBody>
      </p:sp>
      <p:sp>
        <p:nvSpPr>
          <p:cNvPr id="6" name="Slide Number Placeholder 5">
            <a:extLst>
              <a:ext uri="{FF2B5EF4-FFF2-40B4-BE49-F238E27FC236}">
                <a16:creationId xmlns:a16="http://schemas.microsoft.com/office/drawing/2014/main" id="{6CC352AB-4E9A-4CB2-BC09-E1F646D7F671}"/>
              </a:ext>
            </a:extLst>
          </p:cNvPr>
          <p:cNvSpPr>
            <a:spLocks noGrp="1"/>
          </p:cNvSpPr>
          <p:nvPr>
            <p:ph type="sldNum" sz="quarter" idx="4"/>
          </p:nvPr>
        </p:nvSpPr>
        <p:spPr>
          <a:xfrm>
            <a:off x="11785600" y="635795"/>
            <a:ext cx="368300" cy="365125"/>
          </a:xfrm>
          <a:prstGeom prst="rect">
            <a:avLst/>
          </a:prstGeom>
        </p:spPr>
        <p:txBody>
          <a:bodyPr vert="horz" lIns="0" tIns="0" rIns="0" bIns="0" rtlCol="0" anchor="ctr"/>
          <a:lstStyle>
            <a:lvl1pPr algn="r">
              <a:defRPr sz="1050">
                <a:solidFill>
                  <a:schemeClr val="bg1"/>
                </a:solidFill>
              </a:defRPr>
            </a:lvl1pPr>
          </a:lstStyle>
          <a:p>
            <a:fld id="{FAEEC637-5006-4E50-A83C-29CEB747C05F}" type="slidenum">
              <a:rPr lang="en-GB" smtClean="0"/>
              <a:pPr/>
              <a:t>‹#›</a:t>
            </a:fld>
            <a:endParaRPr lang="en-GB"/>
          </a:p>
        </p:txBody>
      </p:sp>
    </p:spTree>
    <p:extLst>
      <p:ext uri="{BB962C8B-B14F-4D97-AF65-F5344CB8AC3E}">
        <p14:creationId xmlns:p14="http://schemas.microsoft.com/office/powerpoint/2010/main" val="23331057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8" r:id="rId1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438">
          <p15:clr>
            <a:srgbClr val="F26B43"/>
          </p15:clr>
        </p15:guide>
        <p15:guide id="3" pos="7242">
          <p15:clr>
            <a:srgbClr val="F26B43"/>
          </p15:clr>
        </p15:guide>
        <p15:guide id="4" orient="horz" pos="3744">
          <p15:clr>
            <a:srgbClr val="F26B43"/>
          </p15:clr>
        </p15:guide>
        <p15:guide id="5" orient="horz" pos="109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3270" cy="6858000"/>
          </a:xfrm>
          <a:custGeom>
            <a:avLst/>
            <a:gdLst/>
            <a:ahLst/>
            <a:cxnLst/>
            <a:rect l="l" t="t" r="r" b="b"/>
            <a:pathLst>
              <a:path w="12193270" h="6858000">
                <a:moveTo>
                  <a:pt x="12193206" y="0"/>
                </a:moveTo>
                <a:lnTo>
                  <a:pt x="0" y="0"/>
                </a:lnTo>
                <a:lnTo>
                  <a:pt x="0" y="6858000"/>
                </a:lnTo>
                <a:lnTo>
                  <a:pt x="12193206" y="6858000"/>
                </a:lnTo>
                <a:lnTo>
                  <a:pt x="12193206" y="0"/>
                </a:lnTo>
                <a:close/>
              </a:path>
            </a:pathLst>
          </a:custGeom>
          <a:solidFill>
            <a:srgbClr val="25408D"/>
          </a:solidFill>
        </p:spPr>
        <p:txBody>
          <a:bodyPr wrap="square" lIns="0" tIns="0" rIns="0" bIns="0" rtlCol="0"/>
          <a:lstStyle/>
          <a:p>
            <a:endParaRPr/>
          </a:p>
        </p:txBody>
      </p:sp>
      <p:sp>
        <p:nvSpPr>
          <p:cNvPr id="2" name="Holder 2"/>
          <p:cNvSpPr>
            <a:spLocks noGrp="1"/>
          </p:cNvSpPr>
          <p:nvPr>
            <p:ph type="title"/>
          </p:nvPr>
        </p:nvSpPr>
        <p:spPr>
          <a:xfrm>
            <a:off x="563299" y="356055"/>
            <a:ext cx="11071750" cy="939800"/>
          </a:xfrm>
          <a:prstGeom prst="rect">
            <a:avLst/>
          </a:prstGeom>
        </p:spPr>
        <p:txBody>
          <a:bodyPr wrap="square" lIns="0" tIns="0" rIns="0" bIns="0">
            <a:spAutoFit/>
          </a:bodyPr>
          <a:lstStyle>
            <a:lvl1pPr>
              <a:defRPr sz="6000" b="1" i="0">
                <a:solidFill>
                  <a:srgbClr val="FDB913"/>
                </a:solidFill>
                <a:latin typeface="Arial"/>
                <a:cs typeface="Arial"/>
              </a:defRPr>
            </a:lvl1pPr>
          </a:lstStyle>
          <a:p>
            <a:endParaRPr/>
          </a:p>
        </p:txBody>
      </p:sp>
      <p:sp>
        <p:nvSpPr>
          <p:cNvPr id="3" name="Holder 3"/>
          <p:cNvSpPr>
            <a:spLocks noGrp="1"/>
          </p:cNvSpPr>
          <p:nvPr>
            <p:ph type="body" idx="1"/>
          </p:nvPr>
        </p:nvSpPr>
        <p:spPr>
          <a:xfrm>
            <a:off x="563299" y="2079848"/>
            <a:ext cx="11071750" cy="426593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7439" y="6377940"/>
            <a:ext cx="3903472"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917" y="6377940"/>
            <a:ext cx="28056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9/22/2026</a:t>
            </a:fld>
            <a:endParaRPr lang="en-US"/>
          </a:p>
        </p:txBody>
      </p:sp>
      <p:sp>
        <p:nvSpPr>
          <p:cNvPr id="6" name="Holder 6"/>
          <p:cNvSpPr>
            <a:spLocks noGrp="1"/>
          </p:cNvSpPr>
          <p:nvPr>
            <p:ph type="sldNum" sz="quarter" idx="7"/>
          </p:nvPr>
        </p:nvSpPr>
        <p:spPr>
          <a:xfrm>
            <a:off x="8782812" y="6377940"/>
            <a:ext cx="28056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988616582"/>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3.jpe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14.jpeg"/><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0.xml"/><Relationship Id="rId1" Type="http://schemas.openxmlformats.org/officeDocument/2006/relationships/slideLayout" Target="../slideLayouts/slideLayout15.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5.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15.xml"/><Relationship Id="rId1" Type="http://schemas.openxmlformats.org/officeDocument/2006/relationships/slideLayout" Target="../slideLayouts/slideLayout15.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svg"/></Relationships>
</file>

<file path=ppt/slides/_rels/slide16.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18.xml"/><Relationship Id="rId1" Type="http://schemas.openxmlformats.org/officeDocument/2006/relationships/slideLayout" Target="../slideLayouts/slideLayout15.xml"/><Relationship Id="rId5" Type="http://schemas.openxmlformats.org/officeDocument/2006/relationships/image" Target="../media/image34.svg"/><Relationship Id="rId4" Type="http://schemas.openxmlformats.org/officeDocument/2006/relationships/image" Target="../media/image33.svg"/></Relationships>
</file>

<file path=ppt/slides/_rels/slide19.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notesSlide" Target="../notesSlides/notesSlide19.xml"/><Relationship Id="rId1" Type="http://schemas.openxmlformats.org/officeDocument/2006/relationships/slideLayout" Target="../slideLayouts/slideLayout15.xml"/><Relationship Id="rId4" Type="http://schemas.openxmlformats.org/officeDocument/2006/relationships/image" Target="../media/image36.svg"/></Relationships>
</file>

<file path=ppt/slides/_rels/slide20.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notesSlide" Target="../notesSlides/notesSlide20.xml"/><Relationship Id="rId1" Type="http://schemas.openxmlformats.org/officeDocument/2006/relationships/slideLayout" Target="../slideLayouts/slideLayout15.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s>
</file>

<file path=ppt/slides/_rels/slide21.xml.rels><?xml version="1.0" encoding="UTF-8" standalone="yes"?>
<Relationships xmlns="http://schemas.openxmlformats.org/package/2006/relationships"><Relationship Id="rId8" Type="http://schemas.openxmlformats.org/officeDocument/2006/relationships/image" Target="../media/image42.svg"/><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notesSlide" Target="../notesSlides/notesSlide21.xml"/><Relationship Id="rId1" Type="http://schemas.openxmlformats.org/officeDocument/2006/relationships/slideLayout" Target="../slideLayouts/slideLayout15.xml"/><Relationship Id="rId6" Type="http://schemas.openxmlformats.org/officeDocument/2006/relationships/image" Target="../media/image40.svg"/><Relationship Id="rId5" Type="http://schemas.openxmlformats.org/officeDocument/2006/relationships/image" Target="../media/image39.svg"/><Relationship Id="rId4" Type="http://schemas.openxmlformats.org/officeDocument/2006/relationships/image" Target="../media/image38.svg"/></Relationships>
</file>

<file path=ppt/slides/_rels/slide22.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6.svg"/><Relationship Id="rId7" Type="http://schemas.openxmlformats.org/officeDocument/2006/relationships/image" Target="../media/image50.svg"/><Relationship Id="rId2" Type="http://schemas.openxmlformats.org/officeDocument/2006/relationships/notesSlide" Target="../notesSlides/notesSlide28.xml"/><Relationship Id="rId1" Type="http://schemas.openxmlformats.org/officeDocument/2006/relationships/slideLayout" Target="../slideLayouts/slideLayout15.xml"/><Relationship Id="rId6" Type="http://schemas.openxmlformats.org/officeDocument/2006/relationships/image" Target="../media/image49.svg"/><Relationship Id="rId5" Type="http://schemas.openxmlformats.org/officeDocument/2006/relationships/image" Target="../media/image48.svg"/><Relationship Id="rId4" Type="http://schemas.openxmlformats.org/officeDocument/2006/relationships/image" Target="../media/image47.svg"/></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5.xml"/><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0578AD4-E9AB-144D-8D25-75B212E9DAFE}"/>
              </a:ext>
            </a:extLst>
          </p:cNvPr>
          <p:cNvSpPr>
            <a:spLocks noGrp="1"/>
          </p:cNvSpPr>
          <p:nvPr>
            <p:ph type="body" sz="quarter" idx="10"/>
          </p:nvPr>
        </p:nvSpPr>
        <p:spPr>
          <a:xfrm>
            <a:off x="533400" y="2318598"/>
            <a:ext cx="5562600" cy="769441"/>
          </a:xfrm>
        </p:spPr>
        <p:txBody>
          <a:bodyPr vert="horz" lIns="0" tIns="0" rIns="0" bIns="0" rtlCol="0" anchor="t">
            <a:noAutofit/>
          </a:bodyPr>
          <a:lstStyle/>
          <a:p>
            <a:r>
              <a:rPr lang="en-US" sz="3600" noProof="0">
                <a:latin typeface="+mj-lt"/>
                <a:cs typeface="Arial"/>
              </a:rPr>
              <a:t>Data Measurements </a:t>
            </a:r>
          </a:p>
        </p:txBody>
      </p:sp>
      <p:sp>
        <p:nvSpPr>
          <p:cNvPr id="5" name="Text Placeholder 4">
            <a:extLst>
              <a:ext uri="{FF2B5EF4-FFF2-40B4-BE49-F238E27FC236}">
                <a16:creationId xmlns:a16="http://schemas.microsoft.com/office/drawing/2014/main" id="{921EE887-B48F-AD4F-8697-4305800340F0}"/>
              </a:ext>
            </a:extLst>
          </p:cNvPr>
          <p:cNvSpPr>
            <a:spLocks noGrp="1"/>
          </p:cNvSpPr>
          <p:nvPr>
            <p:ph type="body" sz="quarter" idx="11"/>
          </p:nvPr>
        </p:nvSpPr>
        <p:spPr>
          <a:xfrm>
            <a:off x="533400" y="3947160"/>
            <a:ext cx="2743200" cy="1077218"/>
          </a:xfrm>
        </p:spPr>
        <p:txBody>
          <a:bodyPr vert="horz" lIns="0" tIns="0" rIns="0" bIns="0" rtlCol="0" anchor="t">
            <a:normAutofit fontScale="92500" lnSpcReduction="20000"/>
          </a:bodyPr>
          <a:lstStyle/>
          <a:p>
            <a:r>
              <a:rPr lang="en-US" noProof="0">
                <a:latin typeface="+mj-lt"/>
                <a:cs typeface="Arial"/>
              </a:rPr>
              <a:t>MEASURE LSS11</a:t>
            </a:r>
            <a:endParaRPr lang="en-US" noProof="0">
              <a:latin typeface="+mj-lt"/>
            </a:endParaRPr>
          </a:p>
          <a:p>
            <a:endParaRPr lang="en-US" noProof="0">
              <a:latin typeface="+mj-lt"/>
            </a:endParaRPr>
          </a:p>
          <a:p>
            <a:r>
              <a:rPr lang="en-US" sz="1800" noProof="0">
                <a:latin typeface="+mj-lt"/>
              </a:rPr>
              <a:t>Version: June 2026</a:t>
            </a:r>
          </a:p>
        </p:txBody>
      </p:sp>
      <p:sp>
        <p:nvSpPr>
          <p:cNvPr id="2" name="Rectangle 1">
            <a:extLst>
              <a:ext uri="{FF2B5EF4-FFF2-40B4-BE49-F238E27FC236}">
                <a16:creationId xmlns:a16="http://schemas.microsoft.com/office/drawing/2014/main" id="{D79BDFD2-4AA9-07F0-8355-EC8F9A64B69A}"/>
              </a:ext>
            </a:extLst>
          </p:cNvPr>
          <p:cNvSpPr/>
          <p:nvPr/>
        </p:nvSpPr>
        <p:spPr>
          <a:xfrm>
            <a:off x="213756" y="5652655"/>
            <a:ext cx="2458192" cy="926275"/>
          </a:xfrm>
          <a:prstGeom prst="rect">
            <a:avLst/>
          </a:prstGeom>
          <a:solidFill>
            <a:srgbClr val="24408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mj-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Woman looking at computer screen">
            <a:extLst>
              <a:ext uri="{FF2B5EF4-FFF2-40B4-BE49-F238E27FC236}">
                <a16:creationId xmlns:a16="http://schemas.microsoft.com/office/drawing/2014/main" id="{9A9A7879-3834-4E16-83BA-78EE2EC2C48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77689" y="352117"/>
            <a:ext cx="3104322" cy="2069548"/>
          </a:xfrm>
          <a:prstGeom prst="rect">
            <a:avLst/>
          </a:prstGeom>
        </p:spPr>
      </p:pic>
      <p:pic>
        <p:nvPicPr>
          <p:cNvPr id="5" name="Picture 4" descr="Person looking at computer screen">
            <a:extLst>
              <a:ext uri="{FF2B5EF4-FFF2-40B4-BE49-F238E27FC236}">
                <a16:creationId xmlns:a16="http://schemas.microsoft.com/office/drawing/2014/main" id="{2E842367-3A6C-41A8-B546-96842971403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9723" y="352117"/>
            <a:ext cx="3104322" cy="2069548"/>
          </a:xfrm>
          <a:prstGeom prst="rect">
            <a:avLst/>
          </a:prstGeom>
        </p:spPr>
      </p:pic>
      <p:sp>
        <p:nvSpPr>
          <p:cNvPr id="7" name="Content Placeholder 2">
            <a:extLst>
              <a:ext uri="{FF2B5EF4-FFF2-40B4-BE49-F238E27FC236}">
                <a16:creationId xmlns:a16="http://schemas.microsoft.com/office/drawing/2014/main" id="{3FF8775C-D23D-46B1-A586-AC0645F3760E}"/>
              </a:ext>
            </a:extLst>
          </p:cNvPr>
          <p:cNvSpPr txBox="1">
            <a:spLocks/>
          </p:cNvSpPr>
          <p:nvPr/>
        </p:nvSpPr>
        <p:spPr>
          <a:xfrm>
            <a:off x="1413765" y="2782278"/>
            <a:ext cx="4682235" cy="3584019"/>
          </a:xfrm>
          <a:prstGeom prst="rect">
            <a:avLst/>
          </a:prstGeom>
          <a:ln w="19050">
            <a:solidFill>
              <a:srgbClr val="00B0F0"/>
            </a:solidFill>
            <a:prstDash val="dash"/>
          </a:ln>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endParaRPr lang="en-US" b="1" kern="0" noProof="0" dirty="0">
              <a:solidFill>
                <a:sysClr val="windowText" lastClr="000000"/>
              </a:solidFill>
              <a:latin typeface="+mj-lt"/>
              <a:cs typeface="Arial" panose="020B0604020202020204" pitchFamily="34" charset="0"/>
            </a:endParaRPr>
          </a:p>
          <a:p>
            <a:r>
              <a:rPr lang="en-US" sz="3200" b="1" kern="0" noProof="0" dirty="0">
                <a:solidFill>
                  <a:schemeClr val="accent4"/>
                </a:solidFill>
                <a:latin typeface="+mj-lt"/>
                <a:cs typeface="Arial" panose="020B0604020202020204" pitchFamily="34" charset="0"/>
              </a:rPr>
              <a:t>Virtual Classroom</a:t>
            </a:r>
          </a:p>
          <a:p>
            <a:r>
              <a:rPr lang="en-US" sz="3200" b="1" kern="0" noProof="0" dirty="0">
                <a:solidFill>
                  <a:schemeClr val="accent4"/>
                </a:solidFill>
                <a:latin typeface="+mj-lt"/>
                <a:cs typeface="Arial" panose="020B0604020202020204" pitchFamily="34" charset="0"/>
              </a:rPr>
              <a:t>Module</a:t>
            </a:r>
          </a:p>
          <a:p>
            <a:pPr algn="ctr"/>
            <a:endParaRPr lang="en-US" kern="0" noProof="0" dirty="0">
              <a:solidFill>
                <a:srgbClr val="24408D"/>
              </a:solidFill>
              <a:latin typeface="+mj-lt"/>
              <a:cs typeface="Arial" panose="020B0604020202020204" pitchFamily="34" charset="0"/>
            </a:endParaRPr>
          </a:p>
          <a:p>
            <a:pPr marL="342900" indent="-342900">
              <a:buFont typeface="Arial" panose="020B0604020202020204" pitchFamily="34" charset="0"/>
              <a:buChar char="•"/>
            </a:pPr>
            <a:r>
              <a:rPr lang="en-US" kern="0">
                <a:solidFill>
                  <a:srgbClr val="172859"/>
                </a:solidFill>
                <a:latin typeface="+mj-lt"/>
                <a:cs typeface="Arial" panose="020B0604020202020204" pitchFamily="34" charset="0"/>
              </a:rPr>
              <a:t>9</a:t>
            </a:r>
            <a:r>
              <a:rPr lang="en-US" kern="0" noProof="0">
                <a:solidFill>
                  <a:srgbClr val="172859"/>
                </a:solidFill>
                <a:latin typeface="+mj-lt"/>
                <a:cs typeface="Arial" panose="020B0604020202020204" pitchFamily="34" charset="0"/>
              </a:rPr>
              <a:t>0 mins session.</a:t>
            </a:r>
          </a:p>
          <a:p>
            <a:pPr marL="342900" indent="-342900">
              <a:buFont typeface="Arial" panose="020B0604020202020204" pitchFamily="34" charset="0"/>
              <a:buChar char="•"/>
            </a:pPr>
            <a:endParaRPr lang="en-US" kern="0" noProof="0" dirty="0">
              <a:solidFill>
                <a:srgbClr val="172859"/>
              </a:solidFill>
              <a:latin typeface="+mj-lt"/>
              <a:cs typeface="Arial" panose="020B0604020202020204" pitchFamily="34" charset="0"/>
            </a:endParaRPr>
          </a:p>
          <a:p>
            <a:pPr marL="342900" indent="-342900">
              <a:buFont typeface="Arial" panose="020B0604020202020204" pitchFamily="34" charset="0"/>
              <a:buChar char="•"/>
            </a:pPr>
            <a:r>
              <a:rPr lang="en-US" kern="0" noProof="0" dirty="0">
                <a:solidFill>
                  <a:srgbClr val="172859"/>
                </a:solidFill>
                <a:latin typeface="+mj-lt"/>
                <a:cs typeface="Arial" panose="020B0604020202020204" pitchFamily="34" charset="0"/>
              </a:rPr>
              <a:t>Please mute your microphone if you are not speaking.</a:t>
            </a:r>
          </a:p>
          <a:p>
            <a:pPr marL="342900" indent="-342900">
              <a:buFont typeface="Arial" panose="020B0604020202020204" pitchFamily="34" charset="0"/>
              <a:buChar char="•"/>
            </a:pPr>
            <a:endParaRPr lang="en-US" kern="0" noProof="0" dirty="0">
              <a:solidFill>
                <a:srgbClr val="172859"/>
              </a:solidFill>
              <a:latin typeface="+mj-lt"/>
              <a:cs typeface="Arial" panose="020B0604020202020204" pitchFamily="34" charset="0"/>
            </a:endParaRPr>
          </a:p>
          <a:p>
            <a:pPr marL="342900" indent="-342900">
              <a:buFont typeface="Arial" panose="020B0604020202020204" pitchFamily="34" charset="0"/>
              <a:buChar char="•"/>
            </a:pPr>
            <a:r>
              <a:rPr lang="en-US" kern="0" noProof="0" dirty="0">
                <a:solidFill>
                  <a:srgbClr val="172859"/>
                </a:solidFill>
                <a:latin typeface="+mj-lt"/>
                <a:cs typeface="Arial" panose="020B0604020202020204" pitchFamily="34" charset="0"/>
              </a:rPr>
              <a:t>Q&amp;A during the session in chat.</a:t>
            </a:r>
          </a:p>
          <a:p>
            <a:pPr marL="742950" lvl="1" indent="-285750">
              <a:buFont typeface="Courier New" panose="02070309020205020404" pitchFamily="49" charset="0"/>
              <a:buChar char="o"/>
            </a:pPr>
            <a:endParaRPr lang="en-US" kern="0" noProof="0" dirty="0">
              <a:latin typeface="+mj-lt"/>
              <a:cs typeface="Arial" panose="020B0604020202020204" pitchFamily="34" charset="0"/>
            </a:endParaRPr>
          </a:p>
          <a:p>
            <a:pPr algn="ctr"/>
            <a:endParaRPr lang="en-US" kern="0" noProof="0" dirty="0">
              <a:solidFill>
                <a:sysClr val="windowText" lastClr="000000"/>
              </a:solidFill>
              <a:latin typeface="+mj-lt"/>
              <a:cs typeface="Arial" panose="020B0604020202020204" pitchFamily="34" charset="0"/>
            </a:endParaRPr>
          </a:p>
          <a:p>
            <a:pPr marL="342900" indent="-342900">
              <a:buFont typeface="+mj-lt"/>
              <a:buAutoNum type="arabicPeriod"/>
            </a:pPr>
            <a:endParaRPr lang="en-US" kern="0" noProof="0" dirty="0">
              <a:solidFill>
                <a:sysClr val="windowText" lastClr="000000"/>
              </a:solidFill>
              <a:latin typeface="+mj-lt"/>
              <a:cs typeface="Arial" panose="020B0604020202020204" pitchFamily="34" charset="0"/>
            </a:endParaRPr>
          </a:p>
          <a:p>
            <a:endParaRPr lang="en-US" kern="0" noProof="0" dirty="0">
              <a:solidFill>
                <a:sysClr val="windowText" lastClr="000000"/>
              </a:solidFill>
              <a:latin typeface="+mj-lt"/>
              <a:cs typeface="Arial" panose="020B0604020202020204" pitchFamily="34" charset="0"/>
            </a:endParaRPr>
          </a:p>
          <a:p>
            <a:endParaRPr lang="en-US" kern="0" noProof="0" dirty="0">
              <a:solidFill>
                <a:sysClr val="windowText" lastClr="000000"/>
              </a:solidFill>
              <a:latin typeface="+mj-lt"/>
              <a:cs typeface="Arial" panose="020B0604020202020204" pitchFamily="34" charset="0"/>
            </a:endParaRPr>
          </a:p>
        </p:txBody>
      </p:sp>
      <p:graphicFrame>
        <p:nvGraphicFramePr>
          <p:cNvPr id="6" name="Diagram 5">
            <a:extLst>
              <a:ext uri="{FF2B5EF4-FFF2-40B4-BE49-F238E27FC236}">
                <a16:creationId xmlns:a16="http://schemas.microsoft.com/office/drawing/2014/main" id="{CCCACFAE-A132-4400-9E56-83527DBA58C4}"/>
              </a:ext>
            </a:extLst>
          </p:cNvPr>
          <p:cNvGraphicFramePr/>
          <p:nvPr>
            <p:extLst>
              <p:ext uri="{D42A27DB-BD31-4B8C-83A1-F6EECF244321}">
                <p14:modId xmlns:p14="http://schemas.microsoft.com/office/powerpoint/2010/main" val="2612442349"/>
              </p:ext>
            </p:extLst>
          </p:nvPr>
        </p:nvGraphicFramePr>
        <p:xfrm>
          <a:off x="8213264" y="2936929"/>
          <a:ext cx="2642464" cy="248246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161517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399E5A6-4282-FA4F-84F9-2738F188A9A1}"/>
              </a:ext>
            </a:extLst>
          </p:cNvPr>
          <p:cNvSpPr>
            <a:spLocks noGrp="1"/>
          </p:cNvSpPr>
          <p:nvPr>
            <p:ph type="body" sz="quarter" idx="10"/>
          </p:nvPr>
        </p:nvSpPr>
        <p:spPr>
          <a:xfrm>
            <a:off x="533400" y="345110"/>
            <a:ext cx="7239000" cy="553998"/>
          </a:xfrm>
        </p:spPr>
        <p:txBody>
          <a:bodyPr>
            <a:normAutofit/>
          </a:bodyPr>
          <a:lstStyle/>
          <a:p>
            <a:r>
              <a:rPr lang="en-US" sz="3200" noProof="0">
                <a:latin typeface="+mj-lt"/>
              </a:rPr>
              <a:t>Measure Modules</a:t>
            </a:r>
          </a:p>
        </p:txBody>
      </p:sp>
      <p:sp>
        <p:nvSpPr>
          <p:cNvPr id="9" name="TextBox 8">
            <a:extLst>
              <a:ext uri="{FF2B5EF4-FFF2-40B4-BE49-F238E27FC236}">
                <a16:creationId xmlns:a16="http://schemas.microsoft.com/office/drawing/2014/main" id="{C466EA28-7C2A-41C6-A28D-3948DA1E39D5}"/>
              </a:ext>
            </a:extLst>
          </p:cNvPr>
          <p:cNvSpPr txBox="1"/>
          <p:nvPr/>
        </p:nvSpPr>
        <p:spPr>
          <a:xfrm>
            <a:off x="414731" y="1532346"/>
            <a:ext cx="6843865" cy="369332"/>
          </a:xfrm>
          <a:prstGeom prst="rect">
            <a:avLst/>
          </a:prstGeom>
          <a:noFill/>
        </p:spPr>
        <p:txBody>
          <a:bodyPr wrap="square">
            <a:spAutoFit/>
          </a:bodyPr>
          <a:lstStyle/>
          <a:p>
            <a:r>
              <a:rPr lang="en-US" noProof="0">
                <a:solidFill>
                  <a:srgbClr val="172859"/>
                </a:solidFill>
                <a:latin typeface="+mj-lt"/>
                <a:cs typeface="Arial" panose="020B0604020202020204" pitchFamily="34" charset="0"/>
              </a:rPr>
              <a:t>5 modules you will study in </a:t>
            </a:r>
            <a:r>
              <a:rPr lang="en-US" b="1" noProof="0">
                <a:solidFill>
                  <a:schemeClr val="accent4"/>
                </a:solidFill>
                <a:latin typeface="+mj-lt"/>
                <a:cs typeface="Arial" panose="020B0604020202020204" pitchFamily="34" charset="0"/>
              </a:rPr>
              <a:t>Measure</a:t>
            </a:r>
            <a:r>
              <a:rPr lang="en-US" noProof="0">
                <a:latin typeface="+mj-lt"/>
                <a:cs typeface="Arial" panose="020B0604020202020204" pitchFamily="34" charset="0"/>
              </a:rPr>
              <a:t>:</a:t>
            </a:r>
          </a:p>
        </p:txBody>
      </p:sp>
      <p:grpSp>
        <p:nvGrpSpPr>
          <p:cNvPr id="2" name="Group 1">
            <a:extLst>
              <a:ext uri="{FF2B5EF4-FFF2-40B4-BE49-F238E27FC236}">
                <a16:creationId xmlns:a16="http://schemas.microsoft.com/office/drawing/2014/main" id="{B49DF827-C956-4427-ADBC-30364D40F589}"/>
              </a:ext>
            </a:extLst>
          </p:cNvPr>
          <p:cNvGrpSpPr/>
          <p:nvPr/>
        </p:nvGrpSpPr>
        <p:grpSpPr>
          <a:xfrm>
            <a:off x="533400" y="2251848"/>
            <a:ext cx="3976114" cy="3696173"/>
            <a:chOff x="414731" y="2246942"/>
            <a:chExt cx="5491616" cy="4123418"/>
          </a:xfrm>
          <a:solidFill>
            <a:schemeClr val="accent4"/>
          </a:solidFill>
        </p:grpSpPr>
        <p:sp>
          <p:nvSpPr>
            <p:cNvPr id="11" name="Rectangle: Rounded Corners 10">
              <a:extLst>
                <a:ext uri="{FF2B5EF4-FFF2-40B4-BE49-F238E27FC236}">
                  <a16:creationId xmlns:a16="http://schemas.microsoft.com/office/drawing/2014/main" id="{58AC4F61-03E5-43E5-8DF4-E663A4539C56}"/>
                </a:ext>
              </a:extLst>
            </p:cNvPr>
            <p:cNvSpPr/>
            <p:nvPr/>
          </p:nvSpPr>
          <p:spPr>
            <a:xfrm>
              <a:off x="429548" y="2246942"/>
              <a:ext cx="5447167" cy="691633"/>
            </a:xfrm>
            <a:prstGeom prst="roundRect">
              <a:avLst/>
            </a:prstGeom>
            <a:grpFill/>
            <a:ln w="571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noProof="0">
                  <a:solidFill>
                    <a:schemeClr val="bg1"/>
                  </a:solidFill>
                  <a:latin typeface="+mj-lt"/>
                  <a:cs typeface="Arial" panose="020B0604020202020204" pitchFamily="34" charset="0"/>
                </a:rPr>
                <a:t>LSS10</a:t>
              </a:r>
              <a:r>
                <a:rPr lang="en-US" b="1" noProof="0">
                  <a:solidFill>
                    <a:schemeClr val="bg1"/>
                  </a:solidFill>
                  <a:latin typeface="+mj-lt"/>
                  <a:cs typeface="Arial" panose="020B0604020202020204" pitchFamily="34" charset="0"/>
                </a:rPr>
                <a:t>	Data</a:t>
              </a:r>
            </a:p>
          </p:txBody>
        </p:sp>
        <p:sp>
          <p:nvSpPr>
            <p:cNvPr id="12" name="Rectangle: Rounded Corners 11">
              <a:extLst>
                <a:ext uri="{FF2B5EF4-FFF2-40B4-BE49-F238E27FC236}">
                  <a16:creationId xmlns:a16="http://schemas.microsoft.com/office/drawing/2014/main" id="{F22C3B31-FD7C-4611-82B7-9B342AAD1CE8}"/>
                </a:ext>
              </a:extLst>
            </p:cNvPr>
            <p:cNvSpPr/>
            <p:nvPr/>
          </p:nvSpPr>
          <p:spPr>
            <a:xfrm>
              <a:off x="414732" y="3088982"/>
              <a:ext cx="5461983" cy="691633"/>
            </a:xfrm>
            <a:prstGeom prst="roundRect">
              <a:avLst/>
            </a:prstGeom>
            <a:solidFill>
              <a:schemeClr val="accent4">
                <a:lumMod val="60000"/>
                <a:lumOff val="40000"/>
              </a:schemeClr>
            </a:solidFill>
            <a:ln w="571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noProof="0">
                  <a:solidFill>
                    <a:srgbClr val="002060"/>
                  </a:solidFill>
                  <a:latin typeface="+mj-lt"/>
                  <a:cs typeface="Arial" panose="020B0604020202020204" pitchFamily="34" charset="0"/>
                </a:rPr>
                <a:t>LSS11</a:t>
              </a:r>
              <a:r>
                <a:rPr lang="en-US" b="1" noProof="0">
                  <a:solidFill>
                    <a:srgbClr val="002060"/>
                  </a:solidFill>
                  <a:latin typeface="+mj-lt"/>
                  <a:cs typeface="Arial" panose="020B0604020202020204" pitchFamily="34" charset="0"/>
                </a:rPr>
                <a:t>	Data Measurement &amp;  	Operational Definitions</a:t>
              </a:r>
            </a:p>
          </p:txBody>
        </p:sp>
        <p:sp>
          <p:nvSpPr>
            <p:cNvPr id="13" name="Rectangle: Rounded Corners 12">
              <a:extLst>
                <a:ext uri="{FF2B5EF4-FFF2-40B4-BE49-F238E27FC236}">
                  <a16:creationId xmlns:a16="http://schemas.microsoft.com/office/drawing/2014/main" id="{B23327B7-7889-4A50-A8DC-313F87F32979}"/>
                </a:ext>
              </a:extLst>
            </p:cNvPr>
            <p:cNvSpPr/>
            <p:nvPr/>
          </p:nvSpPr>
          <p:spPr>
            <a:xfrm>
              <a:off x="414731" y="3964729"/>
              <a:ext cx="5461983" cy="691633"/>
            </a:xfrm>
            <a:prstGeom prst="roundRect">
              <a:avLst/>
            </a:prstGeom>
            <a:grpFill/>
            <a:ln w="571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noProof="0">
                  <a:solidFill>
                    <a:schemeClr val="bg1"/>
                  </a:solidFill>
                  <a:latin typeface="+mj-lt"/>
                  <a:cs typeface="Arial" panose="020B0604020202020204" pitchFamily="34" charset="0"/>
                </a:rPr>
                <a:t>LSS12</a:t>
              </a:r>
              <a:r>
                <a:rPr lang="en-US" b="1" noProof="0">
                  <a:solidFill>
                    <a:schemeClr val="bg1"/>
                  </a:solidFill>
                  <a:latin typeface="+mj-lt"/>
                  <a:cs typeface="Arial" panose="020B0604020202020204" pitchFamily="34" charset="0"/>
                </a:rPr>
                <a:t> 	Data Verification</a:t>
              </a:r>
            </a:p>
          </p:txBody>
        </p:sp>
        <p:sp>
          <p:nvSpPr>
            <p:cNvPr id="14" name="Rectangle: Rounded Corners 13">
              <a:extLst>
                <a:ext uri="{FF2B5EF4-FFF2-40B4-BE49-F238E27FC236}">
                  <a16:creationId xmlns:a16="http://schemas.microsoft.com/office/drawing/2014/main" id="{495A1D16-887D-4C80-8022-24A5FE2E95A3}"/>
                </a:ext>
              </a:extLst>
            </p:cNvPr>
            <p:cNvSpPr/>
            <p:nvPr/>
          </p:nvSpPr>
          <p:spPr>
            <a:xfrm>
              <a:off x="414731" y="4840476"/>
              <a:ext cx="5476799" cy="691633"/>
            </a:xfrm>
            <a:prstGeom prst="roundRect">
              <a:avLst/>
            </a:prstGeom>
            <a:grpFill/>
            <a:ln w="571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noProof="0">
                  <a:solidFill>
                    <a:schemeClr val="bg1"/>
                  </a:solidFill>
                  <a:latin typeface="+mj-lt"/>
                  <a:cs typeface="Arial" panose="020B0604020202020204" pitchFamily="34" charset="0"/>
                </a:rPr>
                <a:t>LSS13</a:t>
              </a:r>
              <a:r>
                <a:rPr lang="en-US" b="1" noProof="0">
                  <a:solidFill>
                    <a:schemeClr val="bg1"/>
                  </a:solidFill>
                  <a:latin typeface="+mj-lt"/>
                  <a:cs typeface="Arial" panose="020B0604020202020204" pitchFamily="34" charset="0"/>
                </a:rPr>
                <a:t>	Basic Statistics</a:t>
              </a:r>
            </a:p>
          </p:txBody>
        </p:sp>
        <p:sp>
          <p:nvSpPr>
            <p:cNvPr id="15" name="Rectangle: Rounded Corners 14">
              <a:extLst>
                <a:ext uri="{FF2B5EF4-FFF2-40B4-BE49-F238E27FC236}">
                  <a16:creationId xmlns:a16="http://schemas.microsoft.com/office/drawing/2014/main" id="{F5F5BFDC-018A-4AC7-8AC8-5D79C0FF25D1}"/>
                </a:ext>
              </a:extLst>
            </p:cNvPr>
            <p:cNvSpPr/>
            <p:nvPr/>
          </p:nvSpPr>
          <p:spPr>
            <a:xfrm>
              <a:off x="429548" y="5678727"/>
              <a:ext cx="5476799" cy="691633"/>
            </a:xfrm>
            <a:prstGeom prst="roundRect">
              <a:avLst/>
            </a:prstGeom>
            <a:grpFill/>
            <a:ln w="571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noProof="0">
                  <a:solidFill>
                    <a:schemeClr val="bg1"/>
                  </a:solidFill>
                  <a:latin typeface="+mj-lt"/>
                  <a:cs typeface="Arial" panose="020B0604020202020204" pitchFamily="34" charset="0"/>
                </a:rPr>
                <a:t>LSS14</a:t>
              </a:r>
              <a:r>
                <a:rPr lang="en-US" b="1" noProof="0">
                  <a:solidFill>
                    <a:schemeClr val="bg1"/>
                  </a:solidFill>
                  <a:latin typeface="+mj-lt"/>
                  <a:cs typeface="Arial" panose="020B0604020202020204" pitchFamily="34" charset="0"/>
                </a:rPr>
                <a:t>	Summarizing Data</a:t>
              </a:r>
            </a:p>
          </p:txBody>
        </p:sp>
      </p:grpSp>
      <p:graphicFrame>
        <p:nvGraphicFramePr>
          <p:cNvPr id="17" name="Diagram 16">
            <a:extLst>
              <a:ext uri="{FF2B5EF4-FFF2-40B4-BE49-F238E27FC236}">
                <a16:creationId xmlns:a16="http://schemas.microsoft.com/office/drawing/2014/main" id="{9D5558A3-D634-4D96-8E8E-5EA065CD4EA2}"/>
              </a:ext>
            </a:extLst>
          </p:cNvPr>
          <p:cNvGraphicFramePr/>
          <p:nvPr>
            <p:extLst>
              <p:ext uri="{D42A27DB-BD31-4B8C-83A1-F6EECF244321}">
                <p14:modId xmlns:p14="http://schemas.microsoft.com/office/powerpoint/2010/main" val="2891914770"/>
              </p:ext>
            </p:extLst>
          </p:nvPr>
        </p:nvGraphicFramePr>
        <p:xfrm>
          <a:off x="4953000" y="1913826"/>
          <a:ext cx="5638800" cy="45234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42775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399E5A6-4282-FA4F-84F9-2738F188A9A1}"/>
              </a:ext>
            </a:extLst>
          </p:cNvPr>
          <p:cNvSpPr>
            <a:spLocks noGrp="1"/>
          </p:cNvSpPr>
          <p:nvPr>
            <p:ph type="body" sz="quarter" idx="10"/>
          </p:nvPr>
        </p:nvSpPr>
        <p:spPr>
          <a:xfrm>
            <a:off x="487868" y="457200"/>
            <a:ext cx="5562600" cy="492443"/>
          </a:xfrm>
        </p:spPr>
        <p:txBody>
          <a:bodyPr/>
          <a:lstStyle/>
          <a:p>
            <a:r>
              <a:rPr lang="en-US" sz="3200" noProof="0">
                <a:solidFill>
                  <a:srgbClr val="FFC000"/>
                </a:solidFill>
                <a:latin typeface="+mj-lt"/>
              </a:rPr>
              <a:t>Module Learning Outcomes</a:t>
            </a:r>
          </a:p>
        </p:txBody>
      </p:sp>
      <p:pic>
        <p:nvPicPr>
          <p:cNvPr id="10" name="Picture 9" descr="Person working with laptop and notepad">
            <a:extLst>
              <a:ext uri="{FF2B5EF4-FFF2-40B4-BE49-F238E27FC236}">
                <a16:creationId xmlns:a16="http://schemas.microsoft.com/office/drawing/2014/main" id="{B10F143C-6FB9-432F-A6D2-05F04FC0F3A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2376" b="13354"/>
          <a:stretch/>
        </p:blipFill>
        <p:spPr>
          <a:xfrm>
            <a:off x="7179726" y="2234537"/>
            <a:ext cx="5012274" cy="2819400"/>
          </a:xfrm>
          <a:prstGeom prst="rect">
            <a:avLst/>
          </a:prstGeom>
        </p:spPr>
      </p:pic>
      <p:graphicFrame>
        <p:nvGraphicFramePr>
          <p:cNvPr id="12" name="Table 12">
            <a:extLst>
              <a:ext uri="{FF2B5EF4-FFF2-40B4-BE49-F238E27FC236}">
                <a16:creationId xmlns:a16="http://schemas.microsoft.com/office/drawing/2014/main" id="{EF9E26F7-5659-4DE6-8C31-180EC39A74F4}"/>
              </a:ext>
            </a:extLst>
          </p:cNvPr>
          <p:cNvGraphicFramePr>
            <a:graphicFrameLocks noGrp="1"/>
          </p:cNvGraphicFramePr>
          <p:nvPr>
            <p:extLst>
              <p:ext uri="{D42A27DB-BD31-4B8C-83A1-F6EECF244321}">
                <p14:modId xmlns:p14="http://schemas.microsoft.com/office/powerpoint/2010/main" val="1525078487"/>
              </p:ext>
            </p:extLst>
          </p:nvPr>
        </p:nvGraphicFramePr>
        <p:xfrm>
          <a:off x="487868" y="2165197"/>
          <a:ext cx="6095812" cy="2958080"/>
        </p:xfrm>
        <a:graphic>
          <a:graphicData uri="http://schemas.openxmlformats.org/drawingml/2006/table">
            <a:tbl>
              <a:tblPr firstRow="1" bandRow="1">
                <a:tableStyleId>{5C22544A-7EE6-4342-B048-85BDC9FD1C3A}</a:tableStyleId>
              </a:tblPr>
              <a:tblGrid>
                <a:gridCol w="6095812">
                  <a:extLst>
                    <a:ext uri="{9D8B030D-6E8A-4147-A177-3AD203B41FA5}">
                      <a16:colId xmlns:a16="http://schemas.microsoft.com/office/drawing/2014/main" val="3720059813"/>
                    </a:ext>
                  </a:extLst>
                </a:gridCol>
              </a:tblGrid>
              <a:tr h="421718">
                <a:tc>
                  <a:txBody>
                    <a:bodyPr/>
                    <a:lstStyle/>
                    <a:p>
                      <a:r>
                        <a:rPr lang="en-US" noProof="0">
                          <a:solidFill>
                            <a:schemeClr val="bg1">
                              <a:lumMod val="95000"/>
                            </a:schemeClr>
                          </a:solidFill>
                          <a:latin typeface="+mn-lt"/>
                          <a:cs typeface="Arial" panose="020B0604020202020204" pitchFamily="34" charset="0"/>
                        </a:rPr>
                        <a:t>Data Measurement &amp; Operational Definitions– LSS 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152283500"/>
                  </a:ext>
                </a:extLst>
              </a:tr>
              <a:tr h="2536362">
                <a:tc>
                  <a:txBody>
                    <a:bodyPr/>
                    <a:lstStyle/>
                    <a:p>
                      <a:pPr marL="0" marR="0" lvl="0" indent="0" algn="l" defTabSz="914400" rtl="0" eaLnBrk="1" fontAlgn="auto" latinLnBrk="0" hangingPunct="1">
                        <a:lnSpc>
                          <a:spcPct val="120000"/>
                        </a:lnSpc>
                        <a:spcBef>
                          <a:spcPts val="0"/>
                        </a:spcBef>
                        <a:spcAft>
                          <a:spcPts val="0"/>
                        </a:spcAft>
                        <a:buClrTx/>
                        <a:buSzTx/>
                        <a:buFont typeface="Wingdings" panose="05000000000000000000" pitchFamily="2" charset="2"/>
                        <a:buNone/>
                        <a:tabLst/>
                        <a:defRPr/>
                      </a:pPr>
                      <a:endParaRPr lang="en-US" sz="1600" b="0" noProof="0">
                        <a:solidFill>
                          <a:srgbClr val="002060"/>
                        </a:solidFill>
                        <a:effectLst/>
                        <a:latin typeface="+mn-lt"/>
                        <a:cs typeface="Arial" panose="020B0604020202020204" pitchFamily="34" charset="0"/>
                      </a:endParaRPr>
                    </a:p>
                    <a:p>
                      <a:pPr marL="0" marR="0" lvl="0" indent="0" algn="l" defTabSz="914400" rtl="0" eaLnBrk="1" fontAlgn="auto" latinLnBrk="0" hangingPunct="1">
                        <a:lnSpc>
                          <a:spcPct val="120000"/>
                        </a:lnSpc>
                        <a:spcBef>
                          <a:spcPts val="0"/>
                        </a:spcBef>
                        <a:spcAft>
                          <a:spcPts val="0"/>
                        </a:spcAft>
                        <a:buClrTx/>
                        <a:buSzTx/>
                        <a:buFont typeface="Wingdings" panose="05000000000000000000" pitchFamily="2" charset="2"/>
                        <a:buNone/>
                        <a:tabLst/>
                        <a:defRPr/>
                      </a:pPr>
                      <a:r>
                        <a:rPr lang="en-US" sz="1600" b="0" noProof="0">
                          <a:solidFill>
                            <a:srgbClr val="002060"/>
                          </a:solidFill>
                          <a:effectLst/>
                          <a:latin typeface="+mn-lt"/>
                          <a:cs typeface="Arial" panose="020B0604020202020204" pitchFamily="34" charset="0"/>
                        </a:rPr>
                        <a:t>By the end of this module, you will:</a:t>
                      </a:r>
                    </a:p>
                    <a:p>
                      <a:pPr marL="0" lvl="0" indent="0" algn="l">
                        <a:lnSpc>
                          <a:spcPct val="120000"/>
                        </a:lnSpc>
                        <a:buFont typeface="Wingdings" panose="05000000000000000000" pitchFamily="2" charset="2"/>
                        <a:buNone/>
                      </a:pPr>
                      <a:endParaRPr lang="en-US" sz="1600" b="0" noProof="0">
                        <a:solidFill>
                          <a:srgbClr val="808080"/>
                        </a:solidFill>
                        <a:effectLst/>
                        <a:latin typeface="+mn-lt"/>
                        <a:cs typeface="Arial" panose="020B0604020202020204" pitchFamily="34" charset="0"/>
                      </a:endParaRPr>
                    </a:p>
                    <a:p>
                      <a:pPr marL="342900" lvl="0" indent="-342900" algn="l">
                        <a:lnSpc>
                          <a:spcPct val="100000"/>
                        </a:lnSpc>
                        <a:buFont typeface="Wingdings" panose="05000000000000000000" pitchFamily="2" charset="2"/>
                        <a:buChar char="q"/>
                      </a:pPr>
                      <a:r>
                        <a:rPr lang="en-US" sz="1600" b="0" noProof="0">
                          <a:solidFill>
                            <a:srgbClr val="172859"/>
                          </a:solidFill>
                          <a:effectLst/>
                          <a:latin typeface="+mn-lt"/>
                          <a:cs typeface="Arial" panose="020B0604020202020204" pitchFamily="34" charset="0"/>
                        </a:rPr>
                        <a:t>Learn data definitions.</a:t>
                      </a:r>
                    </a:p>
                    <a:p>
                      <a:pPr marL="342900" lvl="0" indent="-342900" algn="l">
                        <a:lnSpc>
                          <a:spcPct val="100000"/>
                        </a:lnSpc>
                        <a:buFont typeface="Wingdings" panose="05000000000000000000" pitchFamily="2" charset="2"/>
                        <a:buChar char="q"/>
                      </a:pPr>
                      <a:r>
                        <a:rPr lang="en-US" sz="1600" b="0" noProof="0">
                          <a:solidFill>
                            <a:srgbClr val="172859"/>
                          </a:solidFill>
                          <a:effectLst/>
                          <a:latin typeface="+mn-lt"/>
                          <a:cs typeface="Arial" panose="020B0604020202020204" pitchFamily="34" charset="0"/>
                        </a:rPr>
                        <a:t>Understand the Measure Process.</a:t>
                      </a:r>
                    </a:p>
                    <a:p>
                      <a:pPr marL="342900" lvl="0" indent="-342900" algn="l">
                        <a:lnSpc>
                          <a:spcPct val="100000"/>
                        </a:lnSpc>
                        <a:buFont typeface="Wingdings" panose="05000000000000000000" pitchFamily="2" charset="2"/>
                        <a:buChar char="q"/>
                      </a:pPr>
                      <a:r>
                        <a:rPr lang="en-US" sz="1600" b="0" noProof="0">
                          <a:solidFill>
                            <a:srgbClr val="172859"/>
                          </a:solidFill>
                          <a:effectLst/>
                          <a:latin typeface="+mn-lt"/>
                          <a:cs typeface="Arial" panose="020B0604020202020204" pitchFamily="34" charset="0"/>
                        </a:rPr>
                        <a:t>Learn how to select what to measure.</a:t>
                      </a:r>
                    </a:p>
                    <a:p>
                      <a:pPr marL="342900" lvl="0" indent="-342900" algn="l">
                        <a:lnSpc>
                          <a:spcPct val="100000"/>
                        </a:lnSpc>
                        <a:buFont typeface="Wingdings" panose="05000000000000000000" pitchFamily="2" charset="2"/>
                        <a:buChar char="q"/>
                      </a:pPr>
                      <a:r>
                        <a:rPr lang="en-US" sz="1600" b="0" noProof="0">
                          <a:solidFill>
                            <a:srgbClr val="172859"/>
                          </a:solidFill>
                          <a:effectLst/>
                          <a:latin typeface="+mn-lt"/>
                          <a:cs typeface="Arial" panose="020B0604020202020204" pitchFamily="34" charset="0"/>
                        </a:rPr>
                        <a:t>Understand the data types.</a:t>
                      </a:r>
                    </a:p>
                    <a:p>
                      <a:pPr marL="342900" lvl="0" indent="-342900" algn="l">
                        <a:lnSpc>
                          <a:spcPct val="100000"/>
                        </a:lnSpc>
                        <a:buFont typeface="Wingdings" panose="05000000000000000000" pitchFamily="2" charset="2"/>
                        <a:buChar char="q"/>
                      </a:pPr>
                      <a:r>
                        <a:rPr lang="en-US" sz="1600" b="0" noProof="0">
                          <a:solidFill>
                            <a:srgbClr val="172859"/>
                          </a:solidFill>
                          <a:effectLst/>
                          <a:latin typeface="+mn-lt"/>
                          <a:cs typeface="Arial" panose="020B0604020202020204" pitchFamily="34" charset="0"/>
                        </a:rPr>
                        <a:t>Learn how to collect data.</a:t>
                      </a:r>
                    </a:p>
                    <a:p>
                      <a:pPr marL="457200" lvl="1" indent="0" algn="r">
                        <a:lnSpc>
                          <a:spcPct val="120000"/>
                        </a:lnSpc>
                        <a:buFont typeface="Wingdings" panose="05000000000000000000" pitchFamily="2" charset="2"/>
                        <a:buNone/>
                      </a:pPr>
                      <a:endParaRPr lang="en-US" sz="1600" b="0" noProof="0">
                        <a:solidFill>
                          <a:srgbClr val="24408D"/>
                        </a:solidFill>
                        <a:effectLst/>
                        <a:latin typeface="+mn-lt"/>
                        <a:cs typeface="Arial" panose="020B060402020202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8752962"/>
                  </a:ext>
                </a:extLst>
              </a:tr>
            </a:tbl>
          </a:graphicData>
        </a:graphic>
      </p:graphicFrame>
    </p:spTree>
    <p:extLst>
      <p:ext uri="{BB962C8B-B14F-4D97-AF65-F5344CB8AC3E}">
        <p14:creationId xmlns:p14="http://schemas.microsoft.com/office/powerpoint/2010/main" val="542508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6DB2150-E563-8443-95B1-A182B0692A74}"/>
              </a:ext>
            </a:extLst>
          </p:cNvPr>
          <p:cNvSpPr>
            <a:spLocks noGrp="1"/>
          </p:cNvSpPr>
          <p:nvPr>
            <p:ph type="body" sz="quarter" idx="11"/>
          </p:nvPr>
        </p:nvSpPr>
        <p:spPr/>
        <p:txBody>
          <a:bodyPr/>
          <a:lstStyle/>
          <a:p>
            <a:r>
              <a:rPr lang="en-US" noProof="0">
                <a:latin typeface="+mj-lt"/>
              </a:rPr>
              <a:t>MEASURE LSS11</a:t>
            </a:r>
          </a:p>
        </p:txBody>
      </p:sp>
      <p:sp>
        <p:nvSpPr>
          <p:cNvPr id="7" name="Text Placeholder 6">
            <a:extLst>
              <a:ext uri="{FF2B5EF4-FFF2-40B4-BE49-F238E27FC236}">
                <a16:creationId xmlns:a16="http://schemas.microsoft.com/office/drawing/2014/main" id="{8D3A1520-3560-7247-8EF4-BDA54252B5C8}"/>
              </a:ext>
            </a:extLst>
          </p:cNvPr>
          <p:cNvSpPr>
            <a:spLocks noGrp="1"/>
          </p:cNvSpPr>
          <p:nvPr>
            <p:ph type="body" sz="quarter" idx="12"/>
          </p:nvPr>
        </p:nvSpPr>
        <p:spPr>
          <a:xfrm>
            <a:off x="530280" y="3505200"/>
            <a:ext cx="914400" cy="492443"/>
          </a:xfrm>
        </p:spPr>
        <p:txBody>
          <a:bodyPr/>
          <a:lstStyle/>
          <a:p>
            <a:r>
              <a:rPr lang="en-US" sz="3200" noProof="0">
                <a:latin typeface="+mj-lt"/>
              </a:rPr>
              <a:t>01</a:t>
            </a:r>
          </a:p>
        </p:txBody>
      </p:sp>
      <p:sp>
        <p:nvSpPr>
          <p:cNvPr id="8" name="Text Placeholder 10">
            <a:extLst>
              <a:ext uri="{FF2B5EF4-FFF2-40B4-BE49-F238E27FC236}">
                <a16:creationId xmlns:a16="http://schemas.microsoft.com/office/drawing/2014/main" id="{9DCFBE6E-9A5F-431B-9E19-E69BAF936E44}"/>
              </a:ext>
            </a:extLst>
          </p:cNvPr>
          <p:cNvSpPr txBox="1">
            <a:spLocks/>
          </p:cNvSpPr>
          <p:nvPr/>
        </p:nvSpPr>
        <p:spPr>
          <a:xfrm>
            <a:off x="530280" y="4323356"/>
            <a:ext cx="5805974" cy="1322892"/>
          </a:xfrm>
          <a:prstGeom prst="rect">
            <a:avLst/>
          </a:prstGeom>
        </p:spPr>
        <p:txBody>
          <a:bodyPr>
            <a:noAutofit/>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3600" b="0" noProof="0">
              <a:solidFill>
                <a:srgbClr val="FFFFFF"/>
              </a:solidFill>
              <a:latin typeface="+mj-lt"/>
              <a:cs typeface="Arial" panose="020B0604020202020204" pitchFamily="34" charset="0"/>
            </a:endParaRPr>
          </a:p>
        </p:txBody>
      </p:sp>
      <p:sp>
        <p:nvSpPr>
          <p:cNvPr id="5" name="Text Placeholder 10">
            <a:extLst>
              <a:ext uri="{FF2B5EF4-FFF2-40B4-BE49-F238E27FC236}">
                <a16:creationId xmlns:a16="http://schemas.microsoft.com/office/drawing/2014/main" id="{06BDA79A-96F0-4579-A78E-5F6D4CFFB894}"/>
              </a:ext>
            </a:extLst>
          </p:cNvPr>
          <p:cNvSpPr txBox="1">
            <a:spLocks/>
          </p:cNvSpPr>
          <p:nvPr/>
        </p:nvSpPr>
        <p:spPr>
          <a:xfrm>
            <a:off x="414669" y="4562087"/>
            <a:ext cx="3768174" cy="845429"/>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b="0" noProof="0">
                <a:solidFill>
                  <a:schemeClr val="accent5"/>
                </a:solidFill>
                <a:latin typeface="+mj-lt"/>
                <a:cs typeface="Arial" panose="020B0604020202020204" pitchFamily="34" charset="0"/>
              </a:rPr>
              <a:t>Data Definitions	</a:t>
            </a:r>
          </a:p>
        </p:txBody>
      </p:sp>
    </p:spTree>
    <p:extLst>
      <p:ext uri="{BB962C8B-B14F-4D97-AF65-F5344CB8AC3E}">
        <p14:creationId xmlns:p14="http://schemas.microsoft.com/office/powerpoint/2010/main" val="456560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ADC7FFFB-8941-4D84-824C-876C9D03429D}"/>
              </a:ext>
            </a:extLst>
          </p:cNvPr>
          <p:cNvSpPr txBox="1">
            <a:spLocks/>
          </p:cNvSpPr>
          <p:nvPr/>
        </p:nvSpPr>
        <p:spPr>
          <a:xfrm>
            <a:off x="710381" y="275771"/>
            <a:ext cx="10783118" cy="1085172"/>
          </a:xfrm>
          <a:prstGeom prst="rect">
            <a:avLst/>
          </a:prstGeom>
        </p:spPr>
        <p:txBody>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US" sz="3600" b="1">
                <a:solidFill>
                  <a:srgbClr val="FFC000"/>
                </a:solidFill>
                <a:latin typeface="Arial" panose="020B0604020202020204" pitchFamily="34" charset="0"/>
                <a:cs typeface="Arial" panose="020B0604020202020204" pitchFamily="34" charset="0"/>
              </a:rPr>
              <a:t>Why Do We Collect Data?</a:t>
            </a:r>
          </a:p>
        </p:txBody>
      </p:sp>
      <p:sp>
        <p:nvSpPr>
          <p:cNvPr id="3" name="TextBox 2">
            <a:extLst>
              <a:ext uri="{FF2B5EF4-FFF2-40B4-BE49-F238E27FC236}">
                <a16:creationId xmlns:a16="http://schemas.microsoft.com/office/drawing/2014/main" id="{F1D8A3FE-A49D-14E3-1DE3-A84203E6565D}"/>
              </a:ext>
            </a:extLst>
          </p:cNvPr>
          <p:cNvSpPr txBox="1"/>
          <p:nvPr/>
        </p:nvSpPr>
        <p:spPr>
          <a:xfrm>
            <a:off x="2296915" y="2644170"/>
            <a:ext cx="7598168" cy="1569660"/>
          </a:xfrm>
          <a:prstGeom prst="rect">
            <a:avLst/>
          </a:prstGeom>
          <a:noFill/>
        </p:spPr>
        <p:txBody>
          <a:bodyPr wrap="square" lIns="91440" tIns="45720" rIns="91440" bIns="45720" rtlCol="0" anchor="t">
            <a:spAutoFit/>
          </a:bodyPr>
          <a:lstStyle>
            <a:defPPr>
              <a:defRPr lang="en-US"/>
            </a:defPPr>
            <a:lvl1pPr algn="ctr">
              <a:defRPr sz="4800" b="1">
                <a:solidFill>
                  <a:schemeClr val="accent4"/>
                </a:solidFill>
                <a:latin typeface="Arial" panose="020B0604020202020204" pitchFamily="34" charset="0"/>
                <a:cs typeface="Arial" panose="020B0604020202020204" pitchFamily="34" charset="0"/>
              </a:defRPr>
            </a:lvl1pPr>
          </a:lstStyle>
          <a:p>
            <a:r>
              <a:rPr lang="en-US">
                <a:solidFill>
                  <a:schemeClr val="bg1"/>
                </a:solidFill>
                <a:latin typeface="+mn-lt"/>
              </a:rPr>
              <a:t>Q2. Why do we collect data for CI projects?</a:t>
            </a:r>
          </a:p>
        </p:txBody>
      </p:sp>
      <p:sp>
        <p:nvSpPr>
          <p:cNvPr id="4" name="TextBox 3">
            <a:extLst>
              <a:ext uri="{FF2B5EF4-FFF2-40B4-BE49-F238E27FC236}">
                <a16:creationId xmlns:a16="http://schemas.microsoft.com/office/drawing/2014/main" id="{84E2BBAC-B3E7-8B7F-4E2C-72B1014B1AF2}"/>
              </a:ext>
            </a:extLst>
          </p:cNvPr>
          <p:cNvSpPr txBox="1"/>
          <p:nvPr/>
        </p:nvSpPr>
        <p:spPr>
          <a:xfrm>
            <a:off x="3047999" y="2568059"/>
            <a:ext cx="6096000" cy="1323439"/>
          </a:xfrm>
          <a:prstGeom prst="rect">
            <a:avLst/>
          </a:prstGeom>
          <a:noFill/>
        </p:spPr>
        <p:txBody>
          <a:bodyPr wrap="square">
            <a:spAutoFit/>
          </a:bodyPr>
          <a:lstStyle/>
          <a:p>
            <a:pPr algn="ctr"/>
            <a:r>
              <a:rPr lang="en-US" sz="4000">
                <a:solidFill>
                  <a:srgbClr val="00B0F0"/>
                </a:solidFill>
              </a:rPr>
              <a:t>Why do we collect data for CI projects?</a:t>
            </a:r>
          </a:p>
        </p:txBody>
      </p:sp>
      <p:pic>
        <p:nvPicPr>
          <p:cNvPr id="8" name="Graphic 7" descr="Thought bubble outline">
            <a:extLst>
              <a:ext uri="{FF2B5EF4-FFF2-40B4-BE49-F238E27FC236}">
                <a16:creationId xmlns:a16="http://schemas.microsoft.com/office/drawing/2014/main" id="{B2F08463-B498-96DA-9E7A-36DA4AE56D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69368" y="1345199"/>
            <a:ext cx="2413031" cy="2369488"/>
          </a:xfrm>
          <a:prstGeom prst="rect">
            <a:avLst/>
          </a:prstGeom>
        </p:spPr>
      </p:pic>
      <p:pic>
        <p:nvPicPr>
          <p:cNvPr id="9" name="Graphic 8" descr="Thought bubble outline">
            <a:extLst>
              <a:ext uri="{FF2B5EF4-FFF2-40B4-BE49-F238E27FC236}">
                <a16:creationId xmlns:a16="http://schemas.microsoft.com/office/drawing/2014/main" id="{2204EE0D-3A6F-5B52-EB60-A7CD2F61DC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609598" y="1352455"/>
            <a:ext cx="2413031" cy="2369488"/>
          </a:xfrm>
          <a:prstGeom prst="rect">
            <a:avLst/>
          </a:prstGeom>
        </p:spPr>
      </p:pic>
    </p:spTree>
    <p:extLst>
      <p:ext uri="{BB962C8B-B14F-4D97-AF65-F5344CB8AC3E}">
        <p14:creationId xmlns:p14="http://schemas.microsoft.com/office/powerpoint/2010/main" val="70420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5C1609AC-FEE6-3050-BE0A-2B0270CFE9BB}"/>
              </a:ext>
            </a:extLst>
          </p:cNvPr>
          <p:cNvSpPr/>
          <p:nvPr/>
        </p:nvSpPr>
        <p:spPr>
          <a:xfrm>
            <a:off x="4466517" y="2355138"/>
            <a:ext cx="3312087" cy="3517762"/>
          </a:xfrm>
          <a:prstGeom prst="roundRect">
            <a:avLst>
              <a:gd name="adj" fmla="val 7596"/>
            </a:avLst>
          </a:prstGeom>
          <a:solidFill>
            <a:schemeClr val="bg1"/>
          </a:solidFill>
          <a:ln w="28575">
            <a:solidFill>
              <a:srgbClr val="00B05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noProof="0">
              <a:solidFill>
                <a:srgbClr val="172859"/>
              </a:solidFill>
              <a:latin typeface="+mj-lt"/>
              <a:cs typeface="Arial" panose="020B0604020202020204" pitchFamily="34" charset="0"/>
            </a:endParaRPr>
          </a:p>
          <a:p>
            <a:r>
              <a:rPr lang="en-US" noProof="0">
                <a:solidFill>
                  <a:srgbClr val="172859"/>
                </a:solidFill>
                <a:latin typeface="+mj-lt"/>
                <a:cs typeface="Arial" panose="020B0604020202020204" pitchFamily="34" charset="0"/>
              </a:rPr>
              <a:t>Helps you determine:</a:t>
            </a:r>
          </a:p>
          <a:p>
            <a:endParaRPr lang="en-US" b="0" noProof="0">
              <a:solidFill>
                <a:srgbClr val="172859"/>
              </a:solidFill>
              <a:latin typeface="+mj-lt"/>
              <a:cs typeface="Arial" panose="020B0604020202020204" pitchFamily="34" charset="0"/>
            </a:endParaRPr>
          </a:p>
          <a:p>
            <a:pPr marL="285750" indent="-285750">
              <a:buFont typeface="Arial" panose="020B0604020202020204" pitchFamily="34" charset="0"/>
              <a:buChar char="•"/>
            </a:pPr>
            <a:r>
              <a:rPr lang="en-US" noProof="0">
                <a:solidFill>
                  <a:srgbClr val="172859"/>
                </a:solidFill>
                <a:latin typeface="+mj-lt"/>
                <a:cs typeface="Arial" panose="020B0604020202020204" pitchFamily="34" charset="0"/>
              </a:rPr>
              <a:t>If an improvement has been made.</a:t>
            </a:r>
          </a:p>
          <a:p>
            <a:pPr marL="285750" indent="-285750">
              <a:buFont typeface="Arial" panose="020B0604020202020204" pitchFamily="34" charset="0"/>
              <a:buChar char="•"/>
            </a:pPr>
            <a:endParaRPr lang="en-US" b="0" noProof="0">
              <a:solidFill>
                <a:srgbClr val="172859"/>
              </a:solidFill>
              <a:latin typeface="+mj-lt"/>
              <a:cs typeface="Arial" panose="020B0604020202020204" pitchFamily="34" charset="0"/>
            </a:endParaRPr>
          </a:p>
          <a:p>
            <a:pPr marL="285750" indent="-285750">
              <a:buFont typeface="Arial" panose="020B0604020202020204" pitchFamily="34" charset="0"/>
              <a:buChar char="•"/>
            </a:pPr>
            <a:r>
              <a:rPr lang="en-US" noProof="0">
                <a:solidFill>
                  <a:srgbClr val="172859"/>
                </a:solidFill>
                <a:latin typeface="+mj-lt"/>
                <a:cs typeface="Arial" panose="020B0604020202020204" pitchFamily="34" charset="0"/>
              </a:rPr>
              <a:t>Whether to keep going with the project.</a:t>
            </a:r>
            <a:endParaRPr lang="en-US" b="0" noProof="0">
              <a:solidFill>
                <a:srgbClr val="172859"/>
              </a:solidFill>
              <a:latin typeface="+mj-lt"/>
              <a:cs typeface="Arial" panose="020B0604020202020204" pitchFamily="34" charset="0"/>
            </a:endParaRPr>
          </a:p>
          <a:p>
            <a:endParaRPr lang="en-US" b="0" noProof="0">
              <a:solidFill>
                <a:srgbClr val="172859"/>
              </a:solidFill>
              <a:latin typeface="+mj-lt"/>
              <a:cs typeface="Arial" panose="020B0604020202020204" pitchFamily="34" charset="0"/>
            </a:endParaRPr>
          </a:p>
        </p:txBody>
      </p:sp>
      <p:sp>
        <p:nvSpPr>
          <p:cNvPr id="6" name="Rectangle: Rounded Corners 5">
            <a:extLst>
              <a:ext uri="{FF2B5EF4-FFF2-40B4-BE49-F238E27FC236}">
                <a16:creationId xmlns:a16="http://schemas.microsoft.com/office/drawing/2014/main" id="{B223AE27-1849-2FAB-0454-081A1B5C2A67}"/>
              </a:ext>
            </a:extLst>
          </p:cNvPr>
          <p:cNvSpPr/>
          <p:nvPr/>
        </p:nvSpPr>
        <p:spPr>
          <a:xfrm>
            <a:off x="592912" y="2355138"/>
            <a:ext cx="3323064" cy="3517762"/>
          </a:xfrm>
          <a:prstGeom prst="roundRect">
            <a:avLst>
              <a:gd name="adj" fmla="val 10377"/>
            </a:avLst>
          </a:prstGeom>
          <a:solidFill>
            <a:schemeClr val="bg1"/>
          </a:solidFill>
          <a:ln w="28575">
            <a:solidFill>
              <a:srgbClr val="00B0F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noProof="0">
              <a:solidFill>
                <a:srgbClr val="172859"/>
              </a:solidFill>
              <a:latin typeface="+mj-lt"/>
              <a:cs typeface="Arial" panose="020B0604020202020204" pitchFamily="34" charset="0"/>
            </a:endParaRPr>
          </a:p>
          <a:p>
            <a:r>
              <a:rPr lang="en-US" noProof="0">
                <a:solidFill>
                  <a:srgbClr val="172859"/>
                </a:solidFill>
                <a:latin typeface="+mj-lt"/>
                <a:cs typeface="Arial" panose="020B0604020202020204" pitchFamily="34" charset="0"/>
              </a:rPr>
              <a:t>Helps you determine:</a:t>
            </a:r>
          </a:p>
          <a:p>
            <a:endParaRPr lang="en-US" b="0" noProof="0">
              <a:solidFill>
                <a:srgbClr val="172859"/>
              </a:solidFill>
              <a:latin typeface="+mj-lt"/>
              <a:cs typeface="Arial" panose="020B0604020202020204" pitchFamily="34" charset="0"/>
            </a:endParaRPr>
          </a:p>
          <a:p>
            <a:pPr marL="285750" indent="-285750">
              <a:buFont typeface="Arial" panose="020B0604020202020204" pitchFamily="34" charset="0"/>
              <a:buChar char="•"/>
            </a:pPr>
            <a:r>
              <a:rPr lang="en-US" b="0" noProof="0">
                <a:solidFill>
                  <a:srgbClr val="172859"/>
                </a:solidFill>
                <a:latin typeface="+mj-lt"/>
                <a:cs typeface="Arial" panose="020B0604020202020204" pitchFamily="34" charset="0"/>
              </a:rPr>
              <a:t>The extent of the problem.</a:t>
            </a:r>
          </a:p>
          <a:p>
            <a:pPr marL="285750" indent="-285750">
              <a:buFont typeface="Arial" panose="020B0604020202020204" pitchFamily="34" charset="0"/>
              <a:buChar char="•"/>
            </a:pPr>
            <a:endParaRPr lang="en-US" b="0" noProof="0">
              <a:solidFill>
                <a:srgbClr val="172859"/>
              </a:solidFill>
              <a:latin typeface="+mj-lt"/>
              <a:cs typeface="Arial" panose="020B0604020202020204" pitchFamily="34" charset="0"/>
            </a:endParaRPr>
          </a:p>
          <a:p>
            <a:pPr marL="285750" indent="-285750">
              <a:buFont typeface="Arial" panose="020B0604020202020204" pitchFamily="34" charset="0"/>
              <a:buChar char="•"/>
            </a:pPr>
            <a:r>
              <a:rPr lang="en-US" b="0" noProof="0">
                <a:solidFill>
                  <a:srgbClr val="172859"/>
                </a:solidFill>
                <a:latin typeface="+mj-lt"/>
                <a:cs typeface="Arial" panose="020B0604020202020204" pitchFamily="34" charset="0"/>
              </a:rPr>
              <a:t>Whether a CI improvement project is needed.</a:t>
            </a:r>
          </a:p>
          <a:p>
            <a:endParaRPr lang="en-US" b="0" noProof="0">
              <a:solidFill>
                <a:srgbClr val="172859"/>
              </a:solidFill>
              <a:latin typeface="+mj-lt"/>
              <a:cs typeface="Arial" panose="020B0604020202020204" pitchFamily="34" charset="0"/>
            </a:endParaRPr>
          </a:p>
          <a:p>
            <a:pPr marL="285750" indent="-285750">
              <a:buFont typeface="Arial" panose="020B0604020202020204" pitchFamily="34" charset="0"/>
              <a:buChar char="•"/>
            </a:pPr>
            <a:r>
              <a:rPr lang="en-US">
                <a:solidFill>
                  <a:srgbClr val="172859"/>
                </a:solidFill>
                <a:latin typeface="+mj-lt"/>
                <a:cs typeface="Arial" panose="020B0604020202020204" pitchFamily="34" charset="0"/>
              </a:rPr>
              <a:t>The </a:t>
            </a:r>
            <a:r>
              <a:rPr lang="en-US" b="0" noProof="0">
                <a:solidFill>
                  <a:srgbClr val="172859"/>
                </a:solidFill>
                <a:latin typeface="+mj-lt"/>
                <a:cs typeface="Arial" panose="020B0604020202020204" pitchFamily="34" charset="0"/>
              </a:rPr>
              <a:t>level of urgency.</a:t>
            </a:r>
          </a:p>
        </p:txBody>
      </p:sp>
      <p:sp>
        <p:nvSpPr>
          <p:cNvPr id="7" name="Title 2">
            <a:extLst>
              <a:ext uri="{FF2B5EF4-FFF2-40B4-BE49-F238E27FC236}">
                <a16:creationId xmlns:a16="http://schemas.microsoft.com/office/drawing/2014/main" id="{ADC7FFFB-8941-4D84-824C-876C9D03429D}"/>
              </a:ext>
            </a:extLst>
          </p:cNvPr>
          <p:cNvSpPr txBox="1">
            <a:spLocks/>
          </p:cNvSpPr>
          <p:nvPr/>
        </p:nvSpPr>
        <p:spPr>
          <a:xfrm>
            <a:off x="710381" y="275771"/>
            <a:ext cx="10783118" cy="1085172"/>
          </a:xfrm>
          <a:prstGeom prst="rect">
            <a:avLst/>
          </a:prstGeom>
        </p:spPr>
        <p:txBody>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US" sz="3600" b="1" noProof="0">
                <a:solidFill>
                  <a:srgbClr val="FFC000"/>
                </a:solidFill>
                <a:cs typeface="Arial" panose="020B0604020202020204" pitchFamily="34" charset="0"/>
              </a:rPr>
              <a:t>Why and when to collect</a:t>
            </a:r>
          </a:p>
        </p:txBody>
      </p:sp>
      <p:sp>
        <p:nvSpPr>
          <p:cNvPr id="2" name="Rectangle: Rounded Corners 1">
            <a:extLst>
              <a:ext uri="{FF2B5EF4-FFF2-40B4-BE49-F238E27FC236}">
                <a16:creationId xmlns:a16="http://schemas.microsoft.com/office/drawing/2014/main" id="{BB135F49-A5B6-8BBE-3112-837AFA50F9DC}"/>
              </a:ext>
            </a:extLst>
          </p:cNvPr>
          <p:cNvSpPr/>
          <p:nvPr/>
        </p:nvSpPr>
        <p:spPr>
          <a:xfrm>
            <a:off x="581937" y="1785142"/>
            <a:ext cx="3323064" cy="875371"/>
          </a:xfrm>
          <a:prstGeom prst="roundRect">
            <a:avLst/>
          </a:prstGeom>
          <a:solidFill>
            <a:srgbClr val="00B0F0"/>
          </a:solidFill>
          <a:ln w="57150">
            <a:solidFill>
              <a:schemeClr val="accent4"/>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noProof="0">
                <a:latin typeface="+mj-lt"/>
                <a:cs typeface="Arial" panose="020B0604020202020204" pitchFamily="34" charset="0"/>
              </a:rPr>
              <a:t>Before</a:t>
            </a:r>
          </a:p>
        </p:txBody>
      </p:sp>
      <p:sp>
        <p:nvSpPr>
          <p:cNvPr id="4" name="Rectangle: Rounded Corners 3">
            <a:extLst>
              <a:ext uri="{FF2B5EF4-FFF2-40B4-BE49-F238E27FC236}">
                <a16:creationId xmlns:a16="http://schemas.microsoft.com/office/drawing/2014/main" id="{B155BB57-082F-DB31-A4E0-12D078C3391E}"/>
              </a:ext>
            </a:extLst>
          </p:cNvPr>
          <p:cNvSpPr/>
          <p:nvPr/>
        </p:nvSpPr>
        <p:spPr>
          <a:xfrm>
            <a:off x="4455542" y="1786580"/>
            <a:ext cx="3323063" cy="875370"/>
          </a:xfrm>
          <a:prstGeom prst="roundRect">
            <a:avLst/>
          </a:prstGeom>
          <a:solidFill>
            <a:srgbClr val="00AF74"/>
          </a:solidFill>
          <a:ln w="57150">
            <a:solidFill>
              <a:schemeClr val="accent3"/>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latin typeface="+mj-lt"/>
                <a:cs typeface="Arial" panose="020B0604020202020204" pitchFamily="34" charset="0"/>
              </a:rPr>
              <a:t>During</a:t>
            </a:r>
          </a:p>
        </p:txBody>
      </p:sp>
      <p:sp>
        <p:nvSpPr>
          <p:cNvPr id="9" name="Rectangle: Rounded Corners 8">
            <a:extLst>
              <a:ext uri="{FF2B5EF4-FFF2-40B4-BE49-F238E27FC236}">
                <a16:creationId xmlns:a16="http://schemas.microsoft.com/office/drawing/2014/main" id="{38B0EDC7-70BE-B3D8-61A0-A493E2624165}"/>
              </a:ext>
            </a:extLst>
          </p:cNvPr>
          <p:cNvSpPr/>
          <p:nvPr/>
        </p:nvSpPr>
        <p:spPr>
          <a:xfrm>
            <a:off x="8329145" y="2355138"/>
            <a:ext cx="3127329" cy="3517762"/>
          </a:xfrm>
          <a:prstGeom prst="roundRect">
            <a:avLst>
              <a:gd name="adj" fmla="val 8412"/>
            </a:avLst>
          </a:prstGeom>
          <a:solidFill>
            <a:schemeClr val="bg1"/>
          </a:solidFill>
          <a:ln w="28575">
            <a:solidFill>
              <a:srgbClr val="7030A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noProof="0">
              <a:solidFill>
                <a:srgbClr val="172859"/>
              </a:solidFill>
              <a:latin typeface="+mj-lt"/>
              <a:cs typeface="Arial" panose="020B0604020202020204" pitchFamily="34" charset="0"/>
            </a:endParaRPr>
          </a:p>
          <a:p>
            <a:r>
              <a:rPr lang="en-US" noProof="0">
                <a:solidFill>
                  <a:srgbClr val="172859"/>
                </a:solidFill>
                <a:latin typeface="+mj-lt"/>
                <a:cs typeface="Arial" panose="020B0604020202020204" pitchFamily="34" charset="0"/>
              </a:rPr>
              <a:t>Helps you measure:</a:t>
            </a:r>
          </a:p>
          <a:p>
            <a:endParaRPr lang="en-US" b="0" noProof="0">
              <a:solidFill>
                <a:srgbClr val="172859"/>
              </a:solidFill>
              <a:latin typeface="+mj-lt"/>
              <a:cs typeface="Arial" panose="020B0604020202020204" pitchFamily="34" charset="0"/>
            </a:endParaRPr>
          </a:p>
          <a:p>
            <a:pPr marL="285750" indent="-285750">
              <a:buFont typeface="Arial" panose="020B0604020202020204" pitchFamily="34" charset="0"/>
              <a:buChar char="•"/>
            </a:pPr>
            <a:r>
              <a:rPr lang="en-US" b="0" noProof="0">
                <a:solidFill>
                  <a:srgbClr val="172859"/>
                </a:solidFill>
                <a:latin typeface="+mj-lt"/>
                <a:cs typeface="Arial" panose="020B0604020202020204" pitchFamily="34" charset="0"/>
              </a:rPr>
              <a:t>The size of the improvement.</a:t>
            </a:r>
            <a:endParaRPr lang="en-US" noProof="0">
              <a:solidFill>
                <a:srgbClr val="172859"/>
              </a:solidFill>
              <a:latin typeface="+mj-lt"/>
              <a:cs typeface="Arial" panose="020B0604020202020204" pitchFamily="34" charset="0"/>
            </a:endParaRPr>
          </a:p>
          <a:p>
            <a:pPr marL="285750" indent="-285750">
              <a:buFont typeface="Arial" panose="020B0604020202020204" pitchFamily="34" charset="0"/>
              <a:buChar char="•"/>
            </a:pPr>
            <a:endParaRPr lang="en-US" b="0" noProof="0">
              <a:solidFill>
                <a:srgbClr val="172859"/>
              </a:solidFill>
              <a:latin typeface="+mj-lt"/>
              <a:cs typeface="Arial" panose="020B0604020202020204" pitchFamily="34" charset="0"/>
            </a:endParaRPr>
          </a:p>
          <a:p>
            <a:pPr marL="285750" indent="-285750">
              <a:buFont typeface="Arial" panose="020B0604020202020204" pitchFamily="34" charset="0"/>
              <a:buChar char="•"/>
            </a:pPr>
            <a:r>
              <a:rPr lang="en-GB" noProof="0">
                <a:solidFill>
                  <a:srgbClr val="172859"/>
                </a:solidFill>
                <a:latin typeface="+mj-lt"/>
                <a:cs typeface="Arial" panose="020B0604020202020204" pitchFamily="34" charset="0"/>
              </a:rPr>
              <a:t>Whether the improvement is continuing.</a:t>
            </a:r>
            <a:endParaRPr lang="en-US" b="0" noProof="0">
              <a:solidFill>
                <a:srgbClr val="172859"/>
              </a:solidFill>
              <a:latin typeface="+mj-lt"/>
              <a:cs typeface="Arial" panose="020B0604020202020204" pitchFamily="34" charset="0"/>
            </a:endParaRPr>
          </a:p>
          <a:p>
            <a:endParaRPr lang="en-US" b="0" noProof="0">
              <a:solidFill>
                <a:srgbClr val="172859"/>
              </a:solidFill>
              <a:latin typeface="+mj-lt"/>
              <a:cs typeface="Arial" panose="020B0604020202020204" pitchFamily="34" charset="0"/>
            </a:endParaRPr>
          </a:p>
        </p:txBody>
      </p:sp>
      <p:sp>
        <p:nvSpPr>
          <p:cNvPr id="10" name="Rectangle: Rounded Corners 9">
            <a:extLst>
              <a:ext uri="{FF2B5EF4-FFF2-40B4-BE49-F238E27FC236}">
                <a16:creationId xmlns:a16="http://schemas.microsoft.com/office/drawing/2014/main" id="{3B8A57FE-CA3B-5C09-967F-9387E183B56F}"/>
              </a:ext>
            </a:extLst>
          </p:cNvPr>
          <p:cNvSpPr/>
          <p:nvPr/>
        </p:nvSpPr>
        <p:spPr>
          <a:xfrm>
            <a:off x="8329145" y="1786580"/>
            <a:ext cx="3127329" cy="875370"/>
          </a:xfrm>
          <a:prstGeom prst="roundRect">
            <a:avLst/>
          </a:prstGeom>
          <a:solidFill>
            <a:srgbClr val="7030A0"/>
          </a:solidFill>
          <a:ln w="57150">
            <a:solidFill>
              <a:srgbClr val="7030A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noProof="0">
                <a:latin typeface="+mj-lt"/>
                <a:cs typeface="Arial" panose="020B0604020202020204" pitchFamily="34" charset="0"/>
              </a:rPr>
              <a:t>After</a:t>
            </a:r>
          </a:p>
        </p:txBody>
      </p:sp>
    </p:spTree>
    <p:extLst>
      <p:ext uri="{BB962C8B-B14F-4D97-AF65-F5344CB8AC3E}">
        <p14:creationId xmlns:p14="http://schemas.microsoft.com/office/powerpoint/2010/main" val="4118459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4" grpId="0" animBg="1"/>
      <p:bldP spid="9"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4D68E28C-CA34-45F6-A6E8-FD72F25FB448}"/>
              </a:ext>
            </a:extLst>
          </p:cNvPr>
          <p:cNvSpPr txBox="1">
            <a:spLocks/>
          </p:cNvSpPr>
          <p:nvPr/>
        </p:nvSpPr>
        <p:spPr>
          <a:xfrm>
            <a:off x="710381" y="275771"/>
            <a:ext cx="10783118" cy="1085172"/>
          </a:xfrm>
          <a:prstGeom prst="rect">
            <a:avLst/>
          </a:prstGeom>
        </p:spPr>
        <p:txBody>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US" sz="3200" b="1" noProof="0">
                <a:solidFill>
                  <a:srgbClr val="FFC000"/>
                </a:solidFill>
                <a:cs typeface="Arial" panose="020B0604020202020204" pitchFamily="34" charset="0"/>
              </a:rPr>
              <a:t>Data Quality: Reliable Vs. Valid</a:t>
            </a:r>
          </a:p>
        </p:txBody>
      </p:sp>
      <p:sp>
        <p:nvSpPr>
          <p:cNvPr id="3" name="Content Placeholder 1">
            <a:extLst>
              <a:ext uri="{FF2B5EF4-FFF2-40B4-BE49-F238E27FC236}">
                <a16:creationId xmlns:a16="http://schemas.microsoft.com/office/drawing/2014/main" id="{EB311119-91F2-4F66-B8A9-0F896276C97A}"/>
              </a:ext>
            </a:extLst>
          </p:cNvPr>
          <p:cNvSpPr txBox="1">
            <a:spLocks/>
          </p:cNvSpPr>
          <p:nvPr/>
        </p:nvSpPr>
        <p:spPr>
          <a:xfrm>
            <a:off x="710381" y="1643972"/>
            <a:ext cx="6221759" cy="1770401"/>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800" b="0" noProof="0">
                <a:solidFill>
                  <a:srgbClr val="172859"/>
                </a:solidFill>
                <a:latin typeface="+mj-lt"/>
                <a:cs typeface="Arial" panose="020B0604020202020204" pitchFamily="34" charset="0"/>
              </a:rPr>
              <a:t>Anything you measure should be both reliable and valid.</a:t>
            </a:r>
            <a:endParaRPr lang="en-US" sz="1800" b="0" noProof="0">
              <a:solidFill>
                <a:srgbClr val="172859"/>
              </a:solidFill>
              <a:latin typeface="+mj-lt"/>
              <a:cs typeface="Arial" panose="020B0604020202020204" pitchFamily="34" charset="0"/>
            </a:endParaRPr>
          </a:p>
        </p:txBody>
      </p:sp>
      <p:sp>
        <p:nvSpPr>
          <p:cNvPr id="4" name="Rectangle 3">
            <a:extLst>
              <a:ext uri="{FF2B5EF4-FFF2-40B4-BE49-F238E27FC236}">
                <a16:creationId xmlns:a16="http://schemas.microsoft.com/office/drawing/2014/main" id="{44F38587-D937-424D-A666-5D791D33D202}"/>
              </a:ext>
            </a:extLst>
          </p:cNvPr>
          <p:cNvSpPr/>
          <p:nvPr/>
        </p:nvSpPr>
        <p:spPr>
          <a:xfrm>
            <a:off x="7854720" y="2148429"/>
            <a:ext cx="3621436" cy="923330"/>
          </a:xfrm>
          <a:prstGeom prst="rect">
            <a:avLst/>
          </a:prstGeom>
          <a:solidFill>
            <a:schemeClr val="accent4"/>
          </a:solidFill>
          <a:effectLst>
            <a:reflection blurRad="6350" stA="50000" endA="295" endPos="92000" dist="101600" dir="5400000" sy="-100000" algn="bl" rotWithShape="0"/>
          </a:effectLst>
        </p:spPr>
        <p:txBody>
          <a:bodyPr wrap="square" lIns="91440" tIns="45720" rIns="91440" bIns="45720">
            <a:spAutoFit/>
          </a:bodyPr>
          <a:lstStyle/>
          <a:p>
            <a:pPr algn="ctr"/>
            <a:r>
              <a:rPr lang="en-US" sz="5400" b="1" spc="50" noProof="0">
                <a:ln w="0"/>
                <a:solidFill>
                  <a:schemeClr val="bg1"/>
                </a:solidFill>
                <a:latin typeface="+mj-lt"/>
                <a:cs typeface="Arial" panose="020B0604020202020204" pitchFamily="34" charset="0"/>
              </a:rPr>
              <a:t>Value</a:t>
            </a:r>
            <a:endParaRPr lang="en-US" sz="5400" b="1" cap="none" spc="50" noProof="0">
              <a:ln w="0"/>
              <a:solidFill>
                <a:schemeClr val="bg1"/>
              </a:solidFill>
              <a:latin typeface="+mj-lt"/>
              <a:cs typeface="Arial" panose="020B0604020202020204" pitchFamily="34" charset="0"/>
            </a:endParaRPr>
          </a:p>
        </p:txBody>
      </p:sp>
      <p:sp>
        <p:nvSpPr>
          <p:cNvPr id="7" name="Rectangle: Rounded Corners 6">
            <a:extLst>
              <a:ext uri="{FF2B5EF4-FFF2-40B4-BE49-F238E27FC236}">
                <a16:creationId xmlns:a16="http://schemas.microsoft.com/office/drawing/2014/main" id="{58192F10-CC3A-5842-739C-FCAB5EBA8BCF}"/>
              </a:ext>
            </a:extLst>
          </p:cNvPr>
          <p:cNvSpPr/>
          <p:nvPr/>
        </p:nvSpPr>
        <p:spPr>
          <a:xfrm>
            <a:off x="8088819" y="4453124"/>
            <a:ext cx="3153238" cy="836578"/>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latin typeface="+mj-lt"/>
              </a:rPr>
              <a:t>Valid data reflects the true value.</a:t>
            </a:r>
            <a:endParaRPr lang="en-US" b="1">
              <a:latin typeface="+mj-lt"/>
            </a:endParaRPr>
          </a:p>
        </p:txBody>
      </p:sp>
      <p:sp>
        <p:nvSpPr>
          <p:cNvPr id="8" name="Rectangle 7">
            <a:extLst>
              <a:ext uri="{FF2B5EF4-FFF2-40B4-BE49-F238E27FC236}">
                <a16:creationId xmlns:a16="http://schemas.microsoft.com/office/drawing/2014/main" id="{B5E9F3C4-5A02-DC75-91BD-C7C689B6154B}"/>
              </a:ext>
            </a:extLst>
          </p:cNvPr>
          <p:cNvSpPr/>
          <p:nvPr/>
        </p:nvSpPr>
        <p:spPr>
          <a:xfrm>
            <a:off x="677516" y="2529173"/>
            <a:ext cx="6254623" cy="108517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mj-lt"/>
              <a:cs typeface="Arial" panose="020B0604020202020204" pitchFamily="34" charset="0"/>
            </a:endParaRPr>
          </a:p>
          <a:p>
            <a:pPr algn="ctr"/>
            <a:r>
              <a:rPr lang="en-US" b="1">
                <a:solidFill>
                  <a:schemeClr val="bg1"/>
                </a:solidFill>
                <a:latin typeface="+mj-lt"/>
                <a:cs typeface="Arial" panose="020B0604020202020204" pitchFamily="34" charset="0"/>
              </a:rPr>
              <a:t>Reliable</a:t>
            </a:r>
          </a:p>
          <a:p>
            <a:pPr algn="ctr"/>
            <a:r>
              <a:rPr lang="en-US">
                <a:solidFill>
                  <a:schemeClr val="bg1"/>
                </a:solidFill>
                <a:latin typeface="+mj-lt"/>
                <a:cs typeface="Arial" panose="020B0604020202020204" pitchFamily="34" charset="0"/>
              </a:rPr>
              <a:t> </a:t>
            </a:r>
            <a:r>
              <a:rPr lang="en-GB">
                <a:solidFill>
                  <a:schemeClr val="bg1"/>
                </a:solidFill>
                <a:latin typeface="+mj-lt"/>
                <a:cs typeface="Arial" panose="020B0604020202020204" pitchFamily="34" charset="0"/>
              </a:rPr>
              <a:t>Produces consistent results when measured repeatedly. Consistent results.</a:t>
            </a:r>
            <a:endParaRPr lang="en-US">
              <a:solidFill>
                <a:schemeClr val="bg1"/>
              </a:solidFill>
              <a:latin typeface="+mj-lt"/>
              <a:cs typeface="Arial" panose="020B0604020202020204" pitchFamily="34" charset="0"/>
            </a:endParaRPr>
          </a:p>
          <a:p>
            <a:pPr algn="ctr"/>
            <a:endParaRPr lang="en-US">
              <a:solidFill>
                <a:schemeClr val="bg1"/>
              </a:solidFill>
              <a:latin typeface="+mj-lt"/>
            </a:endParaRPr>
          </a:p>
        </p:txBody>
      </p:sp>
      <p:sp>
        <p:nvSpPr>
          <p:cNvPr id="9" name="Rectangle 8">
            <a:extLst>
              <a:ext uri="{FF2B5EF4-FFF2-40B4-BE49-F238E27FC236}">
                <a16:creationId xmlns:a16="http://schemas.microsoft.com/office/drawing/2014/main" id="{29E54480-ED01-227B-AD73-A5F5093ECF1A}"/>
              </a:ext>
            </a:extLst>
          </p:cNvPr>
          <p:cNvSpPr/>
          <p:nvPr/>
        </p:nvSpPr>
        <p:spPr>
          <a:xfrm>
            <a:off x="677516" y="3786241"/>
            <a:ext cx="6254623" cy="108517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mj-lt"/>
              <a:cs typeface="Arial" panose="020B0604020202020204" pitchFamily="34" charset="0"/>
            </a:endParaRPr>
          </a:p>
          <a:p>
            <a:pPr algn="ctr"/>
            <a:r>
              <a:rPr lang="en-US" b="1">
                <a:solidFill>
                  <a:schemeClr val="bg1"/>
                </a:solidFill>
                <a:latin typeface="+mj-lt"/>
                <a:cs typeface="Arial" panose="020B0604020202020204" pitchFamily="34" charset="0"/>
              </a:rPr>
              <a:t>Valid </a:t>
            </a:r>
          </a:p>
          <a:p>
            <a:pPr algn="ctr"/>
            <a:r>
              <a:rPr lang="en-GB">
                <a:solidFill>
                  <a:schemeClr val="bg1"/>
                </a:solidFill>
                <a:latin typeface="+mj-lt"/>
                <a:cs typeface="Arial" panose="020B0604020202020204" pitchFamily="34" charset="0"/>
              </a:rPr>
              <a:t>Measures what it is intended and reflects the real value. Correct results.</a:t>
            </a:r>
            <a:endParaRPr lang="en-US">
              <a:solidFill>
                <a:schemeClr val="bg1"/>
              </a:solidFill>
              <a:latin typeface="+mj-lt"/>
              <a:cs typeface="Arial" panose="020B0604020202020204" pitchFamily="34" charset="0"/>
            </a:endParaRPr>
          </a:p>
          <a:p>
            <a:pPr algn="ctr"/>
            <a:endParaRPr lang="en-US">
              <a:solidFill>
                <a:schemeClr val="bg1"/>
              </a:solidFill>
              <a:latin typeface="+mj-lt"/>
            </a:endParaRPr>
          </a:p>
        </p:txBody>
      </p:sp>
    </p:spTree>
    <p:extLst>
      <p:ext uri="{BB962C8B-B14F-4D97-AF65-F5344CB8AC3E}">
        <p14:creationId xmlns:p14="http://schemas.microsoft.com/office/powerpoint/2010/main" val="4056329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AA5EB64-57E1-6DD7-7719-D55E5E796C48}"/>
              </a:ext>
            </a:extLst>
          </p:cNvPr>
          <p:cNvSpPr>
            <a:spLocks noGrp="1"/>
          </p:cNvSpPr>
          <p:nvPr>
            <p:ph type="body" sz="quarter" idx="10"/>
          </p:nvPr>
        </p:nvSpPr>
        <p:spPr>
          <a:xfrm>
            <a:off x="533399" y="282424"/>
            <a:ext cx="8980251" cy="923330"/>
          </a:xfrm>
        </p:spPr>
        <p:txBody>
          <a:bodyPr>
            <a:normAutofit/>
          </a:bodyPr>
          <a:lstStyle/>
          <a:p>
            <a:r>
              <a:rPr lang="en-GB" sz="3200">
                <a:latin typeface="+mj-lt"/>
              </a:rPr>
              <a:t>Definitions: Repeatability Vs. Reproducibility</a:t>
            </a:r>
            <a:endParaRPr lang="en-US" sz="3200">
              <a:latin typeface="+mj-lt"/>
            </a:endParaRPr>
          </a:p>
        </p:txBody>
      </p:sp>
      <p:sp>
        <p:nvSpPr>
          <p:cNvPr id="5" name="Rectangle: Rounded Corners 4">
            <a:extLst>
              <a:ext uri="{FF2B5EF4-FFF2-40B4-BE49-F238E27FC236}">
                <a16:creationId xmlns:a16="http://schemas.microsoft.com/office/drawing/2014/main" id="{75F587E4-BBDA-D90E-0EB3-F787E542251D}"/>
              </a:ext>
            </a:extLst>
          </p:cNvPr>
          <p:cNvSpPr/>
          <p:nvPr/>
        </p:nvSpPr>
        <p:spPr>
          <a:xfrm>
            <a:off x="810638" y="1678020"/>
            <a:ext cx="4714673" cy="4364561"/>
          </a:xfrm>
          <a:prstGeom prst="roundRect">
            <a:avLst/>
          </a:prstGeom>
          <a:solidFill>
            <a:srgbClr val="00A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4000" b="1"/>
              <a:t>Repeatability</a:t>
            </a:r>
          </a:p>
          <a:p>
            <a:pPr algn="ctr"/>
            <a:endParaRPr lang="en-GB" sz="2000" b="1"/>
          </a:p>
          <a:p>
            <a:pPr algn="ctr"/>
            <a:r>
              <a:rPr lang="en-GB" sz="2000"/>
              <a:t>Repeatability means getting consistent results every time the same person measures the same thing in the same way.</a:t>
            </a:r>
          </a:p>
          <a:p>
            <a:pPr algn="ctr"/>
            <a:endParaRPr lang="en-GB" sz="2000"/>
          </a:p>
          <a:p>
            <a:pPr algn="ctr"/>
            <a:endParaRPr lang="en-GB" sz="2000"/>
          </a:p>
          <a:p>
            <a:pPr algn="ctr"/>
            <a:r>
              <a:rPr lang="en-US" sz="2000" b="1"/>
              <a:t>Repeatability </a:t>
            </a:r>
            <a:r>
              <a:rPr lang="en-US" sz="2000"/>
              <a:t>= consistency with one person</a:t>
            </a:r>
          </a:p>
          <a:p>
            <a:pPr algn="ctr"/>
            <a:endParaRPr lang="en-GB" sz="2000"/>
          </a:p>
          <a:p>
            <a:pPr algn="ctr"/>
            <a:endParaRPr lang="en-GB" sz="2000"/>
          </a:p>
          <a:p>
            <a:pPr algn="ctr"/>
            <a:endParaRPr lang="en-GB" sz="2000"/>
          </a:p>
          <a:p>
            <a:pPr algn="ctr"/>
            <a:endParaRPr lang="en-US" sz="2000" b="1"/>
          </a:p>
        </p:txBody>
      </p:sp>
      <p:sp>
        <p:nvSpPr>
          <p:cNvPr id="6" name="Rectangle: Rounded Corners 5">
            <a:extLst>
              <a:ext uri="{FF2B5EF4-FFF2-40B4-BE49-F238E27FC236}">
                <a16:creationId xmlns:a16="http://schemas.microsoft.com/office/drawing/2014/main" id="{DE209911-6ABD-CCC7-4452-02169D61F045}"/>
              </a:ext>
            </a:extLst>
          </p:cNvPr>
          <p:cNvSpPr/>
          <p:nvPr/>
        </p:nvSpPr>
        <p:spPr>
          <a:xfrm>
            <a:off x="6394317" y="1678019"/>
            <a:ext cx="4714671" cy="4364561"/>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4000" b="1"/>
              <a:t>Reproducibility</a:t>
            </a:r>
          </a:p>
          <a:p>
            <a:pPr algn="ctr"/>
            <a:endParaRPr lang="en-GB" sz="2000" b="1"/>
          </a:p>
          <a:p>
            <a:pPr algn="ctr"/>
            <a:r>
              <a:rPr lang="en-GB" sz="2000"/>
              <a:t>Reproducibility is the ability to produce the same result when different people measure the same item using the same method, equipment, and conditions.</a:t>
            </a:r>
          </a:p>
          <a:p>
            <a:pPr algn="ctr"/>
            <a:endParaRPr lang="en-GB" sz="2000"/>
          </a:p>
          <a:p>
            <a:pPr algn="ctr"/>
            <a:r>
              <a:rPr lang="en-GB" sz="2000" b="1"/>
              <a:t>Reproducibility</a:t>
            </a:r>
            <a:r>
              <a:rPr lang="en-GB" sz="2000"/>
              <a:t> = consistency across different people</a:t>
            </a:r>
          </a:p>
          <a:p>
            <a:pPr algn="ctr"/>
            <a:endParaRPr lang="en-GB" sz="2000"/>
          </a:p>
          <a:p>
            <a:pPr algn="ctr"/>
            <a:endParaRPr lang="en-US" sz="2000" b="1"/>
          </a:p>
        </p:txBody>
      </p:sp>
    </p:spTree>
    <p:extLst>
      <p:ext uri="{BB962C8B-B14F-4D97-AF65-F5344CB8AC3E}">
        <p14:creationId xmlns:p14="http://schemas.microsoft.com/office/powerpoint/2010/main" val="1690710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ADC7FFFB-8941-4D84-824C-876C9D03429D}"/>
              </a:ext>
            </a:extLst>
          </p:cNvPr>
          <p:cNvSpPr txBox="1">
            <a:spLocks/>
          </p:cNvSpPr>
          <p:nvPr/>
        </p:nvSpPr>
        <p:spPr>
          <a:xfrm>
            <a:off x="710381" y="275771"/>
            <a:ext cx="10783118" cy="1085172"/>
          </a:xfrm>
          <a:prstGeom prst="rect">
            <a:avLst/>
          </a:prstGeom>
        </p:spPr>
        <p:txBody>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US" sz="3200" b="1" noProof="0">
                <a:solidFill>
                  <a:srgbClr val="FFC000"/>
                </a:solidFill>
                <a:cs typeface="Arial" panose="020B0604020202020204" pitchFamily="34" charset="0"/>
              </a:rPr>
              <a:t>Data Characteristics</a:t>
            </a:r>
          </a:p>
        </p:txBody>
      </p:sp>
      <p:sp>
        <p:nvSpPr>
          <p:cNvPr id="11" name="Rectangle: Rounded Corners 10">
            <a:extLst>
              <a:ext uri="{FF2B5EF4-FFF2-40B4-BE49-F238E27FC236}">
                <a16:creationId xmlns:a16="http://schemas.microsoft.com/office/drawing/2014/main" id="{4E56A04B-7897-4C1A-9A6C-BE51D222BF1C}"/>
              </a:ext>
            </a:extLst>
          </p:cNvPr>
          <p:cNvSpPr/>
          <p:nvPr/>
        </p:nvSpPr>
        <p:spPr>
          <a:xfrm>
            <a:off x="3649660" y="2776987"/>
            <a:ext cx="2437636" cy="719667"/>
          </a:xfrm>
          <a:prstGeom prst="roundRect">
            <a:avLst/>
          </a:prstGeom>
          <a:solidFill>
            <a:srgbClr val="EC008C"/>
          </a:solidFill>
          <a:ln w="57150">
            <a:solidFill>
              <a:schemeClr val="accent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2000" b="1">
                <a:solidFill>
                  <a:schemeClr val="bg1"/>
                </a:solidFill>
                <a:latin typeface="+mj-lt"/>
                <a:cs typeface="Arial" panose="020B0604020202020204" pitchFamily="34" charset="0"/>
              </a:rPr>
              <a:t>Unbiased</a:t>
            </a:r>
          </a:p>
        </p:txBody>
      </p:sp>
      <p:sp>
        <p:nvSpPr>
          <p:cNvPr id="2" name="Rectangle: Rounded Corners 1">
            <a:extLst>
              <a:ext uri="{FF2B5EF4-FFF2-40B4-BE49-F238E27FC236}">
                <a16:creationId xmlns:a16="http://schemas.microsoft.com/office/drawing/2014/main" id="{51F1F472-343D-9845-CCCC-2A06AD46DEA9}"/>
              </a:ext>
            </a:extLst>
          </p:cNvPr>
          <p:cNvSpPr/>
          <p:nvPr/>
        </p:nvSpPr>
        <p:spPr>
          <a:xfrm>
            <a:off x="749703" y="2776987"/>
            <a:ext cx="2437636" cy="719667"/>
          </a:xfrm>
          <a:prstGeom prst="roundRect">
            <a:avLst/>
          </a:prstGeom>
          <a:solidFill>
            <a:srgbClr val="FDBA13"/>
          </a:solidFill>
          <a:ln w="57150">
            <a:solidFill>
              <a:schemeClr val="bg2"/>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2000" b="1">
                <a:solidFill>
                  <a:schemeClr val="bg1"/>
                </a:solidFill>
                <a:latin typeface="+mj-lt"/>
                <a:cs typeface="Arial" panose="020B0604020202020204" pitchFamily="34" charset="0"/>
              </a:rPr>
              <a:t>Accurate</a:t>
            </a:r>
          </a:p>
        </p:txBody>
      </p:sp>
      <p:sp>
        <p:nvSpPr>
          <p:cNvPr id="3" name="TextBox 2">
            <a:extLst>
              <a:ext uri="{FF2B5EF4-FFF2-40B4-BE49-F238E27FC236}">
                <a16:creationId xmlns:a16="http://schemas.microsoft.com/office/drawing/2014/main" id="{BA1DB8D7-9978-C19E-E2FA-31F35BF36975}"/>
              </a:ext>
            </a:extLst>
          </p:cNvPr>
          <p:cNvSpPr txBox="1"/>
          <p:nvPr/>
        </p:nvSpPr>
        <p:spPr>
          <a:xfrm>
            <a:off x="749703" y="3266567"/>
            <a:ext cx="2437636" cy="1548765"/>
          </a:xfrm>
          <a:prstGeom prst="roundRect">
            <a:avLst>
              <a:gd name="adj" fmla="val 9264"/>
            </a:avLst>
          </a:prstGeom>
          <a:noFill/>
          <a:ln w="28575">
            <a:solidFill>
              <a:schemeClr val="bg2"/>
            </a:solidFill>
          </a:ln>
        </p:spPr>
        <p:txBody>
          <a:bodyPr wrap="square" rtlCol="0">
            <a:spAutoFit/>
          </a:bodyPr>
          <a:lstStyle/>
          <a:p>
            <a:pPr algn="ctr"/>
            <a:endParaRPr lang="en-GB" noProof="0">
              <a:solidFill>
                <a:srgbClr val="172859"/>
              </a:solidFill>
              <a:latin typeface="+mj-lt"/>
              <a:cs typeface="Arial" panose="020B0604020202020204" pitchFamily="34" charset="0"/>
            </a:endParaRPr>
          </a:p>
          <a:p>
            <a:pPr algn="ctr"/>
            <a:r>
              <a:rPr lang="en-GB" noProof="0">
                <a:solidFill>
                  <a:srgbClr val="172859"/>
                </a:solidFill>
                <a:latin typeface="+mj-lt"/>
                <a:cs typeface="Arial" panose="020B0604020202020204" pitchFamily="34" charset="0"/>
              </a:rPr>
              <a:t>The result reflects the true or correct value.</a:t>
            </a:r>
          </a:p>
          <a:p>
            <a:pPr algn="ctr"/>
            <a:endParaRPr lang="en-GB" noProof="0">
              <a:solidFill>
                <a:srgbClr val="172859"/>
              </a:solidFill>
              <a:latin typeface="+mj-lt"/>
              <a:cs typeface="Arial" panose="020B0604020202020204" pitchFamily="34" charset="0"/>
            </a:endParaRPr>
          </a:p>
        </p:txBody>
      </p:sp>
      <p:sp>
        <p:nvSpPr>
          <p:cNvPr id="4" name="TextBox 3">
            <a:extLst>
              <a:ext uri="{FF2B5EF4-FFF2-40B4-BE49-F238E27FC236}">
                <a16:creationId xmlns:a16="http://schemas.microsoft.com/office/drawing/2014/main" id="{9FA51A15-8E95-D5FB-B813-4A57FA5ADA78}"/>
              </a:ext>
            </a:extLst>
          </p:cNvPr>
          <p:cNvSpPr txBox="1"/>
          <p:nvPr/>
        </p:nvSpPr>
        <p:spPr>
          <a:xfrm>
            <a:off x="3649659" y="3266564"/>
            <a:ext cx="2437636" cy="1563053"/>
          </a:xfrm>
          <a:prstGeom prst="roundRect">
            <a:avLst>
              <a:gd name="adj" fmla="val 9937"/>
            </a:avLst>
          </a:prstGeom>
          <a:noFill/>
          <a:ln w="28575">
            <a:solidFill>
              <a:schemeClr val="accent1"/>
            </a:solidFill>
          </a:ln>
        </p:spPr>
        <p:txBody>
          <a:bodyPr wrap="square" rtlCol="0">
            <a:spAutoFit/>
          </a:bodyPr>
          <a:lstStyle>
            <a:defPPr>
              <a:defRPr lang="en-US"/>
            </a:defPPr>
            <a:lvl1pPr>
              <a:defRPr>
                <a:latin typeface="Arial" panose="020B0604020202020204" pitchFamily="34" charset="0"/>
                <a:cs typeface="Arial" panose="020B0604020202020204" pitchFamily="34" charset="0"/>
              </a:defRPr>
            </a:lvl1pPr>
          </a:lstStyle>
          <a:p>
            <a:pPr algn="ctr"/>
            <a:endParaRPr lang="en-GB" noProof="0">
              <a:solidFill>
                <a:srgbClr val="172859"/>
              </a:solidFill>
              <a:latin typeface="+mj-lt"/>
            </a:endParaRPr>
          </a:p>
          <a:p>
            <a:pPr algn="ctr"/>
            <a:r>
              <a:rPr lang="en-GB" noProof="0">
                <a:solidFill>
                  <a:srgbClr val="172859"/>
                </a:solidFill>
                <a:latin typeface="+mj-lt"/>
              </a:rPr>
              <a:t>Data is not intentionally or unintentionally skewed or biased.</a:t>
            </a:r>
          </a:p>
        </p:txBody>
      </p:sp>
      <p:sp>
        <p:nvSpPr>
          <p:cNvPr id="6" name="TextBox 5">
            <a:extLst>
              <a:ext uri="{FF2B5EF4-FFF2-40B4-BE49-F238E27FC236}">
                <a16:creationId xmlns:a16="http://schemas.microsoft.com/office/drawing/2014/main" id="{7AA865F7-7885-3B80-1CB6-DAC3D208B03E}"/>
              </a:ext>
            </a:extLst>
          </p:cNvPr>
          <p:cNvSpPr txBox="1"/>
          <p:nvPr/>
        </p:nvSpPr>
        <p:spPr>
          <a:xfrm>
            <a:off x="9395782" y="3266565"/>
            <a:ext cx="2437634" cy="1534478"/>
          </a:xfrm>
          <a:prstGeom prst="roundRect">
            <a:avLst>
              <a:gd name="adj" fmla="val 6952"/>
            </a:avLst>
          </a:prstGeom>
          <a:noFill/>
          <a:ln w="28575">
            <a:solidFill>
              <a:schemeClr val="accent4"/>
            </a:solidFill>
          </a:ln>
        </p:spPr>
        <p:txBody>
          <a:bodyPr wrap="square">
            <a:spAutoFit/>
          </a:bodyPr>
          <a:lstStyle/>
          <a:p>
            <a:pPr algn="ctr"/>
            <a:endParaRPr lang="en-GB" sz="1800" b="0" noProof="0">
              <a:solidFill>
                <a:srgbClr val="172859"/>
              </a:solidFill>
              <a:latin typeface="+mj-lt"/>
              <a:cs typeface="Arial" panose="020B0604020202020204" pitchFamily="34" charset="0"/>
            </a:endParaRPr>
          </a:p>
          <a:p>
            <a:pPr algn="ctr"/>
            <a:r>
              <a:rPr lang="en-GB" sz="1800" b="0" noProof="0">
                <a:solidFill>
                  <a:srgbClr val="172859"/>
                </a:solidFill>
                <a:latin typeface="+mj-lt"/>
                <a:cs typeface="Arial" panose="020B0604020202020204" pitchFamily="34" charset="0"/>
              </a:rPr>
              <a:t>The Process produces consistent results over time.</a:t>
            </a:r>
          </a:p>
          <a:p>
            <a:pPr algn="ctr"/>
            <a:endParaRPr lang="en-GB" sz="1800" b="0" noProof="0">
              <a:solidFill>
                <a:srgbClr val="172859"/>
              </a:solidFill>
              <a:latin typeface="+mj-lt"/>
              <a:cs typeface="Arial" panose="020B0604020202020204" pitchFamily="34" charset="0"/>
            </a:endParaRPr>
          </a:p>
        </p:txBody>
      </p:sp>
      <p:sp>
        <p:nvSpPr>
          <p:cNvPr id="10" name="TextBox 9">
            <a:extLst>
              <a:ext uri="{FF2B5EF4-FFF2-40B4-BE49-F238E27FC236}">
                <a16:creationId xmlns:a16="http://schemas.microsoft.com/office/drawing/2014/main" id="{F7959ADD-80D7-95FA-FECD-9132CEBDE874}"/>
              </a:ext>
            </a:extLst>
          </p:cNvPr>
          <p:cNvSpPr txBox="1"/>
          <p:nvPr/>
        </p:nvSpPr>
        <p:spPr>
          <a:xfrm>
            <a:off x="6522722" y="3266565"/>
            <a:ext cx="2437634" cy="1534478"/>
          </a:xfrm>
          <a:prstGeom prst="roundRect">
            <a:avLst>
              <a:gd name="adj" fmla="val 7367"/>
            </a:avLst>
          </a:prstGeom>
          <a:noFill/>
          <a:ln w="28575">
            <a:solidFill>
              <a:schemeClr val="accent3"/>
            </a:solidFill>
          </a:ln>
        </p:spPr>
        <p:txBody>
          <a:bodyPr wrap="square" rtlCol="0">
            <a:spAutoFit/>
          </a:bodyPr>
          <a:lstStyle>
            <a:defPPr>
              <a:defRPr lang="en-US"/>
            </a:defPPr>
            <a:lvl1pPr>
              <a:defRPr>
                <a:latin typeface="Arial" panose="020B0604020202020204" pitchFamily="34" charset="0"/>
                <a:cs typeface="Arial" panose="020B0604020202020204" pitchFamily="34" charset="0"/>
              </a:defRPr>
            </a:lvl1pPr>
          </a:lstStyle>
          <a:p>
            <a:pPr algn="ctr"/>
            <a:endParaRPr lang="en-GB" noProof="0">
              <a:solidFill>
                <a:srgbClr val="172859"/>
              </a:solidFill>
              <a:latin typeface="+mj-lt"/>
            </a:endParaRPr>
          </a:p>
          <a:p>
            <a:pPr algn="ctr"/>
            <a:r>
              <a:rPr lang="en-GB" noProof="0">
                <a:solidFill>
                  <a:srgbClr val="172859"/>
                </a:solidFill>
                <a:latin typeface="+mj-lt"/>
              </a:rPr>
              <a:t>Produces very similar results each time a measurement is taken.</a:t>
            </a:r>
          </a:p>
        </p:txBody>
      </p:sp>
      <p:sp>
        <p:nvSpPr>
          <p:cNvPr id="13" name="Rectangle: Rounded Corners 12">
            <a:extLst>
              <a:ext uri="{FF2B5EF4-FFF2-40B4-BE49-F238E27FC236}">
                <a16:creationId xmlns:a16="http://schemas.microsoft.com/office/drawing/2014/main" id="{F5906F54-AD0F-4AFB-89F9-DDC51E0E5314}"/>
              </a:ext>
            </a:extLst>
          </p:cNvPr>
          <p:cNvSpPr/>
          <p:nvPr/>
        </p:nvSpPr>
        <p:spPr>
          <a:xfrm>
            <a:off x="6522723" y="2768717"/>
            <a:ext cx="2437635" cy="719667"/>
          </a:xfrm>
          <a:prstGeom prst="roundRect">
            <a:avLst/>
          </a:prstGeom>
          <a:solidFill>
            <a:srgbClr val="00AF74"/>
          </a:solidFill>
          <a:ln w="57150">
            <a:solidFill>
              <a:schemeClr val="accent3"/>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2000" b="1">
                <a:solidFill>
                  <a:schemeClr val="bg1"/>
                </a:solidFill>
                <a:latin typeface="+mj-lt"/>
                <a:cs typeface="Arial" panose="020B0604020202020204" pitchFamily="34" charset="0"/>
              </a:rPr>
              <a:t>Precise</a:t>
            </a:r>
          </a:p>
        </p:txBody>
      </p:sp>
      <p:sp>
        <p:nvSpPr>
          <p:cNvPr id="14" name="Rectangle: Rounded Corners 13">
            <a:extLst>
              <a:ext uri="{FF2B5EF4-FFF2-40B4-BE49-F238E27FC236}">
                <a16:creationId xmlns:a16="http://schemas.microsoft.com/office/drawing/2014/main" id="{FF2E5889-2A9E-45A3-BFBD-14378EFB5BFD}"/>
              </a:ext>
            </a:extLst>
          </p:cNvPr>
          <p:cNvSpPr/>
          <p:nvPr/>
        </p:nvSpPr>
        <p:spPr>
          <a:xfrm>
            <a:off x="9395785" y="2760449"/>
            <a:ext cx="2437634" cy="719667"/>
          </a:xfrm>
          <a:prstGeom prst="roundRect">
            <a:avLst/>
          </a:prstGeom>
          <a:solidFill>
            <a:srgbClr val="27AAE1"/>
          </a:solidFill>
          <a:ln w="57150">
            <a:solidFill>
              <a:schemeClr val="accent4"/>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2000" b="1">
                <a:solidFill>
                  <a:schemeClr val="bg1"/>
                </a:solidFill>
                <a:latin typeface="+mj-lt"/>
                <a:cs typeface="Arial" panose="020B0604020202020204" pitchFamily="34" charset="0"/>
              </a:rPr>
              <a:t>Stable</a:t>
            </a:r>
          </a:p>
        </p:txBody>
      </p:sp>
      <p:sp>
        <p:nvSpPr>
          <p:cNvPr id="5" name="Flowchart: Connector 4">
            <a:extLst>
              <a:ext uri="{FF2B5EF4-FFF2-40B4-BE49-F238E27FC236}">
                <a16:creationId xmlns:a16="http://schemas.microsoft.com/office/drawing/2014/main" id="{0510F784-A348-27E5-2744-7E6DF90BB388}"/>
              </a:ext>
            </a:extLst>
          </p:cNvPr>
          <p:cNvSpPr/>
          <p:nvPr/>
        </p:nvSpPr>
        <p:spPr>
          <a:xfrm>
            <a:off x="208262" y="1837405"/>
            <a:ext cx="1152000" cy="1152552"/>
          </a:xfrm>
          <a:prstGeom prst="flowChartConnector">
            <a:avLst/>
          </a:prstGeom>
          <a:solidFill>
            <a:schemeClr val="bg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mj-lt"/>
            </a:endParaRPr>
          </a:p>
        </p:txBody>
      </p:sp>
      <p:sp>
        <p:nvSpPr>
          <p:cNvPr id="8" name="Flowchart: Connector 7">
            <a:extLst>
              <a:ext uri="{FF2B5EF4-FFF2-40B4-BE49-F238E27FC236}">
                <a16:creationId xmlns:a16="http://schemas.microsoft.com/office/drawing/2014/main" id="{E6E3E31C-B77B-A3FD-0DEB-2D4394AD798D}"/>
              </a:ext>
            </a:extLst>
          </p:cNvPr>
          <p:cNvSpPr/>
          <p:nvPr/>
        </p:nvSpPr>
        <p:spPr>
          <a:xfrm>
            <a:off x="3073659" y="1839942"/>
            <a:ext cx="1152000" cy="1152552"/>
          </a:xfrm>
          <a:prstGeom prst="flowChartConnector">
            <a:avLst/>
          </a:prstGeom>
          <a:solidFill>
            <a:schemeClr val="accent1"/>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mj-lt"/>
            </a:endParaRPr>
          </a:p>
        </p:txBody>
      </p:sp>
      <p:sp>
        <p:nvSpPr>
          <p:cNvPr id="9" name="Flowchart: Connector 8">
            <a:extLst>
              <a:ext uri="{FF2B5EF4-FFF2-40B4-BE49-F238E27FC236}">
                <a16:creationId xmlns:a16="http://schemas.microsoft.com/office/drawing/2014/main" id="{723E8CF1-65CC-5B92-5692-B97E318FB782}"/>
              </a:ext>
            </a:extLst>
          </p:cNvPr>
          <p:cNvSpPr/>
          <p:nvPr/>
        </p:nvSpPr>
        <p:spPr>
          <a:xfrm>
            <a:off x="5958878" y="1809132"/>
            <a:ext cx="1152000" cy="1152552"/>
          </a:xfrm>
          <a:prstGeom prst="flowChartConnector">
            <a:avLst/>
          </a:prstGeom>
          <a:solidFill>
            <a:schemeClr val="accent3"/>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mj-lt"/>
            </a:endParaRPr>
          </a:p>
        </p:txBody>
      </p:sp>
      <p:sp>
        <p:nvSpPr>
          <p:cNvPr id="12" name="Flowchart: Connector 11">
            <a:extLst>
              <a:ext uri="{FF2B5EF4-FFF2-40B4-BE49-F238E27FC236}">
                <a16:creationId xmlns:a16="http://schemas.microsoft.com/office/drawing/2014/main" id="{EE2C1BEA-60F7-A2F2-533B-8E8C3416548B}"/>
              </a:ext>
            </a:extLst>
          </p:cNvPr>
          <p:cNvSpPr/>
          <p:nvPr/>
        </p:nvSpPr>
        <p:spPr>
          <a:xfrm>
            <a:off x="8891519" y="1809132"/>
            <a:ext cx="1152000" cy="1152552"/>
          </a:xfrm>
          <a:prstGeom prst="flowChartConnector">
            <a:avLst/>
          </a:prstGeom>
          <a:solidFill>
            <a:schemeClr val="accent4"/>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mj-lt"/>
            </a:endParaRPr>
          </a:p>
        </p:txBody>
      </p:sp>
      <p:pic>
        <p:nvPicPr>
          <p:cNvPr id="18" name="Graphic 17" descr="Bullseye with solid fill">
            <a:extLst>
              <a:ext uri="{FF2B5EF4-FFF2-40B4-BE49-F238E27FC236}">
                <a16:creationId xmlns:a16="http://schemas.microsoft.com/office/drawing/2014/main" id="{A4F65A5B-7584-3AE2-28A9-7C4C053B07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7722" y="1949045"/>
            <a:ext cx="914400" cy="914400"/>
          </a:xfrm>
          <a:prstGeom prst="rect">
            <a:avLst/>
          </a:prstGeom>
        </p:spPr>
      </p:pic>
      <p:pic>
        <p:nvPicPr>
          <p:cNvPr id="21" name="Graphic 20" descr="Scales of justice with solid fill">
            <a:extLst>
              <a:ext uri="{FF2B5EF4-FFF2-40B4-BE49-F238E27FC236}">
                <a16:creationId xmlns:a16="http://schemas.microsoft.com/office/drawing/2014/main" id="{C7947CC8-5D95-8204-75AC-5900C0FD8B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98692" y="1928208"/>
            <a:ext cx="914400" cy="914400"/>
          </a:xfrm>
          <a:prstGeom prst="rect">
            <a:avLst/>
          </a:prstGeom>
        </p:spPr>
      </p:pic>
      <p:pic>
        <p:nvPicPr>
          <p:cNvPr id="24" name="Graphic 23" descr="Checklist with solid fill">
            <a:extLst>
              <a:ext uri="{FF2B5EF4-FFF2-40B4-BE49-F238E27FC236}">
                <a16:creationId xmlns:a16="http://schemas.microsoft.com/office/drawing/2014/main" id="{DB61CEE8-F1EC-FC6A-9278-1DA5C1E052C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27834" y="1978364"/>
            <a:ext cx="814087" cy="814087"/>
          </a:xfrm>
          <a:prstGeom prst="rect">
            <a:avLst/>
          </a:prstGeom>
        </p:spPr>
      </p:pic>
      <p:pic>
        <p:nvPicPr>
          <p:cNvPr id="26" name="Graphic 25" descr="Arrow Right with solid fill">
            <a:extLst>
              <a:ext uri="{FF2B5EF4-FFF2-40B4-BE49-F238E27FC236}">
                <a16:creationId xmlns:a16="http://schemas.microsoft.com/office/drawing/2014/main" id="{30F02CA8-EC33-F4F8-BE5E-FEC38B8D35C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037386" y="1928207"/>
            <a:ext cx="914400" cy="914400"/>
          </a:xfrm>
          <a:prstGeom prst="rect">
            <a:avLst/>
          </a:prstGeom>
        </p:spPr>
      </p:pic>
      <p:sp>
        <p:nvSpPr>
          <p:cNvPr id="20" name="TextBox 19">
            <a:extLst>
              <a:ext uri="{FF2B5EF4-FFF2-40B4-BE49-F238E27FC236}">
                <a16:creationId xmlns:a16="http://schemas.microsoft.com/office/drawing/2014/main" id="{5F15292A-5434-6F70-7860-38B0B3FC3BB1}"/>
              </a:ext>
            </a:extLst>
          </p:cNvPr>
          <p:cNvSpPr txBox="1"/>
          <p:nvPr/>
        </p:nvSpPr>
        <p:spPr>
          <a:xfrm>
            <a:off x="2938144" y="5758935"/>
            <a:ext cx="6099242" cy="369332"/>
          </a:xfrm>
          <a:prstGeom prst="rect">
            <a:avLst/>
          </a:prstGeom>
          <a:solidFill>
            <a:schemeClr val="accent4"/>
          </a:solidFill>
        </p:spPr>
        <p:txBody>
          <a:bodyPr wrap="square">
            <a:spAutoFit/>
          </a:bodyPr>
          <a:lstStyle/>
          <a:p>
            <a:r>
              <a:rPr lang="en-GB">
                <a:solidFill>
                  <a:schemeClr val="bg1"/>
                </a:solidFill>
                <a:latin typeface="+mj-lt"/>
              </a:rPr>
              <a:t>High-quality data demonstrates all four characteristics</a:t>
            </a:r>
            <a:endParaRPr lang="en-US">
              <a:solidFill>
                <a:schemeClr val="bg1"/>
              </a:solidFill>
              <a:latin typeface="+mj-lt"/>
            </a:endParaRPr>
          </a:p>
        </p:txBody>
      </p:sp>
      <p:sp>
        <p:nvSpPr>
          <p:cNvPr id="22" name="Left Brace 21">
            <a:extLst>
              <a:ext uri="{FF2B5EF4-FFF2-40B4-BE49-F238E27FC236}">
                <a16:creationId xmlns:a16="http://schemas.microsoft.com/office/drawing/2014/main" id="{BF54F6D9-A754-3CA4-F563-88D59283389A}"/>
              </a:ext>
            </a:extLst>
          </p:cNvPr>
          <p:cNvSpPr/>
          <p:nvPr/>
        </p:nvSpPr>
        <p:spPr>
          <a:xfrm rot="16200000">
            <a:off x="5931726" y="-185598"/>
            <a:ext cx="719668" cy="11083713"/>
          </a:xfrm>
          <a:prstGeom prst="leftBrace">
            <a:avLst>
              <a:gd name="adj1" fmla="val 8333"/>
              <a:gd name="adj2" fmla="val 50764"/>
            </a:avLst>
          </a:prstGeom>
          <a:ln w="3810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mj-lt"/>
            </a:endParaRPr>
          </a:p>
        </p:txBody>
      </p:sp>
      <p:sp>
        <p:nvSpPr>
          <p:cNvPr id="33" name="TextBox 32">
            <a:extLst>
              <a:ext uri="{FF2B5EF4-FFF2-40B4-BE49-F238E27FC236}">
                <a16:creationId xmlns:a16="http://schemas.microsoft.com/office/drawing/2014/main" id="{23F68871-14EB-975F-1121-3D31A368E059}"/>
              </a:ext>
            </a:extLst>
          </p:cNvPr>
          <p:cNvSpPr txBox="1"/>
          <p:nvPr/>
        </p:nvSpPr>
        <p:spPr>
          <a:xfrm>
            <a:off x="710381" y="1435754"/>
            <a:ext cx="10442203" cy="305853"/>
          </a:xfrm>
          <a:prstGeom prst="rect">
            <a:avLst/>
          </a:prstGeom>
          <a:noFill/>
        </p:spPr>
        <p:txBody>
          <a:bodyPr wrap="square">
            <a:spAutoFit/>
          </a:bodyPr>
          <a:lstStyle/>
          <a:p>
            <a:pPr fontAlgn="t">
              <a:lnSpc>
                <a:spcPts val="1500"/>
              </a:lnSpc>
              <a:buNone/>
            </a:pPr>
            <a:r>
              <a:rPr lang="en-US" b="0" i="0">
                <a:solidFill>
                  <a:srgbClr val="002060"/>
                </a:solidFill>
                <a:effectLst/>
                <a:latin typeface="+mj-lt"/>
              </a:rPr>
              <a:t>High-quality data should demonstrate the following characteristics:</a:t>
            </a:r>
          </a:p>
        </p:txBody>
      </p:sp>
    </p:spTree>
    <p:extLst>
      <p:ext uri="{BB962C8B-B14F-4D97-AF65-F5344CB8AC3E}">
        <p14:creationId xmlns:p14="http://schemas.microsoft.com/office/powerpoint/2010/main" val="3669214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 grpId="0" animBg="1"/>
      <p:bldP spid="3" grpId="0" animBg="1"/>
      <p:bldP spid="4" grpId="0" animBg="1"/>
      <p:bldP spid="6" grpId="0" animBg="1"/>
      <p:bldP spid="10" grpId="0" animBg="1"/>
      <p:bldP spid="13" grpId="0" animBg="1"/>
      <p:bldP spid="14" grpId="0" animBg="1"/>
      <p:bldP spid="5" grpId="0" animBg="1"/>
      <p:bldP spid="8" grpId="0" animBg="1"/>
      <p:bldP spid="9" grpId="0" animBg="1"/>
      <p:bldP spid="12" grpId="0" animBg="1"/>
      <p:bldP spid="20" grpId="0" animBg="1"/>
      <p:bldP spid="2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043ACF-D650-2DEC-C5F2-00B357A21F9B}"/>
              </a:ext>
            </a:extLst>
          </p:cNvPr>
          <p:cNvSpPr>
            <a:spLocks noGrp="1"/>
          </p:cNvSpPr>
          <p:nvPr>
            <p:ph type="body" sz="quarter" idx="10"/>
          </p:nvPr>
        </p:nvSpPr>
        <p:spPr>
          <a:xfrm>
            <a:off x="533400" y="401046"/>
            <a:ext cx="5562600" cy="923330"/>
          </a:xfrm>
        </p:spPr>
        <p:txBody>
          <a:bodyPr>
            <a:normAutofit/>
          </a:bodyPr>
          <a:lstStyle/>
          <a:p>
            <a:r>
              <a:rPr lang="en-US" sz="3200" noProof="0">
                <a:latin typeface="+mj-lt"/>
              </a:rPr>
              <a:t>Example: Repeatability</a:t>
            </a:r>
          </a:p>
        </p:txBody>
      </p:sp>
      <p:sp>
        <p:nvSpPr>
          <p:cNvPr id="6" name="TextBox 5">
            <a:extLst>
              <a:ext uri="{FF2B5EF4-FFF2-40B4-BE49-F238E27FC236}">
                <a16:creationId xmlns:a16="http://schemas.microsoft.com/office/drawing/2014/main" id="{DC88B1AD-D50E-2F42-0D04-B29F7B307111}"/>
              </a:ext>
            </a:extLst>
          </p:cNvPr>
          <p:cNvSpPr txBox="1"/>
          <p:nvPr/>
        </p:nvSpPr>
        <p:spPr>
          <a:xfrm>
            <a:off x="533400" y="1555351"/>
            <a:ext cx="11509813" cy="646331"/>
          </a:xfrm>
          <a:prstGeom prst="rect">
            <a:avLst/>
          </a:prstGeom>
          <a:noFill/>
        </p:spPr>
        <p:txBody>
          <a:bodyPr wrap="square">
            <a:spAutoFit/>
          </a:bodyPr>
          <a:lstStyle/>
          <a:p>
            <a:r>
              <a:rPr lang="en-GB" sz="1800" b="0" noProof="0">
                <a:solidFill>
                  <a:srgbClr val="002060"/>
                </a:solidFill>
                <a:latin typeface="+mj-lt"/>
                <a:cs typeface="Arial" panose="020B0604020202020204" pitchFamily="34" charset="0"/>
              </a:rPr>
              <a:t>A baker follows the same process each time using the same equipment and measures each time, producing consistent results when the same person completes the task.</a:t>
            </a:r>
            <a:endParaRPr lang="en-US" sz="1800" b="0" noProof="0">
              <a:solidFill>
                <a:srgbClr val="002060"/>
              </a:solidFill>
              <a:latin typeface="+mj-lt"/>
              <a:cs typeface="Arial" panose="020B0604020202020204" pitchFamily="34" charset="0"/>
            </a:endParaRPr>
          </a:p>
        </p:txBody>
      </p:sp>
      <p:pic>
        <p:nvPicPr>
          <p:cNvPr id="9" name="Picture 8">
            <a:extLst>
              <a:ext uri="{FF2B5EF4-FFF2-40B4-BE49-F238E27FC236}">
                <a16:creationId xmlns:a16="http://schemas.microsoft.com/office/drawing/2014/main" id="{B00F8201-5720-34C8-2B41-F0DEB787BB76}"/>
              </a:ext>
            </a:extLst>
          </p:cNvPr>
          <p:cNvPicPr>
            <a:picLocks noChangeAspect="1"/>
          </p:cNvPicPr>
          <p:nvPr/>
        </p:nvPicPr>
        <p:blipFill>
          <a:blip r:embed="rId3"/>
          <a:stretch>
            <a:fillRect/>
          </a:stretch>
        </p:blipFill>
        <p:spPr>
          <a:xfrm>
            <a:off x="7503089" y="3518224"/>
            <a:ext cx="4013362" cy="2175540"/>
          </a:xfrm>
          <a:prstGeom prst="rect">
            <a:avLst/>
          </a:prstGeom>
        </p:spPr>
      </p:pic>
      <p:pic>
        <p:nvPicPr>
          <p:cNvPr id="10" name="Picture 9">
            <a:extLst>
              <a:ext uri="{FF2B5EF4-FFF2-40B4-BE49-F238E27FC236}">
                <a16:creationId xmlns:a16="http://schemas.microsoft.com/office/drawing/2014/main" id="{EBFA8735-6C55-3F3A-B511-F4A963E023FB}"/>
              </a:ext>
            </a:extLst>
          </p:cNvPr>
          <p:cNvPicPr>
            <a:picLocks noChangeAspect="1"/>
          </p:cNvPicPr>
          <p:nvPr/>
        </p:nvPicPr>
        <p:blipFill>
          <a:blip r:embed="rId4"/>
          <a:stretch>
            <a:fillRect/>
          </a:stretch>
        </p:blipFill>
        <p:spPr>
          <a:xfrm>
            <a:off x="2839082" y="2444312"/>
            <a:ext cx="2049908" cy="2327499"/>
          </a:xfrm>
          <a:prstGeom prst="rect">
            <a:avLst/>
          </a:prstGeom>
        </p:spPr>
      </p:pic>
      <p:pic>
        <p:nvPicPr>
          <p:cNvPr id="11" name="Picture 10">
            <a:extLst>
              <a:ext uri="{FF2B5EF4-FFF2-40B4-BE49-F238E27FC236}">
                <a16:creationId xmlns:a16="http://schemas.microsoft.com/office/drawing/2014/main" id="{8827F589-4564-B8C3-038D-D46389911450}"/>
              </a:ext>
            </a:extLst>
          </p:cNvPr>
          <p:cNvPicPr>
            <a:picLocks noChangeAspect="1"/>
          </p:cNvPicPr>
          <p:nvPr/>
        </p:nvPicPr>
        <p:blipFill>
          <a:blip r:embed="rId5"/>
          <a:stretch>
            <a:fillRect/>
          </a:stretch>
        </p:blipFill>
        <p:spPr>
          <a:xfrm>
            <a:off x="7657638" y="2444312"/>
            <a:ext cx="990922" cy="1088550"/>
          </a:xfrm>
          <a:prstGeom prst="rect">
            <a:avLst/>
          </a:prstGeom>
        </p:spPr>
      </p:pic>
      <p:pic>
        <p:nvPicPr>
          <p:cNvPr id="12" name="Picture 11">
            <a:extLst>
              <a:ext uri="{FF2B5EF4-FFF2-40B4-BE49-F238E27FC236}">
                <a16:creationId xmlns:a16="http://schemas.microsoft.com/office/drawing/2014/main" id="{6E01B10D-A7E3-E90D-4B9B-196E78DA61BE}"/>
              </a:ext>
            </a:extLst>
          </p:cNvPr>
          <p:cNvPicPr>
            <a:picLocks noChangeAspect="1"/>
          </p:cNvPicPr>
          <p:nvPr/>
        </p:nvPicPr>
        <p:blipFill>
          <a:blip r:embed="rId5"/>
          <a:stretch>
            <a:fillRect/>
          </a:stretch>
        </p:blipFill>
        <p:spPr>
          <a:xfrm>
            <a:off x="8859692" y="2444312"/>
            <a:ext cx="990922" cy="1088550"/>
          </a:xfrm>
          <a:prstGeom prst="rect">
            <a:avLst/>
          </a:prstGeom>
        </p:spPr>
      </p:pic>
      <p:pic>
        <p:nvPicPr>
          <p:cNvPr id="13" name="Picture 12">
            <a:extLst>
              <a:ext uri="{FF2B5EF4-FFF2-40B4-BE49-F238E27FC236}">
                <a16:creationId xmlns:a16="http://schemas.microsoft.com/office/drawing/2014/main" id="{6AB9C446-DD7C-6CE8-16F5-F53B1AAAF449}"/>
              </a:ext>
            </a:extLst>
          </p:cNvPr>
          <p:cNvPicPr>
            <a:picLocks noChangeAspect="1"/>
          </p:cNvPicPr>
          <p:nvPr/>
        </p:nvPicPr>
        <p:blipFill>
          <a:blip r:embed="rId5"/>
          <a:stretch>
            <a:fillRect/>
          </a:stretch>
        </p:blipFill>
        <p:spPr>
          <a:xfrm>
            <a:off x="10061746" y="2429674"/>
            <a:ext cx="990922" cy="1088550"/>
          </a:xfrm>
          <a:prstGeom prst="rect">
            <a:avLst/>
          </a:prstGeom>
        </p:spPr>
      </p:pic>
      <p:pic>
        <p:nvPicPr>
          <p:cNvPr id="15" name="Picture 14">
            <a:extLst>
              <a:ext uri="{FF2B5EF4-FFF2-40B4-BE49-F238E27FC236}">
                <a16:creationId xmlns:a16="http://schemas.microsoft.com/office/drawing/2014/main" id="{A90D682A-5F75-41B3-A9F5-16684B9544B9}"/>
              </a:ext>
            </a:extLst>
          </p:cNvPr>
          <p:cNvPicPr>
            <a:picLocks noChangeAspect="1"/>
          </p:cNvPicPr>
          <p:nvPr/>
        </p:nvPicPr>
        <p:blipFill>
          <a:blip r:embed="rId6"/>
          <a:stretch>
            <a:fillRect/>
          </a:stretch>
        </p:blipFill>
        <p:spPr>
          <a:xfrm>
            <a:off x="675549" y="2261207"/>
            <a:ext cx="1944341" cy="4063670"/>
          </a:xfrm>
          <a:prstGeom prst="rect">
            <a:avLst/>
          </a:prstGeom>
        </p:spPr>
      </p:pic>
      <p:pic>
        <p:nvPicPr>
          <p:cNvPr id="17" name="Picture 16">
            <a:extLst>
              <a:ext uri="{FF2B5EF4-FFF2-40B4-BE49-F238E27FC236}">
                <a16:creationId xmlns:a16="http://schemas.microsoft.com/office/drawing/2014/main" id="{D2992C01-BC1D-465B-D2A5-7A01EBF51975}"/>
              </a:ext>
            </a:extLst>
          </p:cNvPr>
          <p:cNvPicPr>
            <a:picLocks noChangeAspect="1"/>
          </p:cNvPicPr>
          <p:nvPr/>
        </p:nvPicPr>
        <p:blipFill>
          <a:blip r:embed="rId7"/>
          <a:stretch>
            <a:fillRect/>
          </a:stretch>
        </p:blipFill>
        <p:spPr>
          <a:xfrm>
            <a:off x="4888990" y="2253856"/>
            <a:ext cx="2568571" cy="1469461"/>
          </a:xfrm>
          <a:prstGeom prst="rect">
            <a:avLst/>
          </a:prstGeom>
        </p:spPr>
      </p:pic>
      <p:sp>
        <p:nvSpPr>
          <p:cNvPr id="4" name="TextBox 3">
            <a:extLst>
              <a:ext uri="{FF2B5EF4-FFF2-40B4-BE49-F238E27FC236}">
                <a16:creationId xmlns:a16="http://schemas.microsoft.com/office/drawing/2014/main" id="{846F05AA-AACF-8BD6-8896-8345ACD49201}"/>
              </a:ext>
            </a:extLst>
          </p:cNvPr>
          <p:cNvSpPr txBox="1"/>
          <p:nvPr/>
        </p:nvSpPr>
        <p:spPr>
          <a:xfrm>
            <a:off x="2706322" y="6088353"/>
            <a:ext cx="6099242" cy="369332"/>
          </a:xfrm>
          <a:prstGeom prst="rect">
            <a:avLst/>
          </a:prstGeom>
          <a:solidFill>
            <a:schemeClr val="accent4"/>
          </a:solidFill>
        </p:spPr>
        <p:txBody>
          <a:bodyPr wrap="square">
            <a:spAutoFit/>
          </a:bodyPr>
          <a:lstStyle/>
          <a:p>
            <a:r>
              <a:rPr lang="en-GB" b="1">
                <a:solidFill>
                  <a:schemeClr val="bg1"/>
                </a:solidFill>
                <a:latin typeface="+mj-lt"/>
              </a:rPr>
              <a:t>Repeatability</a:t>
            </a:r>
            <a:r>
              <a:rPr lang="en-GB">
                <a:solidFill>
                  <a:schemeClr val="bg1"/>
                </a:solidFill>
                <a:latin typeface="+mj-lt"/>
              </a:rPr>
              <a:t> = same person, same method, same result.</a:t>
            </a:r>
            <a:endParaRPr lang="en-US">
              <a:solidFill>
                <a:schemeClr val="bg1"/>
              </a:solidFill>
              <a:latin typeface="+mj-lt"/>
            </a:endParaRPr>
          </a:p>
        </p:txBody>
      </p:sp>
    </p:spTree>
    <p:extLst>
      <p:ext uri="{BB962C8B-B14F-4D97-AF65-F5344CB8AC3E}">
        <p14:creationId xmlns:p14="http://schemas.microsoft.com/office/powerpoint/2010/main" val="3964216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A4784BE-5A7E-328A-7F0D-CA9B66932595}"/>
              </a:ext>
            </a:extLst>
          </p:cNvPr>
          <p:cNvSpPr>
            <a:spLocks noGrp="1"/>
          </p:cNvSpPr>
          <p:nvPr>
            <p:ph type="body" sz="quarter" idx="10"/>
          </p:nvPr>
        </p:nvSpPr>
        <p:spPr/>
        <p:txBody>
          <a:bodyPr>
            <a:normAutofit/>
          </a:bodyPr>
          <a:lstStyle/>
          <a:p>
            <a:r>
              <a:rPr lang="en-US" sz="3200" noProof="0">
                <a:latin typeface="+mj-lt"/>
              </a:rPr>
              <a:t>Reproducibility</a:t>
            </a:r>
          </a:p>
        </p:txBody>
      </p:sp>
      <p:pic>
        <p:nvPicPr>
          <p:cNvPr id="8" name="Picture 7">
            <a:extLst>
              <a:ext uri="{FF2B5EF4-FFF2-40B4-BE49-F238E27FC236}">
                <a16:creationId xmlns:a16="http://schemas.microsoft.com/office/drawing/2014/main" id="{F2EC4366-7307-29AD-21BE-D17FB7E6B1F1}"/>
              </a:ext>
            </a:extLst>
          </p:cNvPr>
          <p:cNvPicPr>
            <a:picLocks noChangeAspect="1"/>
          </p:cNvPicPr>
          <p:nvPr/>
        </p:nvPicPr>
        <p:blipFill>
          <a:blip r:embed="rId3"/>
          <a:srcRect r="33372"/>
          <a:stretch>
            <a:fillRect/>
          </a:stretch>
        </p:blipFill>
        <p:spPr>
          <a:xfrm>
            <a:off x="8491509" y="3833474"/>
            <a:ext cx="2674022" cy="2175540"/>
          </a:xfrm>
          <a:prstGeom prst="rect">
            <a:avLst/>
          </a:prstGeom>
        </p:spPr>
      </p:pic>
      <p:pic>
        <p:nvPicPr>
          <p:cNvPr id="12" name="Picture 11">
            <a:extLst>
              <a:ext uri="{FF2B5EF4-FFF2-40B4-BE49-F238E27FC236}">
                <a16:creationId xmlns:a16="http://schemas.microsoft.com/office/drawing/2014/main" id="{1065FA74-0963-D5CC-1AD6-B0EF55E49536}"/>
              </a:ext>
            </a:extLst>
          </p:cNvPr>
          <p:cNvPicPr>
            <a:picLocks noChangeAspect="1"/>
          </p:cNvPicPr>
          <p:nvPr/>
        </p:nvPicPr>
        <p:blipFill>
          <a:blip r:embed="rId4"/>
          <a:stretch>
            <a:fillRect/>
          </a:stretch>
        </p:blipFill>
        <p:spPr>
          <a:xfrm>
            <a:off x="691878" y="1993584"/>
            <a:ext cx="2674022" cy="3580219"/>
          </a:xfrm>
          <a:prstGeom prst="rect">
            <a:avLst/>
          </a:prstGeom>
        </p:spPr>
      </p:pic>
      <p:pic>
        <p:nvPicPr>
          <p:cNvPr id="14" name="Picture 13">
            <a:extLst>
              <a:ext uri="{FF2B5EF4-FFF2-40B4-BE49-F238E27FC236}">
                <a16:creationId xmlns:a16="http://schemas.microsoft.com/office/drawing/2014/main" id="{EA1E73CE-46C4-F786-1960-B903F18F7527}"/>
              </a:ext>
            </a:extLst>
          </p:cNvPr>
          <p:cNvPicPr>
            <a:picLocks noChangeAspect="1"/>
          </p:cNvPicPr>
          <p:nvPr/>
        </p:nvPicPr>
        <p:blipFill>
          <a:blip r:embed="rId5"/>
          <a:stretch>
            <a:fillRect/>
          </a:stretch>
        </p:blipFill>
        <p:spPr>
          <a:xfrm>
            <a:off x="3909454" y="2964246"/>
            <a:ext cx="2278465" cy="2587006"/>
          </a:xfrm>
          <a:prstGeom prst="rect">
            <a:avLst/>
          </a:prstGeom>
        </p:spPr>
      </p:pic>
      <p:pic>
        <p:nvPicPr>
          <p:cNvPr id="16" name="Picture 15">
            <a:extLst>
              <a:ext uri="{FF2B5EF4-FFF2-40B4-BE49-F238E27FC236}">
                <a16:creationId xmlns:a16="http://schemas.microsoft.com/office/drawing/2014/main" id="{13856AE2-7BD3-32E5-122E-2C030A1A5DEB}"/>
              </a:ext>
            </a:extLst>
          </p:cNvPr>
          <p:cNvPicPr>
            <a:picLocks noChangeAspect="1"/>
          </p:cNvPicPr>
          <p:nvPr/>
        </p:nvPicPr>
        <p:blipFill>
          <a:blip r:embed="rId6"/>
          <a:stretch>
            <a:fillRect/>
          </a:stretch>
        </p:blipFill>
        <p:spPr>
          <a:xfrm>
            <a:off x="8541192" y="2559055"/>
            <a:ext cx="990922" cy="1088550"/>
          </a:xfrm>
          <a:prstGeom prst="rect">
            <a:avLst/>
          </a:prstGeom>
        </p:spPr>
      </p:pic>
      <p:pic>
        <p:nvPicPr>
          <p:cNvPr id="17" name="Picture 16">
            <a:extLst>
              <a:ext uri="{FF2B5EF4-FFF2-40B4-BE49-F238E27FC236}">
                <a16:creationId xmlns:a16="http://schemas.microsoft.com/office/drawing/2014/main" id="{F2D5F3A1-7BEF-BDD3-8891-B6201B05DAAA}"/>
              </a:ext>
            </a:extLst>
          </p:cNvPr>
          <p:cNvPicPr>
            <a:picLocks noChangeAspect="1"/>
          </p:cNvPicPr>
          <p:nvPr/>
        </p:nvPicPr>
        <p:blipFill>
          <a:blip r:embed="rId6"/>
          <a:stretch>
            <a:fillRect/>
          </a:stretch>
        </p:blipFill>
        <p:spPr>
          <a:xfrm>
            <a:off x="10050545" y="2559055"/>
            <a:ext cx="990922" cy="1088550"/>
          </a:xfrm>
          <a:prstGeom prst="rect">
            <a:avLst/>
          </a:prstGeom>
        </p:spPr>
      </p:pic>
      <p:pic>
        <p:nvPicPr>
          <p:cNvPr id="20" name="Picture 19">
            <a:extLst>
              <a:ext uri="{FF2B5EF4-FFF2-40B4-BE49-F238E27FC236}">
                <a16:creationId xmlns:a16="http://schemas.microsoft.com/office/drawing/2014/main" id="{A6A2A232-E105-2B64-1CD8-EED73A7E88F6}"/>
              </a:ext>
            </a:extLst>
          </p:cNvPr>
          <p:cNvPicPr>
            <a:picLocks noChangeAspect="1"/>
          </p:cNvPicPr>
          <p:nvPr/>
        </p:nvPicPr>
        <p:blipFill>
          <a:blip r:embed="rId7"/>
          <a:stretch>
            <a:fillRect/>
          </a:stretch>
        </p:blipFill>
        <p:spPr>
          <a:xfrm>
            <a:off x="6510337" y="2930199"/>
            <a:ext cx="1981172" cy="819448"/>
          </a:xfrm>
          <a:prstGeom prst="rect">
            <a:avLst/>
          </a:prstGeom>
        </p:spPr>
      </p:pic>
      <p:sp>
        <p:nvSpPr>
          <p:cNvPr id="4" name="TextBox 3">
            <a:extLst>
              <a:ext uri="{FF2B5EF4-FFF2-40B4-BE49-F238E27FC236}">
                <a16:creationId xmlns:a16="http://schemas.microsoft.com/office/drawing/2014/main" id="{57DFB2B9-0C26-C70A-8E3B-9E3AD8083886}"/>
              </a:ext>
            </a:extLst>
          </p:cNvPr>
          <p:cNvSpPr txBox="1"/>
          <p:nvPr/>
        </p:nvSpPr>
        <p:spPr>
          <a:xfrm>
            <a:off x="533399" y="1582922"/>
            <a:ext cx="11217613" cy="646331"/>
          </a:xfrm>
          <a:prstGeom prst="rect">
            <a:avLst/>
          </a:prstGeom>
          <a:noFill/>
        </p:spPr>
        <p:txBody>
          <a:bodyPr wrap="square">
            <a:spAutoFit/>
          </a:bodyPr>
          <a:lstStyle/>
          <a:p>
            <a:r>
              <a:rPr lang="en-GB">
                <a:solidFill>
                  <a:srgbClr val="002060"/>
                </a:solidFill>
                <a:cs typeface="Arial" panose="020B0604020202020204" pitchFamily="34" charset="0"/>
              </a:rPr>
              <a:t>Now we have two different bakers using the same method, equipment, and process produce consistent results.</a:t>
            </a:r>
            <a:endParaRPr lang="en-US">
              <a:solidFill>
                <a:srgbClr val="002060"/>
              </a:solidFill>
              <a:cs typeface="Arial" panose="020B0604020202020204" pitchFamily="34" charset="0"/>
            </a:endParaRPr>
          </a:p>
        </p:txBody>
      </p:sp>
      <p:sp>
        <p:nvSpPr>
          <p:cNvPr id="7" name="TextBox 6">
            <a:extLst>
              <a:ext uri="{FF2B5EF4-FFF2-40B4-BE49-F238E27FC236}">
                <a16:creationId xmlns:a16="http://schemas.microsoft.com/office/drawing/2014/main" id="{1015B760-60AF-6209-653F-B7673B18C92D}"/>
              </a:ext>
            </a:extLst>
          </p:cNvPr>
          <p:cNvSpPr txBox="1"/>
          <p:nvPr/>
        </p:nvSpPr>
        <p:spPr>
          <a:xfrm>
            <a:off x="2986932" y="6376524"/>
            <a:ext cx="7046810" cy="369332"/>
          </a:xfrm>
          <a:prstGeom prst="rect">
            <a:avLst/>
          </a:prstGeom>
          <a:solidFill>
            <a:schemeClr val="accent4"/>
          </a:solidFill>
        </p:spPr>
        <p:txBody>
          <a:bodyPr wrap="square">
            <a:spAutoFit/>
          </a:bodyPr>
          <a:lstStyle>
            <a:defPPr>
              <a:defRPr lang="en-US"/>
            </a:defPPr>
            <a:lvl1pPr>
              <a:defRPr>
                <a:solidFill>
                  <a:schemeClr val="bg1"/>
                </a:solidFill>
              </a:defRPr>
            </a:lvl1pPr>
          </a:lstStyle>
          <a:p>
            <a:pPr algn="ctr"/>
            <a:r>
              <a:rPr lang="en-GB" b="1"/>
              <a:t>Reproducibility </a:t>
            </a:r>
            <a:r>
              <a:rPr lang="en-GB"/>
              <a:t>= different people, same method, same result.</a:t>
            </a:r>
            <a:endParaRPr lang="en-US"/>
          </a:p>
        </p:txBody>
      </p:sp>
    </p:spTree>
    <p:extLst>
      <p:ext uri="{BB962C8B-B14F-4D97-AF65-F5344CB8AC3E}">
        <p14:creationId xmlns:p14="http://schemas.microsoft.com/office/powerpoint/2010/main" val="2730866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8D3A1520-3560-7247-8EF4-BDA54252B5C8}"/>
              </a:ext>
            </a:extLst>
          </p:cNvPr>
          <p:cNvSpPr>
            <a:spLocks noGrp="1"/>
          </p:cNvSpPr>
          <p:nvPr>
            <p:ph type="body" sz="quarter" idx="12"/>
          </p:nvPr>
        </p:nvSpPr>
        <p:spPr>
          <a:xfrm>
            <a:off x="530280" y="3505200"/>
            <a:ext cx="914400" cy="492443"/>
          </a:xfrm>
        </p:spPr>
        <p:txBody>
          <a:bodyPr/>
          <a:lstStyle/>
          <a:p>
            <a:r>
              <a:rPr lang="en-US" sz="3200" noProof="0">
                <a:latin typeface="+mj-lt"/>
              </a:rPr>
              <a:t>02</a:t>
            </a:r>
          </a:p>
        </p:txBody>
      </p:sp>
      <p:sp>
        <p:nvSpPr>
          <p:cNvPr id="8" name="Text Placeholder 10">
            <a:extLst>
              <a:ext uri="{FF2B5EF4-FFF2-40B4-BE49-F238E27FC236}">
                <a16:creationId xmlns:a16="http://schemas.microsoft.com/office/drawing/2014/main" id="{9DCFBE6E-9A5F-431B-9E19-E69BAF936E44}"/>
              </a:ext>
            </a:extLst>
          </p:cNvPr>
          <p:cNvSpPr txBox="1">
            <a:spLocks/>
          </p:cNvSpPr>
          <p:nvPr/>
        </p:nvSpPr>
        <p:spPr>
          <a:xfrm>
            <a:off x="530280" y="4323356"/>
            <a:ext cx="5805974" cy="1322892"/>
          </a:xfrm>
          <a:prstGeom prst="rect">
            <a:avLst/>
          </a:prstGeom>
        </p:spPr>
        <p:txBody>
          <a:bodyPr>
            <a:noAutofit/>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3600" b="0" noProof="0">
              <a:solidFill>
                <a:srgbClr val="FFFFFF"/>
              </a:solidFill>
              <a:latin typeface="+mj-lt"/>
              <a:cs typeface="Arial" panose="020B0604020202020204" pitchFamily="34" charset="0"/>
            </a:endParaRPr>
          </a:p>
        </p:txBody>
      </p:sp>
      <p:sp>
        <p:nvSpPr>
          <p:cNvPr id="9" name="Text Placeholder 5">
            <a:extLst>
              <a:ext uri="{FF2B5EF4-FFF2-40B4-BE49-F238E27FC236}">
                <a16:creationId xmlns:a16="http://schemas.microsoft.com/office/drawing/2014/main" id="{DA95D0B6-DCD9-4147-B871-3C691A9A126C}"/>
              </a:ext>
            </a:extLst>
          </p:cNvPr>
          <p:cNvSpPr txBox="1">
            <a:spLocks/>
          </p:cNvSpPr>
          <p:nvPr/>
        </p:nvSpPr>
        <p:spPr>
          <a:xfrm>
            <a:off x="530280" y="6081831"/>
            <a:ext cx="2743200" cy="384721"/>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Font typeface="Arial" panose="020B0604020202020204" pitchFamily="34" charset="0"/>
              <a:buNone/>
              <a:defRPr sz="2500" b="1" kern="1200">
                <a:solidFill>
                  <a:schemeClr val="bg1"/>
                </a:solidFill>
                <a:latin typeface="Arial" panose="020B0604020202020204" pitchFamily="34" charset="0"/>
                <a:ea typeface="+mn-ea"/>
                <a:cs typeface="Arial" panose="020B0604020202020204" pitchFamily="34" charset="0"/>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0">
                <a:latin typeface="+mj-lt"/>
              </a:rPr>
              <a:t>MEASURE LSS11</a:t>
            </a:r>
          </a:p>
        </p:txBody>
      </p:sp>
      <p:sp>
        <p:nvSpPr>
          <p:cNvPr id="10" name="TextBox 9">
            <a:extLst>
              <a:ext uri="{FF2B5EF4-FFF2-40B4-BE49-F238E27FC236}">
                <a16:creationId xmlns:a16="http://schemas.microsoft.com/office/drawing/2014/main" id="{A33318BE-90E8-495B-BF0A-8517302D80E0}"/>
              </a:ext>
            </a:extLst>
          </p:cNvPr>
          <p:cNvSpPr txBox="1"/>
          <p:nvPr/>
        </p:nvSpPr>
        <p:spPr>
          <a:xfrm>
            <a:off x="530280" y="4800136"/>
            <a:ext cx="6097772" cy="584775"/>
          </a:xfrm>
          <a:prstGeom prst="rect">
            <a:avLst/>
          </a:prstGeom>
          <a:noFill/>
        </p:spPr>
        <p:txBody>
          <a:bodyPr wrap="square">
            <a:spAutoFit/>
          </a:bodyPr>
          <a:lstStyle/>
          <a:p>
            <a:r>
              <a:rPr lang="en-US" sz="3200" noProof="0">
                <a:solidFill>
                  <a:schemeClr val="accent5"/>
                </a:solidFill>
                <a:latin typeface="+mj-lt"/>
                <a:cs typeface="Arial" panose="020B0604020202020204" pitchFamily="34" charset="0"/>
              </a:rPr>
              <a:t>Selecting what to Measure</a:t>
            </a:r>
          </a:p>
        </p:txBody>
      </p:sp>
    </p:spTree>
    <p:extLst>
      <p:ext uri="{BB962C8B-B14F-4D97-AF65-F5344CB8AC3E}">
        <p14:creationId xmlns:p14="http://schemas.microsoft.com/office/powerpoint/2010/main" val="4292731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62DCD032-371A-404C-8706-E7650078E46A}"/>
              </a:ext>
            </a:extLst>
          </p:cNvPr>
          <p:cNvSpPr txBox="1">
            <a:spLocks/>
          </p:cNvSpPr>
          <p:nvPr/>
        </p:nvSpPr>
        <p:spPr>
          <a:xfrm>
            <a:off x="710381" y="275771"/>
            <a:ext cx="10783118" cy="1085172"/>
          </a:xfrm>
          <a:prstGeom prst="rect">
            <a:avLst/>
          </a:prstGeom>
        </p:spPr>
        <p:txBody>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US" sz="3200" b="1" noProof="0">
                <a:solidFill>
                  <a:srgbClr val="FFC000"/>
                </a:solidFill>
                <a:cs typeface="Arial" panose="020B0604020202020204" pitchFamily="34" charset="0"/>
              </a:rPr>
              <a:t>The Measurement Process</a:t>
            </a:r>
          </a:p>
        </p:txBody>
      </p:sp>
      <p:graphicFrame>
        <p:nvGraphicFramePr>
          <p:cNvPr id="3" name="Content Placeholder 4">
            <a:extLst>
              <a:ext uri="{FF2B5EF4-FFF2-40B4-BE49-F238E27FC236}">
                <a16:creationId xmlns:a16="http://schemas.microsoft.com/office/drawing/2014/main" id="{2E9D9004-EBBD-4BE5-835C-A7AD606B20D0}"/>
              </a:ext>
            </a:extLst>
          </p:cNvPr>
          <p:cNvGraphicFramePr>
            <a:graphicFrameLocks/>
          </p:cNvGraphicFramePr>
          <p:nvPr>
            <p:extLst>
              <p:ext uri="{D42A27DB-BD31-4B8C-83A1-F6EECF244321}">
                <p14:modId xmlns:p14="http://schemas.microsoft.com/office/powerpoint/2010/main" val="1252302829"/>
              </p:ext>
            </p:extLst>
          </p:nvPr>
        </p:nvGraphicFramePr>
        <p:xfrm>
          <a:off x="441329" y="2589212"/>
          <a:ext cx="10899116" cy="1679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0BFF71C9-B567-6F65-702D-1112B12BFB15}"/>
              </a:ext>
            </a:extLst>
          </p:cNvPr>
          <p:cNvSpPr txBox="1"/>
          <p:nvPr/>
        </p:nvSpPr>
        <p:spPr>
          <a:xfrm>
            <a:off x="441329" y="1796212"/>
            <a:ext cx="11052170" cy="369332"/>
          </a:xfrm>
          <a:prstGeom prst="rect">
            <a:avLst/>
          </a:prstGeom>
          <a:noFill/>
        </p:spPr>
        <p:txBody>
          <a:bodyPr wrap="square">
            <a:spAutoFit/>
          </a:bodyPr>
          <a:lstStyle/>
          <a:p>
            <a:r>
              <a:rPr lang="en-GB">
                <a:solidFill>
                  <a:srgbClr val="002060"/>
                </a:solidFill>
                <a:latin typeface="+mj-lt"/>
              </a:rPr>
              <a:t>A structured approach to data collection ensures data is reliable, valid, and consistent.</a:t>
            </a:r>
            <a:endParaRPr lang="en-US">
              <a:solidFill>
                <a:srgbClr val="002060"/>
              </a:solidFill>
              <a:latin typeface="+mj-lt"/>
            </a:endParaRPr>
          </a:p>
        </p:txBody>
      </p:sp>
      <p:sp>
        <p:nvSpPr>
          <p:cNvPr id="6" name="Rectangle 5">
            <a:extLst>
              <a:ext uri="{FF2B5EF4-FFF2-40B4-BE49-F238E27FC236}">
                <a16:creationId xmlns:a16="http://schemas.microsoft.com/office/drawing/2014/main" id="{F3B9EDFA-A3C4-47E6-9A8C-1989424348E8}"/>
              </a:ext>
            </a:extLst>
          </p:cNvPr>
          <p:cNvSpPr/>
          <p:nvPr/>
        </p:nvSpPr>
        <p:spPr>
          <a:xfrm>
            <a:off x="496632" y="4069081"/>
            <a:ext cx="1733460" cy="1186249"/>
          </a:xfrm>
          <a:prstGeom prst="rect">
            <a:avLst/>
          </a:prstGeom>
          <a:solidFill>
            <a:schemeClr val="bg1"/>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002060"/>
                </a:solidFill>
                <a:latin typeface="+mj-lt"/>
              </a:rPr>
              <a:t>Focus on what matters</a:t>
            </a:r>
          </a:p>
        </p:txBody>
      </p:sp>
      <p:sp>
        <p:nvSpPr>
          <p:cNvPr id="7" name="Rectangle 6">
            <a:extLst>
              <a:ext uri="{FF2B5EF4-FFF2-40B4-BE49-F238E27FC236}">
                <a16:creationId xmlns:a16="http://schemas.microsoft.com/office/drawing/2014/main" id="{19965660-DD07-C607-8735-1E383E3DEFAC}"/>
              </a:ext>
            </a:extLst>
          </p:cNvPr>
          <p:cNvSpPr/>
          <p:nvPr/>
        </p:nvSpPr>
        <p:spPr>
          <a:xfrm>
            <a:off x="2411095" y="4069080"/>
            <a:ext cx="1733460" cy="1186249"/>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002060"/>
                </a:solidFill>
                <a:latin typeface="+mj-lt"/>
              </a:rPr>
              <a:t>Ensure consistency</a:t>
            </a:r>
          </a:p>
        </p:txBody>
      </p:sp>
      <p:sp>
        <p:nvSpPr>
          <p:cNvPr id="8" name="Rectangle 7">
            <a:extLst>
              <a:ext uri="{FF2B5EF4-FFF2-40B4-BE49-F238E27FC236}">
                <a16:creationId xmlns:a16="http://schemas.microsoft.com/office/drawing/2014/main" id="{D7A1F32D-01E4-E916-9AC6-376E93B0BA61}"/>
              </a:ext>
            </a:extLst>
          </p:cNvPr>
          <p:cNvSpPr/>
          <p:nvPr/>
        </p:nvSpPr>
        <p:spPr>
          <a:xfrm>
            <a:off x="4380861" y="4069080"/>
            <a:ext cx="1733460" cy="1186249"/>
          </a:xfrm>
          <a:prstGeom prst="rect">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rgbClr val="002060"/>
                </a:solidFill>
                <a:latin typeface="+mj-lt"/>
              </a:rPr>
              <a:t>Know where data comes from</a:t>
            </a:r>
            <a:endParaRPr lang="en-US">
              <a:solidFill>
                <a:srgbClr val="002060"/>
              </a:solidFill>
              <a:latin typeface="+mj-lt"/>
            </a:endParaRPr>
          </a:p>
        </p:txBody>
      </p:sp>
      <p:sp>
        <p:nvSpPr>
          <p:cNvPr id="9" name="Rectangle 8">
            <a:extLst>
              <a:ext uri="{FF2B5EF4-FFF2-40B4-BE49-F238E27FC236}">
                <a16:creationId xmlns:a16="http://schemas.microsoft.com/office/drawing/2014/main" id="{BE82D48A-9007-AFF2-7724-F6012CBEA88E}"/>
              </a:ext>
            </a:extLst>
          </p:cNvPr>
          <p:cNvSpPr/>
          <p:nvPr/>
        </p:nvSpPr>
        <p:spPr>
          <a:xfrm>
            <a:off x="6474367" y="4069079"/>
            <a:ext cx="1733460" cy="1186249"/>
          </a:xfrm>
          <a:prstGeom prst="rect">
            <a:avLst/>
          </a:prstGeom>
          <a:solidFill>
            <a:schemeClr val="bg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t"/>
            <a:r>
              <a:rPr lang="en-US">
                <a:solidFill>
                  <a:srgbClr val="002060"/>
                </a:solidFill>
                <a:latin typeface="+mj-lt"/>
              </a:rPr>
              <a:t>Ensure quality &amp; structure</a:t>
            </a:r>
          </a:p>
        </p:txBody>
      </p:sp>
      <p:sp>
        <p:nvSpPr>
          <p:cNvPr id="10" name="Rectangle 9">
            <a:extLst>
              <a:ext uri="{FF2B5EF4-FFF2-40B4-BE49-F238E27FC236}">
                <a16:creationId xmlns:a16="http://schemas.microsoft.com/office/drawing/2014/main" id="{D2FC8FD6-CC5B-6F4C-ABAA-73F9064FB17B}"/>
              </a:ext>
            </a:extLst>
          </p:cNvPr>
          <p:cNvSpPr/>
          <p:nvPr/>
        </p:nvSpPr>
        <p:spPr>
          <a:xfrm>
            <a:off x="8625136" y="4069078"/>
            <a:ext cx="1733460" cy="1186249"/>
          </a:xfrm>
          <a:prstGeom prst="rect">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t"/>
            <a:r>
              <a:rPr lang="en-US">
                <a:solidFill>
                  <a:srgbClr val="002060"/>
                </a:solidFill>
                <a:latin typeface="+mj-lt"/>
              </a:rPr>
              <a:t>Improve over time</a:t>
            </a:r>
          </a:p>
        </p:txBody>
      </p:sp>
      <p:sp>
        <p:nvSpPr>
          <p:cNvPr id="12" name="TextBox 11">
            <a:extLst>
              <a:ext uri="{FF2B5EF4-FFF2-40B4-BE49-F238E27FC236}">
                <a16:creationId xmlns:a16="http://schemas.microsoft.com/office/drawing/2014/main" id="{7DF4CC91-D5B0-7AA5-58DC-CDDD01DFB5B2}"/>
              </a:ext>
            </a:extLst>
          </p:cNvPr>
          <p:cNvSpPr txBox="1"/>
          <p:nvPr/>
        </p:nvSpPr>
        <p:spPr>
          <a:xfrm>
            <a:off x="3017622" y="5748655"/>
            <a:ext cx="5708822" cy="369332"/>
          </a:xfrm>
          <a:prstGeom prst="rect">
            <a:avLst/>
          </a:prstGeom>
          <a:solidFill>
            <a:schemeClr val="accent4"/>
          </a:solidFill>
        </p:spPr>
        <p:txBody>
          <a:bodyPr wrap="square">
            <a:spAutoFit/>
          </a:bodyPr>
          <a:lstStyle/>
          <a:p>
            <a:pPr algn="ctr"/>
            <a:r>
              <a:rPr lang="en-GB">
                <a:solidFill>
                  <a:schemeClr val="bg1"/>
                </a:solidFill>
                <a:latin typeface="+mj-lt"/>
              </a:rPr>
              <a:t>These are not just steps, they ensure data quality.</a:t>
            </a:r>
            <a:endParaRPr lang="en-US">
              <a:solidFill>
                <a:schemeClr val="bg1"/>
              </a:solidFill>
              <a:latin typeface="+mj-lt"/>
            </a:endParaRPr>
          </a:p>
        </p:txBody>
      </p:sp>
    </p:spTree>
    <p:extLst>
      <p:ext uri="{BB962C8B-B14F-4D97-AF65-F5344CB8AC3E}">
        <p14:creationId xmlns:p14="http://schemas.microsoft.com/office/powerpoint/2010/main" val="1996576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P spid="6" grpId="0" animBg="1"/>
      <p:bldP spid="7" grpId="0" animBg="1"/>
      <p:bldP spid="8" grpId="0" animBg="1"/>
      <p:bldP spid="9" grpId="0" animBg="1"/>
      <p:bldP spid="10" grpId="0" animBg="1"/>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Rounded Corners 26">
            <a:extLst>
              <a:ext uri="{FF2B5EF4-FFF2-40B4-BE49-F238E27FC236}">
                <a16:creationId xmlns:a16="http://schemas.microsoft.com/office/drawing/2014/main" id="{FFD7A99B-7BFF-6438-708D-86E607B89E68}"/>
              </a:ext>
            </a:extLst>
          </p:cNvPr>
          <p:cNvSpPr/>
          <p:nvPr/>
        </p:nvSpPr>
        <p:spPr>
          <a:xfrm>
            <a:off x="6464880" y="3376975"/>
            <a:ext cx="4820194" cy="2571338"/>
          </a:xfrm>
          <a:prstGeom prst="roundRect">
            <a:avLst>
              <a:gd name="adj" fmla="val 11892"/>
            </a:avLst>
          </a:prstGeom>
          <a:solidFill>
            <a:schemeClr val="bg1"/>
          </a:solidFill>
          <a:ln w="38100">
            <a:solidFill>
              <a:srgbClr val="00AF7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GB" dirty="0">
              <a:solidFill>
                <a:srgbClr val="172859"/>
              </a:solidFill>
              <a:latin typeface="+mj-lt"/>
              <a:cs typeface="Arial" panose="020B0604020202020204" pitchFamily="34" charset="0"/>
            </a:endParaRPr>
          </a:p>
          <a:p>
            <a:pPr algn="ctr"/>
            <a:r>
              <a:rPr lang="en-GB" b="1" dirty="0">
                <a:solidFill>
                  <a:srgbClr val="172859"/>
                </a:solidFill>
                <a:latin typeface="+mj-lt"/>
                <a:cs typeface="Arial" panose="020B0604020202020204" pitchFamily="34" charset="0"/>
              </a:rPr>
              <a:t>Measurement of how well the process performs and uses resources.</a:t>
            </a:r>
          </a:p>
          <a:p>
            <a:pPr algn="ctr"/>
            <a:endParaRPr lang="en-GB" dirty="0">
              <a:solidFill>
                <a:srgbClr val="172859"/>
              </a:solidFill>
              <a:latin typeface="+mj-lt"/>
              <a:cs typeface="Arial" panose="020B0604020202020204" pitchFamily="34" charset="0"/>
            </a:endParaRPr>
          </a:p>
          <a:p>
            <a:r>
              <a:rPr lang="en-GB" dirty="0">
                <a:solidFill>
                  <a:srgbClr val="172859"/>
                </a:solidFill>
                <a:latin typeface="+mj-lt"/>
                <a:cs typeface="Arial" panose="020B0604020202020204" pitchFamily="34" charset="0"/>
              </a:rPr>
              <a:t>For example:</a:t>
            </a:r>
          </a:p>
          <a:p>
            <a:pPr marL="285750" indent="-285750">
              <a:buFont typeface="Arial" panose="020B0604020202020204" pitchFamily="34" charset="0"/>
              <a:buChar char="•"/>
            </a:pPr>
            <a:r>
              <a:rPr lang="en-GB" dirty="0">
                <a:solidFill>
                  <a:srgbClr val="172859"/>
                </a:solidFill>
                <a:latin typeface="+mj-lt"/>
                <a:cs typeface="Arial" panose="020B0604020202020204" pitchFamily="34" charset="0"/>
              </a:rPr>
              <a:t>Time and productivity</a:t>
            </a:r>
          </a:p>
          <a:p>
            <a:pPr marL="285750" indent="-285750">
              <a:buFont typeface="Arial" panose="020B0604020202020204" pitchFamily="34" charset="0"/>
              <a:buChar char="•"/>
            </a:pPr>
            <a:r>
              <a:rPr lang="en-GB" dirty="0">
                <a:solidFill>
                  <a:srgbClr val="172859"/>
                </a:solidFill>
                <a:latin typeface="+mj-lt"/>
                <a:cs typeface="Arial" panose="020B0604020202020204" pitchFamily="34" charset="0"/>
              </a:rPr>
              <a:t>Resource utilization</a:t>
            </a:r>
          </a:p>
          <a:p>
            <a:pPr marL="285750" indent="-285750">
              <a:buFont typeface="Arial" panose="020B0604020202020204" pitchFamily="34" charset="0"/>
              <a:buChar char="•"/>
            </a:pPr>
            <a:r>
              <a:rPr lang="en-GB" dirty="0">
                <a:solidFill>
                  <a:srgbClr val="172859"/>
                </a:solidFill>
                <a:latin typeface="+mj-lt"/>
                <a:cs typeface="Arial" panose="020B0604020202020204" pitchFamily="34" charset="0"/>
              </a:rPr>
              <a:t>Cost and waste</a:t>
            </a:r>
            <a:endParaRPr lang="en-US" dirty="0">
              <a:solidFill>
                <a:srgbClr val="172859"/>
              </a:solidFill>
              <a:latin typeface="+mj-lt"/>
              <a:cs typeface="Arial" panose="020B0604020202020204" pitchFamily="34" charset="0"/>
            </a:endParaRPr>
          </a:p>
        </p:txBody>
      </p:sp>
      <p:sp>
        <p:nvSpPr>
          <p:cNvPr id="15" name="TextBox 14">
            <a:extLst>
              <a:ext uri="{FF2B5EF4-FFF2-40B4-BE49-F238E27FC236}">
                <a16:creationId xmlns:a16="http://schemas.microsoft.com/office/drawing/2014/main" id="{56D962EB-59C8-5F07-1327-8749066B241B}"/>
              </a:ext>
            </a:extLst>
          </p:cNvPr>
          <p:cNvSpPr txBox="1"/>
          <p:nvPr/>
        </p:nvSpPr>
        <p:spPr>
          <a:xfrm>
            <a:off x="6430063" y="2597404"/>
            <a:ext cx="4855011" cy="919401"/>
          </a:xfrm>
          <a:prstGeom prst="roundRect">
            <a:avLst/>
          </a:prstGeom>
          <a:solidFill>
            <a:schemeClr val="accent3"/>
          </a:solidFill>
        </p:spPr>
        <p:txBody>
          <a:bodyPr wrap="square">
            <a:spAutoFit/>
          </a:bodyPr>
          <a:lstStyle/>
          <a:p>
            <a:pPr algn="ctr"/>
            <a:endParaRPr lang="en-US" b="1" noProof="0" dirty="0">
              <a:solidFill>
                <a:schemeClr val="bg1"/>
              </a:solidFill>
              <a:latin typeface="+mj-lt"/>
              <a:cs typeface="Arial" panose="020B0604020202020204" pitchFamily="34" charset="0"/>
            </a:endParaRPr>
          </a:p>
          <a:p>
            <a:pPr algn="ctr"/>
            <a:r>
              <a:rPr lang="en-US" sz="2800" b="1" noProof="0" dirty="0">
                <a:solidFill>
                  <a:schemeClr val="bg1"/>
                </a:solidFill>
                <a:latin typeface="+mj-lt"/>
                <a:cs typeface="Arial" panose="020B0604020202020204" pitchFamily="34" charset="0"/>
              </a:rPr>
              <a:t>Efficiency Measures </a:t>
            </a:r>
            <a:endParaRPr lang="en-US" sz="2800" noProof="0" dirty="0">
              <a:solidFill>
                <a:schemeClr val="bg1"/>
              </a:solidFill>
              <a:latin typeface="+mj-lt"/>
              <a:cs typeface="Arial" panose="020B0604020202020204" pitchFamily="34" charset="0"/>
            </a:endParaRPr>
          </a:p>
        </p:txBody>
      </p:sp>
      <p:sp>
        <p:nvSpPr>
          <p:cNvPr id="24" name="Rectangle: Rounded Corners 23">
            <a:extLst>
              <a:ext uri="{FF2B5EF4-FFF2-40B4-BE49-F238E27FC236}">
                <a16:creationId xmlns:a16="http://schemas.microsoft.com/office/drawing/2014/main" id="{71FC9213-108D-2CB9-BC9D-82275D5F1659}"/>
              </a:ext>
            </a:extLst>
          </p:cNvPr>
          <p:cNvSpPr/>
          <p:nvPr/>
        </p:nvSpPr>
        <p:spPr>
          <a:xfrm>
            <a:off x="809895" y="3376975"/>
            <a:ext cx="5014256" cy="2571338"/>
          </a:xfrm>
          <a:prstGeom prst="roundRect">
            <a:avLst>
              <a:gd name="adj" fmla="val 11892"/>
            </a:avLst>
          </a:prstGeom>
          <a:solidFill>
            <a:schemeClr val="bg1"/>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GB">
              <a:solidFill>
                <a:srgbClr val="172859"/>
              </a:solidFill>
              <a:latin typeface="+mj-lt"/>
              <a:cs typeface="Arial" panose="020B0604020202020204" pitchFamily="34" charset="0"/>
            </a:endParaRPr>
          </a:p>
          <a:p>
            <a:pPr algn="ctr"/>
            <a:r>
              <a:rPr lang="en-GB" b="1">
                <a:solidFill>
                  <a:srgbClr val="002060"/>
                </a:solidFill>
                <a:latin typeface="+mj-lt"/>
                <a:cs typeface="Arial" panose="020B0604020202020204" pitchFamily="34" charset="0"/>
              </a:rPr>
              <a:t>Measurement of how well we meet customer needs and requirements.</a:t>
            </a:r>
          </a:p>
          <a:p>
            <a:endParaRPr lang="en-GB">
              <a:solidFill>
                <a:srgbClr val="172859"/>
              </a:solidFill>
              <a:latin typeface="+mj-lt"/>
              <a:cs typeface="Arial" panose="020B0604020202020204" pitchFamily="34" charset="0"/>
            </a:endParaRPr>
          </a:p>
          <a:p>
            <a:r>
              <a:rPr lang="en-GB">
                <a:solidFill>
                  <a:srgbClr val="172859"/>
                </a:solidFill>
                <a:latin typeface="+mj-lt"/>
                <a:cs typeface="Arial" panose="020B0604020202020204" pitchFamily="34" charset="0"/>
              </a:rPr>
              <a:t>For example: </a:t>
            </a:r>
          </a:p>
          <a:p>
            <a:pPr marL="285750" indent="-285750">
              <a:buFont typeface="Arial" panose="020B0604020202020204" pitchFamily="34" charset="0"/>
              <a:buChar char="•"/>
            </a:pPr>
            <a:r>
              <a:rPr lang="en-GB">
                <a:solidFill>
                  <a:srgbClr val="172859"/>
                </a:solidFill>
                <a:latin typeface="+mj-lt"/>
                <a:cs typeface="Arial" panose="020B0604020202020204" pitchFamily="34" charset="0"/>
              </a:rPr>
              <a:t>Quality of service</a:t>
            </a:r>
          </a:p>
          <a:p>
            <a:pPr marL="285750" indent="-285750">
              <a:buFont typeface="Arial" panose="020B0604020202020204" pitchFamily="34" charset="0"/>
              <a:buChar char="•"/>
            </a:pPr>
            <a:r>
              <a:rPr lang="en-GB">
                <a:solidFill>
                  <a:srgbClr val="172859"/>
                </a:solidFill>
                <a:latin typeface="+mj-lt"/>
                <a:cs typeface="Arial" panose="020B0604020202020204" pitchFamily="34" charset="0"/>
              </a:rPr>
              <a:t>Customer satisfaction</a:t>
            </a:r>
          </a:p>
          <a:p>
            <a:pPr marL="285750" indent="-285750">
              <a:buFont typeface="Arial" panose="020B0604020202020204" pitchFamily="34" charset="0"/>
              <a:buChar char="•"/>
            </a:pPr>
            <a:r>
              <a:rPr lang="en-GB">
                <a:solidFill>
                  <a:srgbClr val="172859"/>
                </a:solidFill>
                <a:latin typeface="+mj-lt"/>
                <a:cs typeface="Arial" panose="020B0604020202020204" pitchFamily="34" charset="0"/>
              </a:rPr>
              <a:t>First-time-right outcomes</a:t>
            </a:r>
            <a:endParaRPr lang="en-US">
              <a:solidFill>
                <a:srgbClr val="172859"/>
              </a:solidFill>
              <a:latin typeface="+mj-lt"/>
              <a:cs typeface="Arial" panose="020B0604020202020204" pitchFamily="34" charset="0"/>
            </a:endParaRPr>
          </a:p>
        </p:txBody>
      </p:sp>
      <p:sp>
        <p:nvSpPr>
          <p:cNvPr id="2" name="Title 3">
            <a:extLst>
              <a:ext uri="{FF2B5EF4-FFF2-40B4-BE49-F238E27FC236}">
                <a16:creationId xmlns:a16="http://schemas.microsoft.com/office/drawing/2014/main" id="{CC2A3001-5EAD-41C8-87A3-BF55BBE573DF}"/>
              </a:ext>
            </a:extLst>
          </p:cNvPr>
          <p:cNvSpPr txBox="1">
            <a:spLocks/>
          </p:cNvSpPr>
          <p:nvPr/>
        </p:nvSpPr>
        <p:spPr>
          <a:xfrm>
            <a:off x="809895" y="104619"/>
            <a:ext cx="9109178" cy="1085172"/>
          </a:xfrm>
          <a:prstGeom prst="rect">
            <a:avLst/>
          </a:prstGeom>
        </p:spPr>
        <p:txBody>
          <a:bodyPr>
            <a:normAutofit/>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GB" sz="3200" b="1" noProof="0">
                <a:solidFill>
                  <a:srgbClr val="FFC000"/>
                </a:solidFill>
                <a:cs typeface="Arial" panose="020B0604020202020204" pitchFamily="34" charset="0"/>
              </a:rPr>
              <a:t>Deciding What to Measure: Effectiveness vs Efficiency</a:t>
            </a:r>
            <a:endParaRPr lang="en-US" sz="3200" b="1" noProof="0">
              <a:solidFill>
                <a:srgbClr val="FFC000"/>
              </a:solidFill>
              <a:cs typeface="Arial" panose="020B0604020202020204" pitchFamily="34" charset="0"/>
            </a:endParaRPr>
          </a:p>
        </p:txBody>
      </p:sp>
      <p:sp>
        <p:nvSpPr>
          <p:cNvPr id="9" name="TextBox 8">
            <a:extLst>
              <a:ext uri="{FF2B5EF4-FFF2-40B4-BE49-F238E27FC236}">
                <a16:creationId xmlns:a16="http://schemas.microsoft.com/office/drawing/2014/main" id="{B3EC46FC-E9C8-E56A-67ED-9B53C1870216}"/>
              </a:ext>
            </a:extLst>
          </p:cNvPr>
          <p:cNvSpPr txBox="1"/>
          <p:nvPr/>
        </p:nvSpPr>
        <p:spPr>
          <a:xfrm>
            <a:off x="809895" y="1492588"/>
            <a:ext cx="11022445" cy="305853"/>
          </a:xfrm>
          <a:prstGeom prst="rect">
            <a:avLst/>
          </a:prstGeom>
          <a:noFill/>
        </p:spPr>
        <p:txBody>
          <a:bodyPr wrap="square">
            <a:spAutoFit/>
          </a:bodyPr>
          <a:lstStyle/>
          <a:p>
            <a:pPr fontAlgn="t">
              <a:lnSpc>
                <a:spcPts val="1500"/>
              </a:lnSpc>
              <a:buNone/>
            </a:pPr>
            <a:r>
              <a:rPr lang="en-US" b="0" i="0">
                <a:solidFill>
                  <a:srgbClr val="002060"/>
                </a:solidFill>
                <a:effectLst/>
                <a:latin typeface="+mj-lt"/>
              </a:rPr>
              <a:t>Once data is reliable and consistent, we must decide what matters most to measure.</a:t>
            </a:r>
          </a:p>
        </p:txBody>
      </p:sp>
      <p:sp>
        <p:nvSpPr>
          <p:cNvPr id="13" name="TextBox 12">
            <a:extLst>
              <a:ext uri="{FF2B5EF4-FFF2-40B4-BE49-F238E27FC236}">
                <a16:creationId xmlns:a16="http://schemas.microsoft.com/office/drawing/2014/main" id="{FF0C1CCE-7774-706C-B3E5-81BC2389BA9D}"/>
              </a:ext>
            </a:extLst>
          </p:cNvPr>
          <p:cNvSpPr txBox="1"/>
          <p:nvPr/>
        </p:nvSpPr>
        <p:spPr>
          <a:xfrm>
            <a:off x="809895" y="2603714"/>
            <a:ext cx="5049073" cy="919401"/>
          </a:xfrm>
          <a:prstGeom prst="roundRect">
            <a:avLst/>
          </a:prstGeom>
          <a:solidFill>
            <a:schemeClr val="tx2"/>
          </a:solidFill>
        </p:spPr>
        <p:txBody>
          <a:bodyPr wrap="square">
            <a:spAutoFit/>
          </a:bodyPr>
          <a:lstStyle/>
          <a:p>
            <a:pPr algn="ctr"/>
            <a:endParaRPr lang="en-US" b="1" noProof="0">
              <a:solidFill>
                <a:schemeClr val="bg1"/>
              </a:solidFill>
              <a:latin typeface="+mj-lt"/>
              <a:cs typeface="Arial" panose="020B0604020202020204" pitchFamily="34" charset="0"/>
            </a:endParaRPr>
          </a:p>
          <a:p>
            <a:pPr algn="ctr"/>
            <a:r>
              <a:rPr lang="en-US" sz="2800" b="1" noProof="0">
                <a:solidFill>
                  <a:schemeClr val="bg1"/>
                </a:solidFill>
                <a:latin typeface="+mj-lt"/>
                <a:cs typeface="Arial" panose="020B0604020202020204" pitchFamily="34" charset="0"/>
              </a:rPr>
              <a:t>Effectiveness Measures</a:t>
            </a:r>
          </a:p>
        </p:txBody>
      </p:sp>
      <p:sp>
        <p:nvSpPr>
          <p:cNvPr id="16" name="Rectangle: Rounded Corners 15">
            <a:extLst>
              <a:ext uri="{FF2B5EF4-FFF2-40B4-BE49-F238E27FC236}">
                <a16:creationId xmlns:a16="http://schemas.microsoft.com/office/drawing/2014/main" id="{95C06C71-D9B6-2DAC-9D1A-24FF9E5296DC}"/>
              </a:ext>
            </a:extLst>
          </p:cNvPr>
          <p:cNvSpPr/>
          <p:nvPr/>
        </p:nvSpPr>
        <p:spPr>
          <a:xfrm>
            <a:off x="880950" y="1998864"/>
            <a:ext cx="3438876" cy="51719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noProof="0" dirty="0">
                <a:latin typeface="+mj-lt"/>
              </a:rPr>
              <a:t>Focus: Voice of the Customer</a:t>
            </a:r>
          </a:p>
        </p:txBody>
      </p:sp>
      <p:sp>
        <p:nvSpPr>
          <p:cNvPr id="17" name="Rectangle: Rounded Corners 16">
            <a:extLst>
              <a:ext uri="{FF2B5EF4-FFF2-40B4-BE49-F238E27FC236}">
                <a16:creationId xmlns:a16="http://schemas.microsoft.com/office/drawing/2014/main" id="{103D1396-90E2-ABB1-38D5-820ADE09274E}"/>
              </a:ext>
            </a:extLst>
          </p:cNvPr>
          <p:cNvSpPr/>
          <p:nvPr/>
        </p:nvSpPr>
        <p:spPr>
          <a:xfrm>
            <a:off x="6485418" y="1998864"/>
            <a:ext cx="3501743" cy="517197"/>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noProof="0" dirty="0">
                <a:latin typeface="+mj-lt"/>
              </a:rPr>
              <a:t>Focus: Voice of Business &amp; Process</a:t>
            </a:r>
          </a:p>
        </p:txBody>
      </p:sp>
      <p:grpSp>
        <p:nvGrpSpPr>
          <p:cNvPr id="10" name="Group 9">
            <a:extLst>
              <a:ext uri="{FF2B5EF4-FFF2-40B4-BE49-F238E27FC236}">
                <a16:creationId xmlns:a16="http://schemas.microsoft.com/office/drawing/2014/main" id="{EA5328FA-C249-7EA6-2C60-F6485AFA0680}"/>
              </a:ext>
            </a:extLst>
          </p:cNvPr>
          <p:cNvGrpSpPr/>
          <p:nvPr/>
        </p:nvGrpSpPr>
        <p:grpSpPr>
          <a:xfrm>
            <a:off x="10142235" y="1812760"/>
            <a:ext cx="1168815" cy="1132849"/>
            <a:chOff x="8072135" y="1762824"/>
            <a:chExt cx="1800000" cy="1800000"/>
          </a:xfrm>
        </p:grpSpPr>
        <p:sp>
          <p:nvSpPr>
            <p:cNvPr id="23" name="Flowchart: Connector 22">
              <a:extLst>
                <a:ext uri="{FF2B5EF4-FFF2-40B4-BE49-F238E27FC236}">
                  <a16:creationId xmlns:a16="http://schemas.microsoft.com/office/drawing/2014/main" id="{E3949427-D06A-4358-EBD3-F336BD816EA8}"/>
                </a:ext>
              </a:extLst>
            </p:cNvPr>
            <p:cNvSpPr/>
            <p:nvPr/>
          </p:nvSpPr>
          <p:spPr>
            <a:xfrm>
              <a:off x="8072135" y="1762824"/>
              <a:ext cx="1800000" cy="1800000"/>
            </a:xfrm>
            <a:prstGeom prst="flowChartConnector">
              <a:avLst/>
            </a:prstGeom>
            <a:solidFill>
              <a:schemeClr val="bg1"/>
            </a:solidFill>
            <a:ln w="76200">
              <a:solidFill>
                <a:srgbClr val="00AF7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mj-lt"/>
              </a:endParaRPr>
            </a:p>
          </p:txBody>
        </p:sp>
        <p:pic>
          <p:nvPicPr>
            <p:cNvPr id="6" name="Graphic 5" descr="Stopwatch 33% with solid fill">
              <a:extLst>
                <a:ext uri="{FF2B5EF4-FFF2-40B4-BE49-F238E27FC236}">
                  <a16:creationId xmlns:a16="http://schemas.microsoft.com/office/drawing/2014/main" id="{C8856F75-7623-C468-5137-F3753FE34A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10137" y="1960491"/>
              <a:ext cx="919817" cy="919817"/>
            </a:xfrm>
            <a:prstGeom prst="rect">
              <a:avLst/>
            </a:prstGeom>
          </p:spPr>
        </p:pic>
        <p:pic>
          <p:nvPicPr>
            <p:cNvPr id="14" name="Graphic 13" descr="Gears with solid fill">
              <a:extLst>
                <a:ext uri="{FF2B5EF4-FFF2-40B4-BE49-F238E27FC236}">
                  <a16:creationId xmlns:a16="http://schemas.microsoft.com/office/drawing/2014/main" id="{2A68D3D9-AF7F-1D18-0C3E-8BE05702C71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87774" y="2191047"/>
              <a:ext cx="1284361" cy="1284361"/>
            </a:xfrm>
            <a:prstGeom prst="rect">
              <a:avLst/>
            </a:prstGeom>
          </p:spPr>
        </p:pic>
      </p:grpSp>
      <p:grpSp>
        <p:nvGrpSpPr>
          <p:cNvPr id="8" name="Group 7">
            <a:extLst>
              <a:ext uri="{FF2B5EF4-FFF2-40B4-BE49-F238E27FC236}">
                <a16:creationId xmlns:a16="http://schemas.microsoft.com/office/drawing/2014/main" id="{7AB75D3B-E05C-E988-9F36-CB821BDA544D}"/>
              </a:ext>
            </a:extLst>
          </p:cNvPr>
          <p:cNvGrpSpPr/>
          <p:nvPr/>
        </p:nvGrpSpPr>
        <p:grpSpPr>
          <a:xfrm>
            <a:off x="4724970" y="1869972"/>
            <a:ext cx="1168815" cy="1231813"/>
            <a:chOff x="2555207" y="1837734"/>
            <a:chExt cx="1800000" cy="1957245"/>
          </a:xfrm>
        </p:grpSpPr>
        <p:sp>
          <p:nvSpPr>
            <p:cNvPr id="20" name="Flowchart: Connector 19">
              <a:extLst>
                <a:ext uri="{FF2B5EF4-FFF2-40B4-BE49-F238E27FC236}">
                  <a16:creationId xmlns:a16="http://schemas.microsoft.com/office/drawing/2014/main" id="{F48A43F3-7426-A547-DE8F-EF6D4F146966}"/>
                </a:ext>
              </a:extLst>
            </p:cNvPr>
            <p:cNvSpPr/>
            <p:nvPr/>
          </p:nvSpPr>
          <p:spPr>
            <a:xfrm>
              <a:off x="2555207" y="1837734"/>
              <a:ext cx="1800000" cy="1800000"/>
            </a:xfrm>
            <a:prstGeom prst="flowChartConnector">
              <a:avLst/>
            </a:prstGeom>
            <a:solidFill>
              <a:schemeClr val="bg1"/>
            </a:solid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mj-lt"/>
              </a:endParaRPr>
            </a:p>
          </p:txBody>
        </p:sp>
        <p:pic>
          <p:nvPicPr>
            <p:cNvPr id="4" name="Graphic 3" descr="Rating Star with solid fill">
              <a:extLst>
                <a:ext uri="{FF2B5EF4-FFF2-40B4-BE49-F238E27FC236}">
                  <a16:creationId xmlns:a16="http://schemas.microsoft.com/office/drawing/2014/main" id="{71AB3CF3-C587-123C-0435-DFB8E195B75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829794" y="2540012"/>
              <a:ext cx="1254967" cy="1254967"/>
            </a:xfrm>
            <a:prstGeom prst="rect">
              <a:avLst/>
            </a:prstGeom>
          </p:spPr>
        </p:pic>
        <p:pic>
          <p:nvPicPr>
            <p:cNvPr id="22" name="Graphic 21" descr="Customer review with solid fill">
              <a:extLst>
                <a:ext uri="{FF2B5EF4-FFF2-40B4-BE49-F238E27FC236}">
                  <a16:creationId xmlns:a16="http://schemas.microsoft.com/office/drawing/2014/main" id="{638C9174-8423-709B-EDCF-91AB1089CE2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987445" y="1977819"/>
              <a:ext cx="914400" cy="914400"/>
            </a:xfrm>
            <a:prstGeom prst="rect">
              <a:avLst/>
            </a:prstGeom>
          </p:spPr>
        </p:pic>
      </p:grpSp>
      <p:sp>
        <p:nvSpPr>
          <p:cNvPr id="7" name="TextBox 6">
            <a:extLst>
              <a:ext uri="{FF2B5EF4-FFF2-40B4-BE49-F238E27FC236}">
                <a16:creationId xmlns:a16="http://schemas.microsoft.com/office/drawing/2014/main" id="{59180E66-B4EE-35E4-77BD-6903A733FF99}"/>
              </a:ext>
            </a:extLst>
          </p:cNvPr>
          <p:cNvSpPr txBox="1"/>
          <p:nvPr/>
        </p:nvSpPr>
        <p:spPr>
          <a:xfrm>
            <a:off x="809895" y="6269099"/>
            <a:ext cx="9667166" cy="305853"/>
          </a:xfrm>
          <a:prstGeom prst="rect">
            <a:avLst/>
          </a:prstGeom>
          <a:solidFill>
            <a:schemeClr val="accent5"/>
          </a:solidFill>
        </p:spPr>
        <p:txBody>
          <a:bodyPr wrap="square" anchor="ctr">
            <a:spAutoFit/>
          </a:bodyPr>
          <a:lstStyle/>
          <a:p>
            <a:pPr fontAlgn="t">
              <a:lnSpc>
                <a:spcPts val="1500"/>
              </a:lnSpc>
              <a:buNone/>
            </a:pPr>
            <a:r>
              <a:rPr lang="en-US" b="1" i="0" dirty="0">
                <a:solidFill>
                  <a:schemeClr val="bg1"/>
                </a:solidFill>
                <a:effectLst/>
                <a:latin typeface="+mj-lt"/>
              </a:rPr>
              <a:t>Key Takeaway: </a:t>
            </a:r>
            <a:r>
              <a:rPr lang="en-US" b="0" i="0" dirty="0">
                <a:solidFill>
                  <a:schemeClr val="bg1"/>
                </a:solidFill>
                <a:effectLst/>
                <a:latin typeface="+mj-lt"/>
              </a:rPr>
              <a:t>The best measures balance customer outcomes and process performance.</a:t>
            </a:r>
          </a:p>
        </p:txBody>
      </p:sp>
    </p:spTree>
    <p:extLst>
      <p:ext uri="{BB962C8B-B14F-4D97-AF65-F5344CB8AC3E}">
        <p14:creationId xmlns:p14="http://schemas.microsoft.com/office/powerpoint/2010/main" val="3391802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15" grpId="0" animBg="1"/>
      <p:bldP spid="24" grpId="0" animBg="1"/>
      <p:bldP spid="13" grpId="0" animBg="1"/>
      <p:bldP spid="16" grpId="0" animBg="1"/>
      <p:bldP spid="17"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36C85637-8C13-40E0-8F9A-227FA6BC95A4}"/>
              </a:ext>
            </a:extLst>
          </p:cNvPr>
          <p:cNvSpPr txBox="1">
            <a:spLocks/>
          </p:cNvSpPr>
          <p:nvPr/>
        </p:nvSpPr>
        <p:spPr>
          <a:xfrm>
            <a:off x="710381" y="275771"/>
            <a:ext cx="10783118" cy="1085172"/>
          </a:xfrm>
          <a:prstGeom prst="rect">
            <a:avLst/>
          </a:prstGeom>
        </p:spPr>
        <p:txBody>
          <a:bodyPr>
            <a:normAutofit/>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US" sz="3200" b="1" noProof="0">
                <a:solidFill>
                  <a:srgbClr val="FFC000"/>
                </a:solidFill>
                <a:cs typeface="Arial" panose="020B0604020202020204" pitchFamily="34" charset="0"/>
              </a:rPr>
              <a:t>Question</a:t>
            </a:r>
          </a:p>
        </p:txBody>
      </p:sp>
      <p:sp>
        <p:nvSpPr>
          <p:cNvPr id="3" name="Content Placeholder 1">
            <a:extLst>
              <a:ext uri="{FF2B5EF4-FFF2-40B4-BE49-F238E27FC236}">
                <a16:creationId xmlns:a16="http://schemas.microsoft.com/office/drawing/2014/main" id="{4360ED1A-9C35-449B-B3C8-6A7D3E5150DF}"/>
              </a:ext>
            </a:extLst>
          </p:cNvPr>
          <p:cNvSpPr txBox="1">
            <a:spLocks/>
          </p:cNvSpPr>
          <p:nvPr/>
        </p:nvSpPr>
        <p:spPr>
          <a:xfrm>
            <a:off x="1734951" y="2475693"/>
            <a:ext cx="8722098" cy="4175125"/>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200" noProof="0">
                <a:solidFill>
                  <a:schemeClr val="accent4"/>
                </a:solidFill>
                <a:latin typeface="+mj-lt"/>
                <a:cs typeface="Arial" panose="020B0604020202020204" pitchFamily="34" charset="0"/>
              </a:rPr>
              <a:t>Which of the two methods do you think should really take priority?</a:t>
            </a:r>
          </a:p>
          <a:p>
            <a:endParaRPr lang="en-US" sz="900" noProof="0">
              <a:solidFill>
                <a:schemeClr val="accent4"/>
              </a:solidFill>
              <a:latin typeface="+mj-lt"/>
              <a:cs typeface="Arial" panose="020B0604020202020204" pitchFamily="34" charset="0"/>
            </a:endParaRPr>
          </a:p>
          <a:p>
            <a:pPr algn="ctr"/>
            <a:r>
              <a:rPr lang="en-US" sz="3200" noProof="0">
                <a:solidFill>
                  <a:schemeClr val="accent4"/>
                </a:solidFill>
                <a:latin typeface="+mj-lt"/>
                <a:cs typeface="Arial" panose="020B0604020202020204" pitchFamily="34" charset="0"/>
              </a:rPr>
              <a:t>EFFICIENCY OR EFFECTIVENESS</a:t>
            </a:r>
          </a:p>
          <a:p>
            <a:endParaRPr lang="en-US" sz="2400" noProof="0">
              <a:solidFill>
                <a:schemeClr val="accent4"/>
              </a:solidFill>
              <a:latin typeface="+mj-lt"/>
              <a:cs typeface="Arial" panose="020B0604020202020204" pitchFamily="34" charset="0"/>
            </a:endParaRPr>
          </a:p>
          <a:p>
            <a:endParaRPr lang="en-US" sz="1400" noProof="0">
              <a:solidFill>
                <a:schemeClr val="accent4"/>
              </a:solidFill>
              <a:latin typeface="+mj-lt"/>
              <a:cs typeface="Arial" panose="020B0604020202020204" pitchFamily="34" charset="0"/>
            </a:endParaRPr>
          </a:p>
        </p:txBody>
      </p:sp>
      <p:sp>
        <p:nvSpPr>
          <p:cNvPr id="4" name="Rectangle: Rounded Corners 3">
            <a:extLst>
              <a:ext uri="{FF2B5EF4-FFF2-40B4-BE49-F238E27FC236}">
                <a16:creationId xmlns:a16="http://schemas.microsoft.com/office/drawing/2014/main" id="{26FA2665-BF70-48EC-914B-19D8482A0EEB}"/>
              </a:ext>
            </a:extLst>
          </p:cNvPr>
          <p:cNvSpPr/>
          <p:nvPr/>
        </p:nvSpPr>
        <p:spPr>
          <a:xfrm>
            <a:off x="1635644" y="4933950"/>
            <a:ext cx="8920712" cy="1716868"/>
          </a:xfrm>
          <a:prstGeom prst="round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noProof="0">
                <a:latin typeface="+mj-lt"/>
                <a:cs typeface="Arial" panose="020B0604020202020204" pitchFamily="34" charset="0"/>
              </a:rPr>
              <a:t>Effectiveness</a:t>
            </a:r>
            <a:r>
              <a:rPr lang="en-US" sz="1600" noProof="0">
                <a:latin typeface="+mj-lt"/>
                <a:cs typeface="Arial" panose="020B0604020202020204" pitchFamily="34" charset="0"/>
              </a:rPr>
              <a:t> </a:t>
            </a:r>
          </a:p>
          <a:p>
            <a:pPr algn="ctr"/>
            <a:endParaRPr lang="en-US" sz="1600" noProof="0">
              <a:latin typeface="+mj-lt"/>
              <a:cs typeface="Arial" panose="020B0604020202020204" pitchFamily="34" charset="0"/>
            </a:endParaRPr>
          </a:p>
          <a:p>
            <a:pPr algn="ctr"/>
            <a:r>
              <a:rPr lang="en-US" noProof="0">
                <a:latin typeface="+mj-lt"/>
                <a:cs typeface="Arial" panose="020B0604020202020204" pitchFamily="34" charset="0"/>
              </a:rPr>
              <a:t>There is no point making things faster if it means rework or poor-quality outputs and that have not met our customer needs.</a:t>
            </a:r>
          </a:p>
        </p:txBody>
      </p:sp>
      <p:pic>
        <p:nvPicPr>
          <p:cNvPr id="5" name="Graphic 4" descr="Thought bubble with solid fill">
            <a:extLst>
              <a:ext uri="{FF2B5EF4-FFF2-40B4-BE49-F238E27FC236}">
                <a16:creationId xmlns:a16="http://schemas.microsoft.com/office/drawing/2014/main" id="{67903274-376F-D980-BA5A-F53AA52A93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106680" y="1233615"/>
            <a:ext cx="2038350" cy="2038350"/>
          </a:xfrm>
          <a:prstGeom prst="rect">
            <a:avLst/>
          </a:prstGeom>
        </p:spPr>
      </p:pic>
      <p:pic>
        <p:nvPicPr>
          <p:cNvPr id="6" name="Graphic 5" descr="Thought bubble with solid fill">
            <a:extLst>
              <a:ext uri="{FF2B5EF4-FFF2-40B4-BE49-F238E27FC236}">
                <a16:creationId xmlns:a16="http://schemas.microsoft.com/office/drawing/2014/main" id="{F0A9F3FD-54D9-9C91-C2D3-DCC50D9FFC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60330" y="1222855"/>
            <a:ext cx="2038350" cy="2038350"/>
          </a:xfrm>
          <a:prstGeom prst="rect">
            <a:avLst/>
          </a:prstGeom>
        </p:spPr>
      </p:pic>
    </p:spTree>
    <p:extLst>
      <p:ext uri="{BB962C8B-B14F-4D97-AF65-F5344CB8AC3E}">
        <p14:creationId xmlns:p14="http://schemas.microsoft.com/office/powerpoint/2010/main" val="3587072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5"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2000"/>
                                        <p:tgtEl>
                                          <p:spTgt spid="4"/>
                                        </p:tgtEl>
                                      </p:cBhvr>
                                    </p:animEffect>
                                    <p:anim calcmode="lin" valueType="num">
                                      <p:cBhvr>
                                        <p:cTn id="12" dur="2000" fill="hold"/>
                                        <p:tgtEl>
                                          <p:spTgt spid="4"/>
                                        </p:tgtEl>
                                        <p:attrNameLst>
                                          <p:attrName>ppt_w</p:attrName>
                                        </p:attrNameLst>
                                      </p:cBhvr>
                                      <p:tavLst>
                                        <p:tav tm="0" fmla="#ppt_w*sin(2.5*pi*$)">
                                          <p:val>
                                            <p:fltVal val="0"/>
                                          </p:val>
                                        </p:tav>
                                        <p:tav tm="100000">
                                          <p:val>
                                            <p:fltVal val="1"/>
                                          </p:val>
                                        </p:tav>
                                      </p:tavLst>
                                    </p:anim>
                                    <p:anim calcmode="lin" valueType="num">
                                      <p:cBhvr>
                                        <p:cTn id="13" dur="20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8D3A1520-3560-7247-8EF4-BDA54252B5C8}"/>
              </a:ext>
            </a:extLst>
          </p:cNvPr>
          <p:cNvSpPr>
            <a:spLocks noGrp="1"/>
          </p:cNvSpPr>
          <p:nvPr>
            <p:ph type="body" sz="quarter" idx="12"/>
          </p:nvPr>
        </p:nvSpPr>
        <p:spPr>
          <a:xfrm>
            <a:off x="530280" y="3505200"/>
            <a:ext cx="914400" cy="492443"/>
          </a:xfrm>
        </p:spPr>
        <p:txBody>
          <a:bodyPr/>
          <a:lstStyle/>
          <a:p>
            <a:r>
              <a:rPr lang="en-US" sz="3200" noProof="0">
                <a:latin typeface="+mj-lt"/>
              </a:rPr>
              <a:t>03</a:t>
            </a:r>
          </a:p>
        </p:txBody>
      </p:sp>
      <p:sp>
        <p:nvSpPr>
          <p:cNvPr id="8" name="Text Placeholder 10">
            <a:extLst>
              <a:ext uri="{FF2B5EF4-FFF2-40B4-BE49-F238E27FC236}">
                <a16:creationId xmlns:a16="http://schemas.microsoft.com/office/drawing/2014/main" id="{9DCFBE6E-9A5F-431B-9E19-E69BAF936E44}"/>
              </a:ext>
            </a:extLst>
          </p:cNvPr>
          <p:cNvSpPr txBox="1">
            <a:spLocks/>
          </p:cNvSpPr>
          <p:nvPr/>
        </p:nvSpPr>
        <p:spPr>
          <a:xfrm>
            <a:off x="530280" y="4323356"/>
            <a:ext cx="5805974" cy="1322892"/>
          </a:xfrm>
          <a:prstGeom prst="rect">
            <a:avLst/>
          </a:prstGeom>
        </p:spPr>
        <p:txBody>
          <a:bodyPr>
            <a:noAutofit/>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3600" b="0" noProof="0">
              <a:solidFill>
                <a:srgbClr val="FFFFFF"/>
              </a:solidFill>
              <a:latin typeface="+mj-lt"/>
              <a:cs typeface="Arial" panose="020B0604020202020204" pitchFamily="34" charset="0"/>
            </a:endParaRPr>
          </a:p>
        </p:txBody>
      </p:sp>
      <p:sp>
        <p:nvSpPr>
          <p:cNvPr id="9" name="Text Placeholder 5">
            <a:extLst>
              <a:ext uri="{FF2B5EF4-FFF2-40B4-BE49-F238E27FC236}">
                <a16:creationId xmlns:a16="http://schemas.microsoft.com/office/drawing/2014/main" id="{82E14748-0D38-46CF-9BCF-4378CBC67FE5}"/>
              </a:ext>
            </a:extLst>
          </p:cNvPr>
          <p:cNvSpPr txBox="1">
            <a:spLocks/>
          </p:cNvSpPr>
          <p:nvPr/>
        </p:nvSpPr>
        <p:spPr>
          <a:xfrm>
            <a:off x="533400" y="5971962"/>
            <a:ext cx="2743200" cy="384721"/>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Font typeface="Arial" panose="020B0604020202020204" pitchFamily="34" charset="0"/>
              <a:buNone/>
              <a:defRPr sz="2500" b="1" kern="1200">
                <a:solidFill>
                  <a:schemeClr val="bg1"/>
                </a:solidFill>
                <a:latin typeface="Arial" panose="020B0604020202020204" pitchFamily="34" charset="0"/>
                <a:ea typeface="+mn-ea"/>
                <a:cs typeface="Arial" panose="020B0604020202020204" pitchFamily="34" charset="0"/>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0">
                <a:latin typeface="+mj-lt"/>
              </a:rPr>
              <a:t>MEASURE LSS11</a:t>
            </a:r>
          </a:p>
        </p:txBody>
      </p:sp>
      <p:sp>
        <p:nvSpPr>
          <p:cNvPr id="10" name="TextBox 9">
            <a:extLst>
              <a:ext uri="{FF2B5EF4-FFF2-40B4-BE49-F238E27FC236}">
                <a16:creationId xmlns:a16="http://schemas.microsoft.com/office/drawing/2014/main" id="{1EA9EB18-02C2-4FF2-9093-FFBE8E7DC03B}"/>
              </a:ext>
            </a:extLst>
          </p:cNvPr>
          <p:cNvSpPr txBox="1"/>
          <p:nvPr/>
        </p:nvSpPr>
        <p:spPr>
          <a:xfrm>
            <a:off x="530280" y="4800136"/>
            <a:ext cx="6097772" cy="1077218"/>
          </a:xfrm>
          <a:prstGeom prst="rect">
            <a:avLst/>
          </a:prstGeom>
          <a:noFill/>
        </p:spPr>
        <p:txBody>
          <a:bodyPr wrap="square">
            <a:spAutoFit/>
          </a:bodyPr>
          <a:lstStyle/>
          <a:p>
            <a:r>
              <a:rPr lang="en-GB" sz="3200" noProof="0">
                <a:solidFill>
                  <a:schemeClr val="accent5"/>
                </a:solidFill>
                <a:latin typeface="+mj-lt"/>
                <a:cs typeface="Arial" panose="020B0604020202020204" pitchFamily="34" charset="0"/>
              </a:rPr>
              <a:t>Selecting and Defining Data for Measurement</a:t>
            </a:r>
            <a:endParaRPr lang="en-US" sz="3200" noProof="0">
              <a:solidFill>
                <a:schemeClr val="accent5"/>
              </a:solidFill>
              <a:latin typeface="+mj-lt"/>
              <a:cs typeface="Arial" panose="020B0604020202020204" pitchFamily="34" charset="0"/>
            </a:endParaRPr>
          </a:p>
        </p:txBody>
      </p:sp>
    </p:spTree>
    <p:extLst>
      <p:ext uri="{BB962C8B-B14F-4D97-AF65-F5344CB8AC3E}">
        <p14:creationId xmlns:p14="http://schemas.microsoft.com/office/powerpoint/2010/main" val="11946004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9F67DDA6-5A06-43D0-9B05-F1F76E6E784D}"/>
              </a:ext>
            </a:extLst>
          </p:cNvPr>
          <p:cNvSpPr/>
          <p:nvPr/>
        </p:nvSpPr>
        <p:spPr>
          <a:xfrm>
            <a:off x="317966" y="2828924"/>
            <a:ext cx="3551254" cy="3539978"/>
          </a:xfrm>
          <a:prstGeom prst="roundRect">
            <a:avLst/>
          </a:prstGeom>
          <a:solidFill>
            <a:schemeClr val="tx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fontAlgn="t">
              <a:lnSpc>
                <a:spcPts val="1500"/>
              </a:lnSpc>
              <a:buNone/>
            </a:pPr>
            <a:endParaRPr lang="en-US" sz="1600">
              <a:solidFill>
                <a:srgbClr val="002060"/>
              </a:solidFill>
              <a:latin typeface="+mj-lt"/>
            </a:endParaRPr>
          </a:p>
          <a:p>
            <a:pPr algn="ctr" fontAlgn="t">
              <a:buNone/>
            </a:pPr>
            <a:r>
              <a:rPr lang="en-US" sz="2000" b="1">
                <a:solidFill>
                  <a:schemeClr val="bg1"/>
                </a:solidFill>
                <a:latin typeface="+mj-lt"/>
              </a:rPr>
              <a:t>Understand the </a:t>
            </a:r>
          </a:p>
          <a:p>
            <a:pPr algn="ctr" fontAlgn="t">
              <a:buNone/>
            </a:pPr>
            <a:r>
              <a:rPr lang="en-US" sz="2000" b="1">
                <a:solidFill>
                  <a:schemeClr val="bg1"/>
                </a:solidFill>
                <a:latin typeface="+mj-lt"/>
              </a:rPr>
              <a:t>Process</a:t>
            </a:r>
          </a:p>
          <a:p>
            <a:pPr marL="457200" indent="-457200" fontAlgn="t">
              <a:lnSpc>
                <a:spcPts val="1500"/>
              </a:lnSpc>
              <a:buFont typeface="Arial" panose="020B0604020202020204" pitchFamily="34" charset="0"/>
              <a:buChar char="•"/>
            </a:pPr>
            <a:endParaRPr lang="en-GB" sz="1600" b="0" i="0">
              <a:solidFill>
                <a:schemeClr val="bg1"/>
              </a:solidFill>
              <a:effectLst/>
              <a:latin typeface="+mj-lt"/>
            </a:endParaRPr>
          </a:p>
          <a:p>
            <a:pPr fontAlgn="t">
              <a:lnSpc>
                <a:spcPts val="1500"/>
              </a:lnSpc>
            </a:pPr>
            <a:endParaRPr lang="en-GB" sz="1600" b="0" i="0">
              <a:solidFill>
                <a:schemeClr val="bg1"/>
              </a:solidFill>
              <a:effectLst/>
              <a:latin typeface="+mj-lt"/>
            </a:endParaRPr>
          </a:p>
          <a:p>
            <a:pPr marL="457200" indent="-457200" fontAlgn="t">
              <a:lnSpc>
                <a:spcPts val="1500"/>
              </a:lnSpc>
              <a:buFont typeface="Arial" panose="020B0604020202020204" pitchFamily="34" charset="0"/>
              <a:buChar char="•"/>
            </a:pPr>
            <a:r>
              <a:rPr lang="en-GB" sz="1600" b="0" i="0">
                <a:solidFill>
                  <a:schemeClr val="bg1"/>
                </a:solidFill>
                <a:effectLst/>
                <a:latin typeface="+mj-lt"/>
              </a:rPr>
              <a:t>Observe the process before measuring.</a:t>
            </a:r>
          </a:p>
          <a:p>
            <a:pPr fontAlgn="t">
              <a:lnSpc>
                <a:spcPts val="1500"/>
              </a:lnSpc>
            </a:pPr>
            <a:endParaRPr lang="en-GB" sz="1600" b="0" i="0">
              <a:solidFill>
                <a:schemeClr val="bg1"/>
              </a:solidFill>
              <a:effectLst/>
              <a:latin typeface="+mj-lt"/>
            </a:endParaRPr>
          </a:p>
          <a:p>
            <a:pPr marL="457200" indent="-457200" fontAlgn="t">
              <a:lnSpc>
                <a:spcPts val="1500"/>
              </a:lnSpc>
              <a:buFont typeface="Arial" panose="020B0604020202020204" pitchFamily="34" charset="0"/>
              <a:buChar char="•"/>
            </a:pPr>
            <a:r>
              <a:rPr lang="en-GB" sz="1600">
                <a:solidFill>
                  <a:schemeClr val="bg1"/>
                </a:solidFill>
                <a:latin typeface="+mj-lt"/>
              </a:rPr>
              <a:t>Identify where variation occurs.</a:t>
            </a:r>
          </a:p>
          <a:p>
            <a:pPr marL="457200" indent="-457200" fontAlgn="t">
              <a:lnSpc>
                <a:spcPts val="1500"/>
              </a:lnSpc>
              <a:buFont typeface="Arial" panose="020B0604020202020204" pitchFamily="34" charset="0"/>
              <a:buChar char="•"/>
            </a:pPr>
            <a:endParaRPr lang="en-GB" sz="1600">
              <a:solidFill>
                <a:schemeClr val="bg1"/>
              </a:solidFill>
              <a:latin typeface="+mj-lt"/>
            </a:endParaRPr>
          </a:p>
          <a:p>
            <a:pPr marL="457200" indent="-457200" fontAlgn="t">
              <a:lnSpc>
                <a:spcPts val="1500"/>
              </a:lnSpc>
              <a:buFont typeface="Arial" panose="020B0604020202020204" pitchFamily="34" charset="0"/>
              <a:buChar char="•"/>
            </a:pPr>
            <a:r>
              <a:rPr lang="en-GB" sz="1600">
                <a:solidFill>
                  <a:schemeClr val="bg1"/>
                </a:solidFill>
                <a:latin typeface="+mj-lt"/>
              </a:rPr>
              <a:t>Understand what is happening.</a:t>
            </a:r>
          </a:p>
          <a:p>
            <a:pPr fontAlgn="t">
              <a:lnSpc>
                <a:spcPts val="1500"/>
              </a:lnSpc>
            </a:pPr>
            <a:endParaRPr lang="en-GB" sz="1600">
              <a:solidFill>
                <a:schemeClr val="bg1"/>
              </a:solidFill>
              <a:latin typeface="+mj-lt"/>
            </a:endParaRPr>
          </a:p>
        </p:txBody>
      </p:sp>
      <p:sp>
        <p:nvSpPr>
          <p:cNvPr id="2" name="Title 3">
            <a:extLst>
              <a:ext uri="{FF2B5EF4-FFF2-40B4-BE49-F238E27FC236}">
                <a16:creationId xmlns:a16="http://schemas.microsoft.com/office/drawing/2014/main" id="{AE7772CC-11A9-4F75-8821-C4DC344EA058}"/>
              </a:ext>
            </a:extLst>
          </p:cNvPr>
          <p:cNvSpPr txBox="1">
            <a:spLocks/>
          </p:cNvSpPr>
          <p:nvPr/>
        </p:nvSpPr>
        <p:spPr>
          <a:xfrm>
            <a:off x="406730" y="208932"/>
            <a:ext cx="10783118" cy="1085172"/>
          </a:xfrm>
          <a:prstGeom prst="rect">
            <a:avLst/>
          </a:prstGeom>
        </p:spPr>
        <p:txBody>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US" sz="3200" b="1" noProof="0">
                <a:solidFill>
                  <a:srgbClr val="FFC000"/>
                </a:solidFill>
                <a:cs typeface="Arial" panose="020B0604020202020204" pitchFamily="34" charset="0"/>
              </a:rPr>
              <a:t>Data Collection Tips</a:t>
            </a:r>
            <a:br>
              <a:rPr lang="en-US" b="1" noProof="0">
                <a:solidFill>
                  <a:srgbClr val="FFC000"/>
                </a:solidFill>
                <a:cs typeface="Arial" panose="020B0604020202020204" pitchFamily="34" charset="0"/>
              </a:rPr>
            </a:br>
            <a:endParaRPr lang="en-US" b="1" noProof="0">
              <a:solidFill>
                <a:srgbClr val="FFC000"/>
              </a:solidFill>
              <a:cs typeface="Arial" panose="020B0604020202020204" pitchFamily="34" charset="0"/>
            </a:endParaRPr>
          </a:p>
        </p:txBody>
      </p:sp>
      <p:sp>
        <p:nvSpPr>
          <p:cNvPr id="4" name="Rectangle: Rounded Corners 3">
            <a:extLst>
              <a:ext uri="{FF2B5EF4-FFF2-40B4-BE49-F238E27FC236}">
                <a16:creationId xmlns:a16="http://schemas.microsoft.com/office/drawing/2014/main" id="{793A46BC-0F1B-4231-822B-3E91831BB559}"/>
              </a:ext>
            </a:extLst>
          </p:cNvPr>
          <p:cNvSpPr/>
          <p:nvPr/>
        </p:nvSpPr>
        <p:spPr>
          <a:xfrm>
            <a:off x="4403706" y="2828922"/>
            <a:ext cx="3547876" cy="3539977"/>
          </a:xfrm>
          <a:prstGeom prst="roundRect">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en-US" sz="1600" noProof="0">
              <a:solidFill>
                <a:schemeClr val="bg1"/>
              </a:solidFill>
              <a:latin typeface="+mj-lt"/>
            </a:endParaRPr>
          </a:p>
        </p:txBody>
      </p:sp>
      <p:sp>
        <p:nvSpPr>
          <p:cNvPr id="7" name="TextBox 6">
            <a:extLst>
              <a:ext uri="{FF2B5EF4-FFF2-40B4-BE49-F238E27FC236}">
                <a16:creationId xmlns:a16="http://schemas.microsoft.com/office/drawing/2014/main" id="{3EE30B6A-6FCA-4873-88ED-61A201C8CE84}"/>
              </a:ext>
            </a:extLst>
          </p:cNvPr>
          <p:cNvSpPr txBox="1"/>
          <p:nvPr/>
        </p:nvSpPr>
        <p:spPr>
          <a:xfrm>
            <a:off x="4585904" y="3260082"/>
            <a:ext cx="3183477" cy="2369880"/>
          </a:xfrm>
          <a:prstGeom prst="rect">
            <a:avLst/>
          </a:prstGeom>
          <a:noFill/>
        </p:spPr>
        <p:txBody>
          <a:bodyPr wrap="square">
            <a:spAutoFit/>
          </a:bodyPr>
          <a:lstStyle>
            <a:defPPr>
              <a:defRPr lang="en-US"/>
            </a:defPPr>
            <a:lvl1pPr marL="285750" indent="-285750">
              <a:buFont typeface="Arial" panose="020B0604020202020204" pitchFamily="34" charset="0"/>
              <a:buChar char="•"/>
              <a:defRPr sz="1600"/>
            </a:lvl1pPr>
          </a:lstStyle>
          <a:p>
            <a:pPr marL="0" indent="0" algn="ctr" fontAlgn="t">
              <a:buNone/>
            </a:pPr>
            <a:r>
              <a:rPr lang="en-GB" sz="2000" b="1">
                <a:solidFill>
                  <a:schemeClr val="bg1"/>
                </a:solidFill>
                <a:latin typeface="+mj-lt"/>
              </a:rPr>
              <a:t>Define the Purpose</a:t>
            </a:r>
          </a:p>
          <a:p>
            <a:pPr marL="0" indent="0">
              <a:buNone/>
            </a:pPr>
            <a:endParaRPr lang="en-GB">
              <a:solidFill>
                <a:schemeClr val="bg1"/>
              </a:solidFill>
              <a:latin typeface="+mj-lt"/>
              <a:cs typeface="Arial" panose="020B0604020202020204" pitchFamily="34" charset="0"/>
            </a:endParaRPr>
          </a:p>
          <a:p>
            <a:r>
              <a:rPr lang="en-GB" noProof="0">
                <a:solidFill>
                  <a:schemeClr val="bg1"/>
                </a:solidFill>
                <a:latin typeface="+mj-lt"/>
                <a:cs typeface="Arial" panose="020B0604020202020204" pitchFamily="34" charset="0"/>
              </a:rPr>
              <a:t>What question am I trying to answer?</a:t>
            </a:r>
          </a:p>
          <a:p>
            <a:endParaRPr lang="en-GB">
              <a:solidFill>
                <a:schemeClr val="bg1"/>
              </a:solidFill>
              <a:latin typeface="+mj-lt"/>
              <a:cs typeface="Arial" panose="020B0604020202020204" pitchFamily="34" charset="0"/>
            </a:endParaRPr>
          </a:p>
          <a:p>
            <a:r>
              <a:rPr lang="en-GB" noProof="0">
                <a:solidFill>
                  <a:schemeClr val="bg1"/>
                </a:solidFill>
                <a:latin typeface="+mj-lt"/>
                <a:cs typeface="Arial" panose="020B0604020202020204" pitchFamily="34" charset="0"/>
              </a:rPr>
              <a:t>What decision will this data support?</a:t>
            </a:r>
          </a:p>
          <a:p>
            <a:endParaRPr lang="en-GB">
              <a:solidFill>
                <a:schemeClr val="bg1"/>
              </a:solidFill>
              <a:latin typeface="+mj-lt"/>
              <a:cs typeface="Arial" panose="020B0604020202020204" pitchFamily="34" charset="0"/>
            </a:endParaRPr>
          </a:p>
          <a:p>
            <a:r>
              <a:rPr lang="en-GB" noProof="0">
                <a:solidFill>
                  <a:schemeClr val="bg1"/>
                </a:solidFill>
                <a:latin typeface="+mj-lt"/>
                <a:cs typeface="Arial" panose="020B0604020202020204" pitchFamily="34" charset="0"/>
              </a:rPr>
              <a:t>How will I use the data?</a:t>
            </a:r>
            <a:endParaRPr lang="en-US" noProof="0">
              <a:solidFill>
                <a:schemeClr val="bg1"/>
              </a:solidFill>
              <a:latin typeface="+mj-lt"/>
              <a:cs typeface="Arial" panose="020B0604020202020204" pitchFamily="34" charset="0"/>
            </a:endParaRPr>
          </a:p>
        </p:txBody>
      </p:sp>
      <p:sp>
        <p:nvSpPr>
          <p:cNvPr id="14" name="Flowchart: Connector 13">
            <a:extLst>
              <a:ext uri="{FF2B5EF4-FFF2-40B4-BE49-F238E27FC236}">
                <a16:creationId xmlns:a16="http://schemas.microsoft.com/office/drawing/2014/main" id="{1EF736C8-1EBB-DB52-CFDC-2928B0EFB4A8}"/>
              </a:ext>
            </a:extLst>
          </p:cNvPr>
          <p:cNvSpPr/>
          <p:nvPr/>
        </p:nvSpPr>
        <p:spPr>
          <a:xfrm>
            <a:off x="5277643" y="1357620"/>
            <a:ext cx="1800000" cy="1800000"/>
          </a:xfrm>
          <a:prstGeom prst="flowChartConnector">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mj-lt"/>
            </a:endParaRPr>
          </a:p>
        </p:txBody>
      </p:sp>
      <p:pic>
        <p:nvPicPr>
          <p:cNvPr id="12" name="Graphic 11" descr="Questions with solid fill">
            <a:extLst>
              <a:ext uri="{FF2B5EF4-FFF2-40B4-BE49-F238E27FC236}">
                <a16:creationId xmlns:a16="http://schemas.microsoft.com/office/drawing/2014/main" id="{4E453B26-3E55-E63A-76C6-CF7A1BEC69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26825" y="1693404"/>
            <a:ext cx="1101634" cy="1101634"/>
          </a:xfrm>
          <a:prstGeom prst="rect">
            <a:avLst/>
          </a:prstGeom>
        </p:spPr>
      </p:pic>
      <p:sp>
        <p:nvSpPr>
          <p:cNvPr id="18" name="Rectangle: Rounded Corners 17">
            <a:extLst>
              <a:ext uri="{FF2B5EF4-FFF2-40B4-BE49-F238E27FC236}">
                <a16:creationId xmlns:a16="http://schemas.microsoft.com/office/drawing/2014/main" id="{1B947E16-CAB5-FA89-4EF3-6AC11DC152F3}"/>
              </a:ext>
            </a:extLst>
          </p:cNvPr>
          <p:cNvSpPr/>
          <p:nvPr/>
        </p:nvSpPr>
        <p:spPr>
          <a:xfrm>
            <a:off x="4697561" y="6141032"/>
            <a:ext cx="3030279" cy="508035"/>
          </a:xfrm>
          <a:prstGeom prst="round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accent1"/>
                </a:solidFill>
                <a:latin typeface="+mj-lt"/>
              </a:rPr>
              <a:t>Focus </a:t>
            </a:r>
            <a:r>
              <a:rPr lang="en-US" sz="1400">
                <a:solidFill>
                  <a:schemeClr val="accent1"/>
                </a:solidFill>
                <a:latin typeface="+mj-lt"/>
              </a:rPr>
              <a:t>= purpose and intent</a:t>
            </a:r>
          </a:p>
        </p:txBody>
      </p:sp>
      <p:sp>
        <p:nvSpPr>
          <p:cNvPr id="5" name="Rectangle: Rounded Corners 4">
            <a:extLst>
              <a:ext uri="{FF2B5EF4-FFF2-40B4-BE49-F238E27FC236}">
                <a16:creationId xmlns:a16="http://schemas.microsoft.com/office/drawing/2014/main" id="{F1A63E78-0582-4F2C-9F5A-2A87DA7FB88D}"/>
              </a:ext>
            </a:extLst>
          </p:cNvPr>
          <p:cNvSpPr/>
          <p:nvPr/>
        </p:nvSpPr>
        <p:spPr>
          <a:xfrm>
            <a:off x="8406113" y="2833537"/>
            <a:ext cx="3547876" cy="3539977"/>
          </a:xfrm>
          <a:prstGeom prst="roundRect">
            <a:avLst/>
          </a:prstGeom>
          <a:solidFill>
            <a:schemeClr val="accent3"/>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t"/>
            <a:r>
              <a:rPr lang="en-GB" sz="2000" b="1">
                <a:solidFill>
                  <a:schemeClr val="bg1"/>
                </a:solidFill>
                <a:latin typeface="+mj-lt"/>
              </a:rPr>
              <a:t>Collect Valuable Data</a:t>
            </a:r>
          </a:p>
          <a:p>
            <a:pPr algn="ctr" fontAlgn="t"/>
            <a:endParaRPr lang="en-GB" sz="2000" b="1">
              <a:solidFill>
                <a:schemeClr val="bg1"/>
              </a:solidFill>
              <a:latin typeface="+mj-lt"/>
            </a:endParaRPr>
          </a:p>
          <a:p>
            <a:pPr marL="285750" indent="-285750" fontAlgn="t">
              <a:buFont typeface="Arial" panose="020B0604020202020204" pitchFamily="34" charset="0"/>
              <a:buChar char="•"/>
            </a:pPr>
            <a:r>
              <a:rPr lang="en-GB" sz="1600">
                <a:solidFill>
                  <a:schemeClr val="bg1"/>
                </a:solidFill>
                <a:latin typeface="+mj-lt"/>
                <a:cs typeface="Arial" panose="020B0604020202020204" pitchFamily="34" charset="0"/>
              </a:rPr>
              <a:t>Link data to customer requirements.</a:t>
            </a:r>
          </a:p>
          <a:p>
            <a:pPr marL="285750" indent="-285750" fontAlgn="t">
              <a:buFont typeface="Arial" panose="020B0604020202020204" pitchFamily="34" charset="0"/>
              <a:buChar char="•"/>
            </a:pPr>
            <a:endParaRPr lang="en-GB" sz="1600">
              <a:solidFill>
                <a:schemeClr val="bg1"/>
              </a:solidFill>
              <a:latin typeface="+mj-lt"/>
              <a:cs typeface="Arial" panose="020B0604020202020204" pitchFamily="34" charset="0"/>
            </a:endParaRPr>
          </a:p>
          <a:p>
            <a:pPr marL="285750" indent="-285750" fontAlgn="t">
              <a:buFont typeface="Arial" panose="020B0604020202020204" pitchFamily="34" charset="0"/>
              <a:buChar char="•"/>
            </a:pPr>
            <a:r>
              <a:rPr lang="en-GB" sz="1600">
                <a:solidFill>
                  <a:schemeClr val="bg1"/>
                </a:solidFill>
                <a:latin typeface="+mj-lt"/>
                <a:cs typeface="Arial" panose="020B0604020202020204" pitchFamily="34" charset="0"/>
              </a:rPr>
              <a:t>Only collect what is necessary.</a:t>
            </a:r>
          </a:p>
          <a:p>
            <a:pPr marL="285750" indent="-285750" fontAlgn="t">
              <a:buFont typeface="Arial" panose="020B0604020202020204" pitchFamily="34" charset="0"/>
              <a:buChar char="•"/>
            </a:pPr>
            <a:endParaRPr lang="en-GB" sz="1600">
              <a:solidFill>
                <a:schemeClr val="bg1"/>
              </a:solidFill>
              <a:latin typeface="+mj-lt"/>
              <a:cs typeface="Arial" panose="020B0604020202020204" pitchFamily="34" charset="0"/>
            </a:endParaRPr>
          </a:p>
          <a:p>
            <a:pPr marL="285750" indent="-285750" fontAlgn="t">
              <a:buFont typeface="Arial" panose="020B0604020202020204" pitchFamily="34" charset="0"/>
              <a:buChar char="•"/>
            </a:pPr>
            <a:r>
              <a:rPr lang="en-GB" sz="1600">
                <a:solidFill>
                  <a:schemeClr val="bg1"/>
                </a:solidFill>
                <a:latin typeface="+mj-lt"/>
                <a:cs typeface="Arial" panose="020B0604020202020204" pitchFamily="34" charset="0"/>
              </a:rPr>
              <a:t>Avoid collecting data “just in case”.</a:t>
            </a:r>
            <a:endParaRPr lang="en-US" sz="1600">
              <a:solidFill>
                <a:schemeClr val="bg1"/>
              </a:solidFill>
              <a:latin typeface="+mj-lt"/>
              <a:cs typeface="Arial" panose="020B0604020202020204" pitchFamily="34" charset="0"/>
            </a:endParaRPr>
          </a:p>
        </p:txBody>
      </p:sp>
      <p:sp>
        <p:nvSpPr>
          <p:cNvPr id="17" name="Flowchart: Connector 16">
            <a:extLst>
              <a:ext uri="{FF2B5EF4-FFF2-40B4-BE49-F238E27FC236}">
                <a16:creationId xmlns:a16="http://schemas.microsoft.com/office/drawing/2014/main" id="{AD49753E-096D-25DE-0367-F95A801097DB}"/>
              </a:ext>
            </a:extLst>
          </p:cNvPr>
          <p:cNvSpPr/>
          <p:nvPr/>
        </p:nvSpPr>
        <p:spPr>
          <a:xfrm>
            <a:off x="9360005" y="1357620"/>
            <a:ext cx="1800000" cy="1800000"/>
          </a:xfrm>
          <a:prstGeom prst="flowChartConnector">
            <a:avLst/>
          </a:prstGeom>
          <a:solidFill>
            <a:schemeClr val="accent3"/>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mj-lt"/>
            </a:endParaRPr>
          </a:p>
        </p:txBody>
      </p:sp>
      <p:pic>
        <p:nvPicPr>
          <p:cNvPr id="21" name="Graphic 20" descr="Rating with solid fill">
            <a:extLst>
              <a:ext uri="{FF2B5EF4-FFF2-40B4-BE49-F238E27FC236}">
                <a16:creationId xmlns:a16="http://schemas.microsoft.com/office/drawing/2014/main" id="{0516125E-A33F-F6CC-FB1B-65A8A34AB3A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47388" y="1698019"/>
            <a:ext cx="1219221" cy="1219221"/>
          </a:xfrm>
          <a:prstGeom prst="rect">
            <a:avLst/>
          </a:prstGeom>
        </p:spPr>
      </p:pic>
      <p:sp>
        <p:nvSpPr>
          <p:cNvPr id="19" name="Rectangle: Rounded Corners 18">
            <a:extLst>
              <a:ext uri="{FF2B5EF4-FFF2-40B4-BE49-F238E27FC236}">
                <a16:creationId xmlns:a16="http://schemas.microsoft.com/office/drawing/2014/main" id="{4337AAF1-167B-062F-DED8-EF147AC7E2AE}"/>
              </a:ext>
            </a:extLst>
          </p:cNvPr>
          <p:cNvSpPr/>
          <p:nvPr/>
        </p:nvSpPr>
        <p:spPr>
          <a:xfrm>
            <a:off x="8664911" y="6145646"/>
            <a:ext cx="3030279" cy="508035"/>
          </a:xfrm>
          <a:prstGeom prst="roundRect">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accent3"/>
                </a:solidFill>
                <a:latin typeface="+mj-lt"/>
              </a:rPr>
              <a:t>Focus </a:t>
            </a:r>
            <a:r>
              <a:rPr lang="en-US" sz="1400">
                <a:solidFill>
                  <a:schemeClr val="accent3"/>
                </a:solidFill>
                <a:latin typeface="+mj-lt"/>
              </a:rPr>
              <a:t>= value and efficiency</a:t>
            </a:r>
          </a:p>
        </p:txBody>
      </p:sp>
      <p:sp>
        <p:nvSpPr>
          <p:cNvPr id="6" name="Flowchart: Connector 5">
            <a:extLst>
              <a:ext uri="{FF2B5EF4-FFF2-40B4-BE49-F238E27FC236}">
                <a16:creationId xmlns:a16="http://schemas.microsoft.com/office/drawing/2014/main" id="{273178E1-1B6C-18D8-C12E-821A35616BB6}"/>
              </a:ext>
            </a:extLst>
          </p:cNvPr>
          <p:cNvSpPr/>
          <p:nvPr/>
        </p:nvSpPr>
        <p:spPr>
          <a:xfrm>
            <a:off x="1193593" y="1387856"/>
            <a:ext cx="1800000" cy="1800000"/>
          </a:xfrm>
          <a:prstGeom prst="flowChartConnector">
            <a:avLst/>
          </a:prstGeom>
          <a:solidFill>
            <a:schemeClr val="tx2"/>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mj-lt"/>
            </a:endParaRPr>
          </a:p>
        </p:txBody>
      </p:sp>
      <p:pic>
        <p:nvPicPr>
          <p:cNvPr id="10" name="Graphic 9" descr="Target Audience with solid fill">
            <a:extLst>
              <a:ext uri="{FF2B5EF4-FFF2-40B4-BE49-F238E27FC236}">
                <a16:creationId xmlns:a16="http://schemas.microsoft.com/office/drawing/2014/main" id="{3D4D8F3F-0116-18B3-65D7-B374EE067A3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13076" y="1733673"/>
            <a:ext cx="1138684" cy="1138684"/>
          </a:xfrm>
          <a:prstGeom prst="rect">
            <a:avLst/>
          </a:prstGeom>
        </p:spPr>
      </p:pic>
      <p:sp>
        <p:nvSpPr>
          <p:cNvPr id="16" name="Rectangle: Rounded Corners 15">
            <a:extLst>
              <a:ext uri="{FF2B5EF4-FFF2-40B4-BE49-F238E27FC236}">
                <a16:creationId xmlns:a16="http://schemas.microsoft.com/office/drawing/2014/main" id="{ECA0058B-4035-E767-71D4-D152E45512BB}"/>
              </a:ext>
            </a:extLst>
          </p:cNvPr>
          <p:cNvSpPr/>
          <p:nvPr/>
        </p:nvSpPr>
        <p:spPr>
          <a:xfrm>
            <a:off x="567278" y="6141032"/>
            <a:ext cx="3030279" cy="508035"/>
          </a:xfrm>
          <a:prstGeom prst="roundRect">
            <a:avLst/>
          </a:prstGeom>
          <a:solidFill>
            <a:schemeClr val="bg1"/>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2"/>
                </a:solidFill>
                <a:latin typeface="+mj-lt"/>
              </a:rPr>
              <a:t>Focus </a:t>
            </a:r>
            <a:r>
              <a:rPr lang="en-GB" sz="1400" dirty="0">
                <a:solidFill>
                  <a:schemeClr val="tx2"/>
                </a:solidFill>
                <a:latin typeface="+mj-lt"/>
              </a:rPr>
              <a:t>= don’t jump straight to data</a:t>
            </a:r>
            <a:endParaRPr lang="en-US" sz="1400" dirty="0">
              <a:solidFill>
                <a:schemeClr val="tx2"/>
              </a:solidFill>
              <a:latin typeface="+mj-lt"/>
            </a:endParaRPr>
          </a:p>
        </p:txBody>
      </p:sp>
    </p:spTree>
    <p:extLst>
      <p:ext uri="{BB962C8B-B14F-4D97-AF65-F5344CB8AC3E}">
        <p14:creationId xmlns:p14="http://schemas.microsoft.com/office/powerpoint/2010/main" val="2685807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P spid="14" grpId="0" animBg="1"/>
      <p:bldP spid="18" grpId="0" animBg="1"/>
      <p:bldP spid="5" grpId="0" animBg="1"/>
      <p:bldP spid="17" grpId="0" animBg="1"/>
      <p:bldP spid="19" grpId="0" animBg="1"/>
      <p:bldP spid="1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428CA143-BB51-4311-85DD-F77502370847}"/>
              </a:ext>
            </a:extLst>
          </p:cNvPr>
          <p:cNvSpPr txBox="1">
            <a:spLocks/>
          </p:cNvSpPr>
          <p:nvPr/>
        </p:nvSpPr>
        <p:spPr>
          <a:xfrm>
            <a:off x="304800" y="350199"/>
            <a:ext cx="11182759" cy="1085172"/>
          </a:xfrm>
          <a:prstGeom prst="rect">
            <a:avLst/>
          </a:prstGeom>
        </p:spPr>
        <p:txBody>
          <a:bodyPr>
            <a:normAutofit/>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GB" sz="3200" b="1">
                <a:solidFill>
                  <a:srgbClr val="FFC000"/>
                </a:solidFill>
                <a:cs typeface="Arial" panose="020B0604020202020204" pitchFamily="34" charset="0"/>
              </a:rPr>
              <a:t>Activity: W</a:t>
            </a:r>
            <a:r>
              <a:rPr lang="en-US" sz="3200" b="1">
                <a:solidFill>
                  <a:srgbClr val="FFC000"/>
                </a:solidFill>
                <a:cs typeface="Arial" panose="020B0604020202020204" pitchFamily="34" charset="0"/>
              </a:rPr>
              <a:t>hat will you measure?</a:t>
            </a:r>
            <a:endParaRPr lang="en-US" sz="3200" b="1" noProof="0">
              <a:solidFill>
                <a:srgbClr val="FFC000"/>
              </a:solidFill>
              <a:cs typeface="Arial" panose="020B0604020202020204" pitchFamily="34" charset="0"/>
            </a:endParaRPr>
          </a:p>
        </p:txBody>
      </p:sp>
      <p:sp>
        <p:nvSpPr>
          <p:cNvPr id="7" name="Content Placeholder 1">
            <a:extLst>
              <a:ext uri="{FF2B5EF4-FFF2-40B4-BE49-F238E27FC236}">
                <a16:creationId xmlns:a16="http://schemas.microsoft.com/office/drawing/2014/main" id="{E0CC8262-4824-BADE-71F7-6B84AE7FF91C}"/>
              </a:ext>
            </a:extLst>
          </p:cNvPr>
          <p:cNvSpPr txBox="1">
            <a:spLocks/>
          </p:cNvSpPr>
          <p:nvPr/>
        </p:nvSpPr>
        <p:spPr>
          <a:xfrm>
            <a:off x="1715678" y="1434189"/>
            <a:ext cx="3216908" cy="4540127"/>
          </a:xfrm>
          <a:prstGeom prst="rect">
            <a:avLst/>
          </a:prstGeom>
          <a:solidFill>
            <a:schemeClr val="bg1"/>
          </a:solidFill>
          <a:ln w="38100">
            <a:solidFill>
              <a:schemeClr val="accent4"/>
            </a:solidFill>
          </a:ln>
        </p:spPr>
        <p:txBody>
          <a:bodyPr vert="horz" lIns="0" tIns="0" rIns="0" bIns="0" rtlCol="0" anchor="t">
            <a:normAutofit lnSpcReduction="10000"/>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US" sz="2000">
              <a:solidFill>
                <a:schemeClr val="accent4"/>
              </a:solidFill>
              <a:cs typeface="Arial" panose="020B0604020202020204" pitchFamily="34" charset="0"/>
            </a:endParaRPr>
          </a:p>
          <a:p>
            <a:pPr algn="ctr"/>
            <a:endParaRPr lang="en-US" sz="2000">
              <a:solidFill>
                <a:schemeClr val="accent4"/>
              </a:solidFill>
              <a:cs typeface="Arial" panose="020B0604020202020204" pitchFamily="34" charset="0"/>
            </a:endParaRPr>
          </a:p>
          <a:p>
            <a:pPr algn="ctr"/>
            <a:endParaRPr lang="en-US" sz="2000">
              <a:solidFill>
                <a:schemeClr val="accent4"/>
              </a:solidFill>
              <a:cs typeface="Arial" panose="020B0604020202020204" pitchFamily="34" charset="0"/>
            </a:endParaRPr>
          </a:p>
          <a:p>
            <a:pPr algn="ctr"/>
            <a:r>
              <a:rPr lang="en-US" sz="2000">
                <a:solidFill>
                  <a:schemeClr val="accent4"/>
                </a:solidFill>
                <a:cs typeface="Arial" panose="020B0604020202020204" pitchFamily="34" charset="0"/>
              </a:rPr>
              <a:t>Start with your goal</a:t>
            </a:r>
          </a:p>
          <a:p>
            <a:pPr marL="180975"/>
            <a:r>
              <a:rPr lang="en-GB" b="0" noProof="0">
                <a:solidFill>
                  <a:srgbClr val="002060"/>
                </a:solidFill>
                <a:cs typeface="Arial" panose="020B0604020202020204" pitchFamily="34" charset="0"/>
              </a:rPr>
              <a:t>Think about a project you might undertake:</a:t>
            </a:r>
          </a:p>
          <a:p>
            <a:pPr marL="466725" indent="-285750">
              <a:buFont typeface="Arial" panose="020B0604020202020204" pitchFamily="34" charset="0"/>
              <a:buChar char="•"/>
            </a:pPr>
            <a:r>
              <a:rPr lang="en-GB" b="0" noProof="0">
                <a:solidFill>
                  <a:srgbClr val="002060"/>
                </a:solidFill>
                <a:cs typeface="Arial" panose="020B0604020202020204" pitchFamily="34" charset="0"/>
              </a:rPr>
              <a:t>What is your goal?</a:t>
            </a:r>
          </a:p>
          <a:p>
            <a:pPr marL="466725" indent="-285750">
              <a:buFont typeface="Arial" panose="020B0604020202020204" pitchFamily="34" charset="0"/>
              <a:buChar char="•"/>
            </a:pPr>
            <a:r>
              <a:rPr lang="en-GB" b="0" noProof="0">
                <a:solidFill>
                  <a:srgbClr val="002060"/>
                </a:solidFill>
                <a:cs typeface="Arial" panose="020B0604020202020204" pitchFamily="34" charset="0"/>
              </a:rPr>
              <a:t>What are you trying to improve?</a:t>
            </a:r>
          </a:p>
          <a:p>
            <a:pPr marL="466725" indent="-285750">
              <a:buFont typeface="Arial" panose="020B0604020202020204" pitchFamily="34" charset="0"/>
              <a:buChar char="•"/>
            </a:pPr>
            <a:r>
              <a:rPr lang="en-GB" b="0" noProof="0">
                <a:solidFill>
                  <a:srgbClr val="002060"/>
                </a:solidFill>
                <a:cs typeface="Arial" panose="020B0604020202020204" pitchFamily="34" charset="0"/>
              </a:rPr>
              <a:t>What matters most to the customer?</a:t>
            </a:r>
          </a:p>
          <a:p>
            <a:pPr marL="180975"/>
            <a:endParaRPr lang="en-GB" noProof="0">
              <a:solidFill>
                <a:schemeClr val="accent4"/>
              </a:solidFill>
              <a:cs typeface="Arial" panose="020B0604020202020204" pitchFamily="34" charset="0"/>
            </a:endParaRPr>
          </a:p>
          <a:p>
            <a:pPr marL="180975"/>
            <a:r>
              <a:rPr lang="en-GB" noProof="0">
                <a:solidFill>
                  <a:schemeClr val="accent4"/>
                </a:solidFill>
                <a:cs typeface="Arial" panose="020B0604020202020204" pitchFamily="34" charset="0"/>
              </a:rPr>
              <a:t>Focus: Outcome, impact, cost, time.</a:t>
            </a:r>
            <a:endParaRPr lang="en-US" sz="2800" noProof="0">
              <a:solidFill>
                <a:schemeClr val="accent4"/>
              </a:solidFill>
              <a:cs typeface="Arial" panose="020B0604020202020204" pitchFamily="34" charset="0"/>
            </a:endParaRPr>
          </a:p>
          <a:p>
            <a:endParaRPr lang="en-US" sz="1800" noProof="0">
              <a:solidFill>
                <a:schemeClr val="bg1"/>
              </a:solidFill>
              <a:cs typeface="Arial" panose="020B0604020202020204" pitchFamily="34" charset="0"/>
            </a:endParaRPr>
          </a:p>
        </p:txBody>
      </p:sp>
      <p:sp>
        <p:nvSpPr>
          <p:cNvPr id="12" name="Content Placeholder 1">
            <a:extLst>
              <a:ext uri="{FF2B5EF4-FFF2-40B4-BE49-F238E27FC236}">
                <a16:creationId xmlns:a16="http://schemas.microsoft.com/office/drawing/2014/main" id="{F525112A-FF25-6F50-3A7C-FE5CE7E0A01B}"/>
              </a:ext>
            </a:extLst>
          </p:cNvPr>
          <p:cNvSpPr txBox="1">
            <a:spLocks/>
          </p:cNvSpPr>
          <p:nvPr/>
        </p:nvSpPr>
        <p:spPr>
          <a:xfrm>
            <a:off x="6491642" y="1435369"/>
            <a:ext cx="3216907" cy="4537764"/>
          </a:xfrm>
          <a:prstGeom prst="rect">
            <a:avLst/>
          </a:prstGeom>
          <a:solidFill>
            <a:schemeClr val="bg1"/>
          </a:solidFill>
          <a:ln w="38100">
            <a:solidFill>
              <a:schemeClr val="tx2"/>
            </a:solidFill>
          </a:ln>
        </p:spPr>
        <p:txBody>
          <a:bodyPr vert="horz" lIns="0" tIns="0" rIns="0" bIns="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ctr" fontAlgn="t">
              <a:spcAft>
                <a:spcPts val="0"/>
              </a:spcAft>
              <a:buClrTx/>
              <a:buSzTx/>
              <a:tabLst/>
              <a:defRPr/>
            </a:pPr>
            <a:endParaRPr lang="en-US" sz="2000">
              <a:solidFill>
                <a:schemeClr val="accent4"/>
              </a:solidFill>
              <a:cs typeface="Arial" panose="020B0604020202020204" pitchFamily="34" charset="0"/>
            </a:endParaRPr>
          </a:p>
          <a:p>
            <a:pPr marR="0" lvl="0" algn="ctr" fontAlgn="t">
              <a:spcAft>
                <a:spcPts val="0"/>
              </a:spcAft>
              <a:buClrTx/>
              <a:buSzTx/>
              <a:tabLst/>
              <a:defRPr/>
            </a:pPr>
            <a:endParaRPr lang="en-US" sz="2000">
              <a:solidFill>
                <a:schemeClr val="accent4"/>
              </a:solidFill>
              <a:cs typeface="Arial" panose="020B0604020202020204" pitchFamily="34" charset="0"/>
            </a:endParaRPr>
          </a:p>
          <a:p>
            <a:pPr marR="0" lvl="0" algn="ctr" fontAlgn="t">
              <a:spcAft>
                <a:spcPts val="0"/>
              </a:spcAft>
              <a:buClrTx/>
              <a:buSzTx/>
              <a:tabLst/>
              <a:defRPr/>
            </a:pPr>
            <a:endParaRPr lang="en-US" sz="2000">
              <a:solidFill>
                <a:schemeClr val="tx2"/>
              </a:solidFill>
              <a:cs typeface="Arial" panose="020B0604020202020204" pitchFamily="34" charset="0"/>
            </a:endParaRPr>
          </a:p>
          <a:p>
            <a:pPr marR="0" lvl="0" algn="ctr" fontAlgn="t">
              <a:spcAft>
                <a:spcPts val="0"/>
              </a:spcAft>
              <a:buClrTx/>
              <a:buSzTx/>
              <a:tabLst/>
              <a:defRPr/>
            </a:pPr>
            <a:r>
              <a:rPr lang="en-US" sz="2000">
                <a:solidFill>
                  <a:schemeClr val="tx2"/>
                </a:solidFill>
                <a:cs typeface="Arial" panose="020B0604020202020204" pitchFamily="34" charset="0"/>
              </a:rPr>
              <a:t>Supporting analysis</a:t>
            </a:r>
          </a:p>
          <a:p>
            <a:pPr marL="180975" marR="0" lvl="0" defTabSz="914400" rtl="0" eaLnBrk="1" fontAlgn="t" latinLnBrk="0" hangingPunct="1">
              <a:lnSpc>
                <a:spcPct val="100000"/>
              </a:lnSpc>
              <a:spcBef>
                <a:spcPts val="1000"/>
              </a:spcBef>
              <a:spcAft>
                <a:spcPts val="0"/>
              </a:spcAft>
              <a:buClrTx/>
              <a:buSzTx/>
              <a:buFontTx/>
              <a:buNone/>
              <a:tabLst/>
              <a:defRPr/>
            </a:pPr>
            <a:r>
              <a:rPr lang="en-US" b="0">
                <a:solidFill>
                  <a:srgbClr val="002060"/>
                </a:solidFill>
                <a:cs typeface="Arial" panose="020B0604020202020204" pitchFamily="34" charset="0"/>
              </a:rPr>
              <a:t>Think about what other metrics will support your analysis?</a:t>
            </a:r>
          </a:p>
          <a:p>
            <a:pPr marL="466725" marR="0" lvl="0" indent="-285750" fontAlgn="t">
              <a:spcAft>
                <a:spcPts val="0"/>
              </a:spcAft>
              <a:buClrTx/>
              <a:buSzTx/>
              <a:buFont typeface="Arial" panose="020B0604020202020204" pitchFamily="34" charset="0"/>
              <a:buChar char="•"/>
              <a:tabLst/>
              <a:defRPr/>
            </a:pPr>
            <a:r>
              <a:rPr lang="en-US" b="0">
                <a:solidFill>
                  <a:srgbClr val="002060"/>
                </a:solidFill>
                <a:cs typeface="Arial" panose="020B0604020202020204" pitchFamily="34" charset="0"/>
              </a:rPr>
              <a:t>Cause and effect measures (what drives the outcome?).</a:t>
            </a:r>
          </a:p>
          <a:p>
            <a:pPr marL="466725" marR="0" lvl="0" indent="-285750" fontAlgn="t">
              <a:spcAft>
                <a:spcPts val="0"/>
              </a:spcAft>
              <a:buClrTx/>
              <a:buSzTx/>
              <a:buFont typeface="Arial" panose="020B0604020202020204" pitchFamily="34" charset="0"/>
              <a:buChar char="•"/>
              <a:tabLst/>
              <a:defRPr/>
            </a:pPr>
            <a:r>
              <a:rPr lang="en-US" b="0">
                <a:solidFill>
                  <a:srgbClr val="002060"/>
                </a:solidFill>
                <a:cs typeface="Arial" panose="020B0604020202020204" pitchFamily="34" charset="0"/>
              </a:rPr>
              <a:t>Stratification – breaking data into groups to find patterns.</a:t>
            </a:r>
          </a:p>
          <a:p>
            <a:pPr marL="466725" marR="0" lvl="0" indent="-285750" fontAlgn="t">
              <a:spcAft>
                <a:spcPts val="0"/>
              </a:spcAft>
              <a:buClrTx/>
              <a:buSzTx/>
              <a:buFont typeface="Arial" panose="020B0604020202020204" pitchFamily="34" charset="0"/>
              <a:buChar char="•"/>
              <a:tabLst/>
              <a:defRPr/>
            </a:pPr>
            <a:endParaRPr lang="en-US" b="0">
              <a:solidFill>
                <a:srgbClr val="002060"/>
              </a:solidFill>
              <a:cs typeface="Arial" panose="020B0604020202020204" pitchFamily="34" charset="0"/>
            </a:endParaRPr>
          </a:p>
          <a:p>
            <a:pPr marL="180975" lvl="0" fontAlgn="t">
              <a:defRPr/>
            </a:pPr>
            <a:r>
              <a:rPr lang="en-GB">
                <a:solidFill>
                  <a:schemeClr val="tx2"/>
                </a:solidFill>
                <a:cs typeface="Arial" panose="020B0604020202020204" pitchFamily="34" charset="0"/>
              </a:rPr>
              <a:t>Focus: Drivers of performance (cause &amp; effect) and variation.</a:t>
            </a:r>
            <a:endParaRPr lang="en-US" b="0">
              <a:solidFill>
                <a:schemeClr val="tx2"/>
              </a:solidFill>
              <a:cs typeface="Arial" panose="020B0604020202020204" pitchFamily="34" charset="0"/>
            </a:endParaRPr>
          </a:p>
        </p:txBody>
      </p:sp>
      <p:pic>
        <p:nvPicPr>
          <p:cNvPr id="14" name="Graphic 13" descr="Bullseye with solid fill">
            <a:extLst>
              <a:ext uri="{FF2B5EF4-FFF2-40B4-BE49-F238E27FC236}">
                <a16:creationId xmlns:a16="http://schemas.microsoft.com/office/drawing/2014/main" id="{6EE56C35-0E1A-69AF-D3B5-147E60480C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66932" y="1434189"/>
            <a:ext cx="914400" cy="914400"/>
          </a:xfrm>
          <a:prstGeom prst="rect">
            <a:avLst/>
          </a:prstGeom>
        </p:spPr>
      </p:pic>
      <p:pic>
        <p:nvPicPr>
          <p:cNvPr id="16" name="Graphic 15" descr="Research with solid fill">
            <a:extLst>
              <a:ext uri="{FF2B5EF4-FFF2-40B4-BE49-F238E27FC236}">
                <a16:creationId xmlns:a16="http://schemas.microsoft.com/office/drawing/2014/main" id="{64B30FA9-FE99-977A-37A1-8B6CBBED6D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03738" y="1434189"/>
            <a:ext cx="914400" cy="914400"/>
          </a:xfrm>
          <a:prstGeom prst="rect">
            <a:avLst/>
          </a:prstGeom>
        </p:spPr>
      </p:pic>
      <p:sp>
        <p:nvSpPr>
          <p:cNvPr id="17" name="Arrow: Right 16">
            <a:extLst>
              <a:ext uri="{FF2B5EF4-FFF2-40B4-BE49-F238E27FC236}">
                <a16:creationId xmlns:a16="http://schemas.microsoft.com/office/drawing/2014/main" id="{AEA404BF-443D-A141-3FCF-89CD94C691BF}"/>
              </a:ext>
            </a:extLst>
          </p:cNvPr>
          <p:cNvSpPr/>
          <p:nvPr/>
        </p:nvSpPr>
        <p:spPr>
          <a:xfrm>
            <a:off x="5128181" y="3168502"/>
            <a:ext cx="1291473" cy="1085172"/>
          </a:xfrm>
          <a:prstGeom prst="right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BC29477E-3B2F-ECAE-CA20-6E2A50980FDA}"/>
              </a:ext>
            </a:extLst>
          </p:cNvPr>
          <p:cNvSpPr txBox="1"/>
          <p:nvPr/>
        </p:nvSpPr>
        <p:spPr>
          <a:xfrm>
            <a:off x="3138845" y="6317818"/>
            <a:ext cx="5279293" cy="379965"/>
          </a:xfrm>
          <a:prstGeom prst="rect">
            <a:avLst/>
          </a:prstGeom>
          <a:solidFill>
            <a:schemeClr val="accent4"/>
          </a:solidFill>
        </p:spPr>
        <p:txBody>
          <a:bodyPr wrap="square">
            <a:spAutoFit/>
          </a:bodyPr>
          <a:lstStyle/>
          <a:p>
            <a:r>
              <a:rPr lang="en-GB">
                <a:solidFill>
                  <a:schemeClr val="bg1"/>
                </a:solidFill>
              </a:rPr>
              <a:t>Start with the goal, then measure what drives it.</a:t>
            </a:r>
            <a:endParaRPr lang="en-US">
              <a:solidFill>
                <a:schemeClr val="bg1"/>
              </a:solidFill>
            </a:endParaRPr>
          </a:p>
        </p:txBody>
      </p:sp>
    </p:spTree>
    <p:extLst>
      <p:ext uri="{BB962C8B-B14F-4D97-AF65-F5344CB8AC3E}">
        <p14:creationId xmlns:p14="http://schemas.microsoft.com/office/powerpoint/2010/main" val="466873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17" grpId="0" animBg="1"/>
      <p:bldP spid="1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Rounded Corners 58">
            <a:extLst>
              <a:ext uri="{FF2B5EF4-FFF2-40B4-BE49-F238E27FC236}">
                <a16:creationId xmlns:a16="http://schemas.microsoft.com/office/drawing/2014/main" id="{C76BF780-D10F-506D-3CFA-614C95798423}"/>
              </a:ext>
            </a:extLst>
          </p:cNvPr>
          <p:cNvSpPr/>
          <p:nvPr/>
        </p:nvSpPr>
        <p:spPr>
          <a:xfrm>
            <a:off x="8128569" y="2632013"/>
            <a:ext cx="3801932" cy="2546498"/>
          </a:xfrm>
          <a:prstGeom prst="roundRect">
            <a:avLst/>
          </a:prstGeom>
          <a:solidFill>
            <a:schemeClr val="bg1"/>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58" name="Rectangle: Rounded Corners 57">
            <a:extLst>
              <a:ext uri="{FF2B5EF4-FFF2-40B4-BE49-F238E27FC236}">
                <a16:creationId xmlns:a16="http://schemas.microsoft.com/office/drawing/2014/main" id="{C76BF780-D10F-506D-3CFA-614C95798423}"/>
              </a:ext>
            </a:extLst>
          </p:cNvPr>
          <p:cNvSpPr/>
          <p:nvPr/>
        </p:nvSpPr>
        <p:spPr>
          <a:xfrm>
            <a:off x="4140131" y="2632013"/>
            <a:ext cx="3801932" cy="2546498"/>
          </a:xfrm>
          <a:prstGeom prst="roundRect">
            <a:avLst/>
          </a:prstGeom>
          <a:solidFill>
            <a:schemeClr val="bg1"/>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57" name="Rectangle: Rounded Corners 56">
            <a:extLst>
              <a:ext uri="{FF2B5EF4-FFF2-40B4-BE49-F238E27FC236}">
                <a16:creationId xmlns:a16="http://schemas.microsoft.com/office/drawing/2014/main" id="{7A530863-0776-21CA-D9CF-43106D2D9694}"/>
              </a:ext>
            </a:extLst>
          </p:cNvPr>
          <p:cNvSpPr/>
          <p:nvPr/>
        </p:nvSpPr>
        <p:spPr>
          <a:xfrm>
            <a:off x="193236" y="2628500"/>
            <a:ext cx="3801932" cy="2546498"/>
          </a:xfrm>
          <a:prstGeom prst="roundRect">
            <a:avLst/>
          </a:prstGeom>
          <a:solidFill>
            <a:schemeClr val="bg1"/>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2" name="Text Placeholder 1">
            <a:extLst>
              <a:ext uri="{FF2B5EF4-FFF2-40B4-BE49-F238E27FC236}">
                <a16:creationId xmlns:a16="http://schemas.microsoft.com/office/drawing/2014/main" id="{809ECD0C-1B37-6C65-FE22-EC0C45DC69F0}"/>
              </a:ext>
            </a:extLst>
          </p:cNvPr>
          <p:cNvSpPr>
            <a:spLocks noGrp="1"/>
          </p:cNvSpPr>
          <p:nvPr>
            <p:ph type="body" sz="quarter" idx="10"/>
          </p:nvPr>
        </p:nvSpPr>
        <p:spPr>
          <a:xfrm>
            <a:off x="533399" y="388529"/>
            <a:ext cx="8514907" cy="923330"/>
          </a:xfrm>
        </p:spPr>
        <p:txBody>
          <a:bodyPr>
            <a:normAutofit/>
          </a:bodyPr>
          <a:lstStyle/>
          <a:p>
            <a:r>
              <a:rPr lang="en-GB" sz="3200">
                <a:latin typeface="+mj-lt"/>
              </a:rPr>
              <a:t>Example Stratification - Operations</a:t>
            </a:r>
            <a:endParaRPr lang="en-US" sz="3200">
              <a:latin typeface="+mj-lt"/>
            </a:endParaRPr>
          </a:p>
        </p:txBody>
      </p:sp>
      <p:sp>
        <p:nvSpPr>
          <p:cNvPr id="5" name="Rectangle: Rounded Corners 4">
            <a:extLst>
              <a:ext uri="{FF2B5EF4-FFF2-40B4-BE49-F238E27FC236}">
                <a16:creationId xmlns:a16="http://schemas.microsoft.com/office/drawing/2014/main" id="{40B11DF9-93EB-DFF6-5F70-785311629644}"/>
              </a:ext>
            </a:extLst>
          </p:cNvPr>
          <p:cNvSpPr/>
          <p:nvPr/>
        </p:nvSpPr>
        <p:spPr>
          <a:xfrm>
            <a:off x="216083" y="1355186"/>
            <a:ext cx="11975917" cy="64015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a:solidFill>
                  <a:srgbClr val="172859"/>
                </a:solidFill>
                <a:latin typeface="+mj-lt"/>
              </a:rPr>
              <a:t>Problem:</a:t>
            </a:r>
            <a:r>
              <a:rPr lang="en-GB" sz="1600">
                <a:solidFill>
                  <a:srgbClr val="172859"/>
                </a:solidFill>
                <a:latin typeface="+mj-lt"/>
              </a:rPr>
              <a:t> You are analyzing appointment delays. You find that 30% of the appointments are late. </a:t>
            </a:r>
          </a:p>
          <a:p>
            <a:r>
              <a:rPr lang="en-GB" sz="1600" b="1">
                <a:solidFill>
                  <a:srgbClr val="172859"/>
                </a:solidFill>
                <a:latin typeface="+mj-lt"/>
              </a:rPr>
              <a:t>Action:</a:t>
            </a:r>
            <a:r>
              <a:rPr lang="en-GB" sz="1600">
                <a:solidFill>
                  <a:srgbClr val="172859"/>
                </a:solidFill>
                <a:latin typeface="+mj-lt"/>
              </a:rPr>
              <a:t> Instead of assuming it is the same everywhere, you split the data using stratification to group the data.</a:t>
            </a:r>
            <a:endParaRPr lang="en-US" sz="1600">
              <a:solidFill>
                <a:srgbClr val="172859"/>
              </a:solidFill>
              <a:latin typeface="+mj-lt"/>
            </a:endParaRPr>
          </a:p>
        </p:txBody>
      </p:sp>
      <p:grpSp>
        <p:nvGrpSpPr>
          <p:cNvPr id="48" name="Group 47">
            <a:extLst>
              <a:ext uri="{FF2B5EF4-FFF2-40B4-BE49-F238E27FC236}">
                <a16:creationId xmlns:a16="http://schemas.microsoft.com/office/drawing/2014/main" id="{B1D7B75F-23B6-F199-9FE0-5BDFC97234B6}"/>
              </a:ext>
            </a:extLst>
          </p:cNvPr>
          <p:cNvGrpSpPr/>
          <p:nvPr/>
        </p:nvGrpSpPr>
        <p:grpSpPr>
          <a:xfrm>
            <a:off x="311005" y="2724826"/>
            <a:ext cx="3471396" cy="1633594"/>
            <a:chOff x="236577" y="3558572"/>
            <a:chExt cx="4314158" cy="1633594"/>
          </a:xfrm>
        </p:grpSpPr>
        <p:pic>
          <p:nvPicPr>
            <p:cNvPr id="9" name="Graphic 8" descr="Mortgage with solid fill">
              <a:extLst>
                <a:ext uri="{FF2B5EF4-FFF2-40B4-BE49-F238E27FC236}">
                  <a16:creationId xmlns:a16="http://schemas.microsoft.com/office/drawing/2014/main" id="{372C4AAD-040E-64B0-91F8-643394C08D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6577" y="3558574"/>
              <a:ext cx="1304260" cy="1355651"/>
            </a:xfrm>
            <a:prstGeom prst="rect">
              <a:avLst/>
            </a:prstGeom>
          </p:spPr>
        </p:pic>
        <p:pic>
          <p:nvPicPr>
            <p:cNvPr id="10" name="Graphic 9" descr="Mortgage with solid fill">
              <a:extLst>
                <a:ext uri="{FF2B5EF4-FFF2-40B4-BE49-F238E27FC236}">
                  <a16:creationId xmlns:a16="http://schemas.microsoft.com/office/drawing/2014/main" id="{20A5623B-BED8-C09A-0D96-9DFE966525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1322" y="3558572"/>
              <a:ext cx="1304260" cy="1355651"/>
            </a:xfrm>
            <a:prstGeom prst="rect">
              <a:avLst/>
            </a:prstGeom>
          </p:spPr>
        </p:pic>
        <p:pic>
          <p:nvPicPr>
            <p:cNvPr id="11" name="Graphic 10" descr="Mortgage with solid fill">
              <a:extLst>
                <a:ext uri="{FF2B5EF4-FFF2-40B4-BE49-F238E27FC236}">
                  <a16:creationId xmlns:a16="http://schemas.microsoft.com/office/drawing/2014/main" id="{3CD6CB37-815A-6B84-D4E8-A3CEA8631DE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25431" y="3558572"/>
              <a:ext cx="1304260" cy="1355651"/>
            </a:xfrm>
            <a:prstGeom prst="rect">
              <a:avLst/>
            </a:prstGeom>
          </p:spPr>
        </p:pic>
        <p:sp>
          <p:nvSpPr>
            <p:cNvPr id="12" name="Rectangle: Rounded Corners 11">
              <a:extLst>
                <a:ext uri="{FF2B5EF4-FFF2-40B4-BE49-F238E27FC236}">
                  <a16:creationId xmlns:a16="http://schemas.microsoft.com/office/drawing/2014/main" id="{3789A11A-1199-6862-B5F0-596916DE8EC1}"/>
                </a:ext>
              </a:extLst>
            </p:cNvPr>
            <p:cNvSpPr/>
            <p:nvPr/>
          </p:nvSpPr>
          <p:spPr>
            <a:xfrm>
              <a:off x="236577" y="4763391"/>
              <a:ext cx="1304260" cy="428775"/>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latin typeface="+mj-lt"/>
                </a:rPr>
                <a:t>A = 10% Late</a:t>
              </a:r>
              <a:endParaRPr lang="en-US" sz="1400">
                <a:latin typeface="+mj-lt"/>
              </a:endParaRPr>
            </a:p>
          </p:txBody>
        </p:sp>
        <p:sp>
          <p:nvSpPr>
            <p:cNvPr id="13" name="Rectangle: Rounded Corners 12">
              <a:extLst>
                <a:ext uri="{FF2B5EF4-FFF2-40B4-BE49-F238E27FC236}">
                  <a16:creationId xmlns:a16="http://schemas.microsoft.com/office/drawing/2014/main" id="{2502E6FF-1ACE-08EA-C428-ED3FDEF871A8}"/>
                </a:ext>
              </a:extLst>
            </p:cNvPr>
            <p:cNvSpPr/>
            <p:nvPr/>
          </p:nvSpPr>
          <p:spPr>
            <a:xfrm>
              <a:off x="1722035" y="4763390"/>
              <a:ext cx="1325304" cy="428775"/>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latin typeface="+mj-lt"/>
                </a:rPr>
                <a:t>B = 45% Late</a:t>
              </a:r>
              <a:endParaRPr lang="en-US" sz="1400">
                <a:latin typeface="+mj-lt"/>
              </a:endParaRPr>
            </a:p>
          </p:txBody>
        </p:sp>
        <p:sp>
          <p:nvSpPr>
            <p:cNvPr id="14" name="Rectangle: Rounded Corners 13">
              <a:extLst>
                <a:ext uri="{FF2B5EF4-FFF2-40B4-BE49-F238E27FC236}">
                  <a16:creationId xmlns:a16="http://schemas.microsoft.com/office/drawing/2014/main" id="{07EA36B1-142E-AA5A-78B5-EB33EFF8E535}"/>
                </a:ext>
              </a:extLst>
            </p:cNvPr>
            <p:cNvSpPr/>
            <p:nvPr/>
          </p:nvSpPr>
          <p:spPr>
            <a:xfrm>
              <a:off x="3246475" y="4763389"/>
              <a:ext cx="1304260" cy="428775"/>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latin typeface="+mj-lt"/>
                </a:rPr>
                <a:t>C = 35% Late</a:t>
              </a:r>
              <a:endParaRPr lang="en-US" sz="1400">
                <a:latin typeface="+mj-lt"/>
              </a:endParaRPr>
            </a:p>
          </p:txBody>
        </p:sp>
      </p:grpSp>
      <p:sp>
        <p:nvSpPr>
          <p:cNvPr id="15" name="TextBox 14">
            <a:extLst>
              <a:ext uri="{FF2B5EF4-FFF2-40B4-BE49-F238E27FC236}">
                <a16:creationId xmlns:a16="http://schemas.microsoft.com/office/drawing/2014/main" id="{0C0AEA31-81D3-8E58-D4A8-9441CAD780ED}"/>
              </a:ext>
            </a:extLst>
          </p:cNvPr>
          <p:cNvSpPr txBox="1"/>
          <p:nvPr/>
        </p:nvSpPr>
        <p:spPr>
          <a:xfrm>
            <a:off x="261499" y="4494568"/>
            <a:ext cx="3559246" cy="307777"/>
          </a:xfrm>
          <a:prstGeom prst="rect">
            <a:avLst/>
          </a:prstGeom>
          <a:noFill/>
        </p:spPr>
        <p:txBody>
          <a:bodyPr wrap="square" rtlCol="0">
            <a:spAutoFit/>
          </a:bodyPr>
          <a:lstStyle/>
          <a:p>
            <a:r>
              <a:rPr lang="en-GB" sz="1400" b="1">
                <a:solidFill>
                  <a:srgbClr val="172859"/>
                </a:solidFill>
                <a:latin typeface="+mj-lt"/>
              </a:rPr>
              <a:t>Insight: </a:t>
            </a:r>
            <a:r>
              <a:rPr lang="en-GB" sz="1400">
                <a:solidFill>
                  <a:srgbClr val="172859"/>
                </a:solidFill>
                <a:latin typeface="+mj-lt"/>
              </a:rPr>
              <a:t>Issue is much worse at Project B. </a:t>
            </a:r>
            <a:endParaRPr lang="en-US" sz="1400">
              <a:solidFill>
                <a:srgbClr val="172859"/>
              </a:solidFill>
              <a:latin typeface="+mj-lt"/>
            </a:endParaRPr>
          </a:p>
        </p:txBody>
      </p:sp>
      <p:sp>
        <p:nvSpPr>
          <p:cNvPr id="28" name="TextBox 27">
            <a:extLst>
              <a:ext uri="{FF2B5EF4-FFF2-40B4-BE49-F238E27FC236}">
                <a16:creationId xmlns:a16="http://schemas.microsoft.com/office/drawing/2014/main" id="{59CE7E6A-B08D-465F-B053-CC4A7B42C149}"/>
              </a:ext>
            </a:extLst>
          </p:cNvPr>
          <p:cNvSpPr txBox="1"/>
          <p:nvPr/>
        </p:nvSpPr>
        <p:spPr>
          <a:xfrm>
            <a:off x="4258836" y="4494568"/>
            <a:ext cx="3683227" cy="523220"/>
          </a:xfrm>
          <a:prstGeom prst="rect">
            <a:avLst/>
          </a:prstGeom>
          <a:noFill/>
        </p:spPr>
        <p:txBody>
          <a:bodyPr wrap="square" rtlCol="0">
            <a:spAutoFit/>
          </a:bodyPr>
          <a:lstStyle/>
          <a:p>
            <a:r>
              <a:rPr lang="en-GB" sz="1400" b="1">
                <a:solidFill>
                  <a:srgbClr val="172859"/>
                </a:solidFill>
                <a:latin typeface="+mj-lt"/>
              </a:rPr>
              <a:t>Insight:</a:t>
            </a:r>
            <a:r>
              <a:rPr lang="en-GB" sz="1400">
                <a:solidFill>
                  <a:srgbClr val="172859"/>
                </a:solidFill>
                <a:latin typeface="+mj-lt"/>
              </a:rPr>
              <a:t> Performance varies significantly by person.</a:t>
            </a:r>
            <a:endParaRPr lang="en-US" sz="1400">
              <a:solidFill>
                <a:srgbClr val="172859"/>
              </a:solidFill>
              <a:latin typeface="+mj-lt"/>
            </a:endParaRPr>
          </a:p>
        </p:txBody>
      </p:sp>
      <p:grpSp>
        <p:nvGrpSpPr>
          <p:cNvPr id="49" name="Group 48">
            <a:extLst>
              <a:ext uri="{FF2B5EF4-FFF2-40B4-BE49-F238E27FC236}">
                <a16:creationId xmlns:a16="http://schemas.microsoft.com/office/drawing/2014/main" id="{D8347767-B5D2-84EE-DC1A-B0E6954F49EA}"/>
              </a:ext>
            </a:extLst>
          </p:cNvPr>
          <p:cNvGrpSpPr/>
          <p:nvPr/>
        </p:nvGrpSpPr>
        <p:grpSpPr>
          <a:xfrm>
            <a:off x="4350813" y="2846101"/>
            <a:ext cx="3474750" cy="1549075"/>
            <a:chOff x="4850543" y="3520219"/>
            <a:chExt cx="4271513" cy="1671943"/>
          </a:xfrm>
        </p:grpSpPr>
        <p:sp>
          <p:nvSpPr>
            <p:cNvPr id="21" name="Rectangle: Rounded Corners 20">
              <a:extLst>
                <a:ext uri="{FF2B5EF4-FFF2-40B4-BE49-F238E27FC236}">
                  <a16:creationId xmlns:a16="http://schemas.microsoft.com/office/drawing/2014/main" id="{F948B6B8-08EC-88CB-7994-A06455489EF2}"/>
                </a:ext>
              </a:extLst>
            </p:cNvPr>
            <p:cNvSpPr/>
            <p:nvPr/>
          </p:nvSpPr>
          <p:spPr>
            <a:xfrm>
              <a:off x="7817796" y="4763387"/>
              <a:ext cx="1304260" cy="428775"/>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latin typeface="+mj-lt"/>
                </a:rPr>
                <a:t>3 = 50% Late</a:t>
              </a:r>
              <a:endParaRPr lang="en-US" sz="1400">
                <a:latin typeface="+mj-lt"/>
              </a:endParaRPr>
            </a:p>
          </p:txBody>
        </p:sp>
        <p:sp>
          <p:nvSpPr>
            <p:cNvPr id="22" name="Rectangle: Rounded Corners 21">
              <a:extLst>
                <a:ext uri="{FF2B5EF4-FFF2-40B4-BE49-F238E27FC236}">
                  <a16:creationId xmlns:a16="http://schemas.microsoft.com/office/drawing/2014/main" id="{0B5D3C25-852F-EFE3-C6CE-F5BF59F20F4D}"/>
                </a:ext>
              </a:extLst>
            </p:cNvPr>
            <p:cNvSpPr/>
            <p:nvPr/>
          </p:nvSpPr>
          <p:spPr>
            <a:xfrm>
              <a:off x="6333006" y="4763387"/>
              <a:ext cx="1325304" cy="428775"/>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latin typeface="+mj-lt"/>
                </a:rPr>
                <a:t>2 = 40% Late</a:t>
              </a:r>
              <a:endParaRPr lang="en-US" sz="1400">
                <a:latin typeface="+mj-lt"/>
              </a:endParaRPr>
            </a:p>
          </p:txBody>
        </p:sp>
        <p:sp>
          <p:nvSpPr>
            <p:cNvPr id="23" name="Rectangle: Rounded Corners 22">
              <a:extLst>
                <a:ext uri="{FF2B5EF4-FFF2-40B4-BE49-F238E27FC236}">
                  <a16:creationId xmlns:a16="http://schemas.microsoft.com/office/drawing/2014/main" id="{DCB036F0-D7BA-58F2-002A-F0569BC1EEED}"/>
                </a:ext>
              </a:extLst>
            </p:cNvPr>
            <p:cNvSpPr/>
            <p:nvPr/>
          </p:nvSpPr>
          <p:spPr>
            <a:xfrm>
              <a:off x="4850543" y="4763386"/>
              <a:ext cx="1304260" cy="428775"/>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latin typeface="+mj-lt"/>
                </a:rPr>
                <a:t>1 = 5% Late</a:t>
              </a:r>
              <a:endParaRPr lang="en-US" sz="1400">
                <a:latin typeface="+mj-lt"/>
              </a:endParaRPr>
            </a:p>
          </p:txBody>
        </p:sp>
        <p:pic>
          <p:nvPicPr>
            <p:cNvPr id="25" name="Graphic 24" descr="User with solid fill">
              <a:extLst>
                <a:ext uri="{FF2B5EF4-FFF2-40B4-BE49-F238E27FC236}">
                  <a16:creationId xmlns:a16="http://schemas.microsoft.com/office/drawing/2014/main" id="{4F01BC92-9659-2BB1-031E-99925BBEBBD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45473" y="3960632"/>
              <a:ext cx="914400" cy="914400"/>
            </a:xfrm>
            <a:prstGeom prst="rect">
              <a:avLst/>
            </a:prstGeom>
          </p:spPr>
        </p:pic>
        <p:pic>
          <p:nvPicPr>
            <p:cNvPr id="26" name="Graphic 25" descr="User with solid fill">
              <a:extLst>
                <a:ext uri="{FF2B5EF4-FFF2-40B4-BE49-F238E27FC236}">
                  <a16:creationId xmlns:a16="http://schemas.microsoft.com/office/drawing/2014/main" id="{72B94799-B150-5030-949A-5E94221FDEB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66258" y="3949999"/>
              <a:ext cx="914400" cy="914400"/>
            </a:xfrm>
            <a:prstGeom prst="rect">
              <a:avLst/>
            </a:prstGeom>
          </p:spPr>
        </p:pic>
        <p:pic>
          <p:nvPicPr>
            <p:cNvPr id="27" name="Graphic 26" descr="User with solid fill">
              <a:extLst>
                <a:ext uri="{FF2B5EF4-FFF2-40B4-BE49-F238E27FC236}">
                  <a16:creationId xmlns:a16="http://schemas.microsoft.com/office/drawing/2014/main" id="{0809A35C-FE02-AD34-CB7E-7229AA02E54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047068" y="3961926"/>
              <a:ext cx="914400" cy="914400"/>
            </a:xfrm>
            <a:prstGeom prst="rect">
              <a:avLst/>
            </a:prstGeom>
          </p:spPr>
        </p:pic>
        <p:sp>
          <p:nvSpPr>
            <p:cNvPr id="29" name="Rectangle: Rounded Corners 28">
              <a:extLst>
                <a:ext uri="{FF2B5EF4-FFF2-40B4-BE49-F238E27FC236}">
                  <a16:creationId xmlns:a16="http://schemas.microsoft.com/office/drawing/2014/main" id="{B5E97A5E-0EDA-BE27-4C0C-02013E404DE8}"/>
                </a:ext>
              </a:extLst>
            </p:cNvPr>
            <p:cNvSpPr/>
            <p:nvPr/>
          </p:nvSpPr>
          <p:spPr>
            <a:xfrm>
              <a:off x="5300983" y="3520219"/>
              <a:ext cx="3274827" cy="428775"/>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atin typeface="+mj-lt"/>
                </a:rPr>
                <a:t>Project B</a:t>
              </a:r>
              <a:endParaRPr lang="en-US">
                <a:latin typeface="+mj-lt"/>
              </a:endParaRPr>
            </a:p>
          </p:txBody>
        </p:sp>
      </p:grpSp>
      <p:pic>
        <p:nvPicPr>
          <p:cNvPr id="45" name="Graphic 44" descr="Stopwatch with solid fill">
            <a:extLst>
              <a:ext uri="{FF2B5EF4-FFF2-40B4-BE49-F238E27FC236}">
                <a16:creationId xmlns:a16="http://schemas.microsoft.com/office/drawing/2014/main" id="{B28F5E53-320B-08A9-276C-7CB965093F1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362951" y="3052002"/>
            <a:ext cx="914400" cy="914400"/>
          </a:xfrm>
          <a:prstGeom prst="rect">
            <a:avLst/>
          </a:prstGeom>
        </p:spPr>
      </p:pic>
      <p:pic>
        <p:nvPicPr>
          <p:cNvPr id="46" name="Graphic 45" descr="Stopwatch with solid fill">
            <a:extLst>
              <a:ext uri="{FF2B5EF4-FFF2-40B4-BE49-F238E27FC236}">
                <a16:creationId xmlns:a16="http://schemas.microsoft.com/office/drawing/2014/main" id="{BEC9ADF3-D84A-1E1B-6C8D-961FFE9FAF7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552074" y="3061853"/>
            <a:ext cx="914400" cy="914400"/>
          </a:xfrm>
          <a:prstGeom prst="rect">
            <a:avLst/>
          </a:prstGeom>
        </p:spPr>
      </p:pic>
      <p:pic>
        <p:nvPicPr>
          <p:cNvPr id="47" name="Graphic 46" descr="Stopwatch with solid fill">
            <a:extLst>
              <a:ext uri="{FF2B5EF4-FFF2-40B4-BE49-F238E27FC236}">
                <a16:creationId xmlns:a16="http://schemas.microsoft.com/office/drawing/2014/main" id="{8D096596-4F36-53DF-57B5-D30EA683092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741197" y="3052002"/>
            <a:ext cx="914400" cy="914400"/>
          </a:xfrm>
          <a:prstGeom prst="rect">
            <a:avLst/>
          </a:prstGeom>
        </p:spPr>
      </p:pic>
      <p:sp>
        <p:nvSpPr>
          <p:cNvPr id="50" name="Rectangle: Rounded Corners 49">
            <a:extLst>
              <a:ext uri="{FF2B5EF4-FFF2-40B4-BE49-F238E27FC236}">
                <a16:creationId xmlns:a16="http://schemas.microsoft.com/office/drawing/2014/main" id="{D1EC1BA4-C28E-9863-AE28-F2C5052D4BD9}"/>
              </a:ext>
            </a:extLst>
          </p:cNvPr>
          <p:cNvSpPr/>
          <p:nvPr/>
        </p:nvSpPr>
        <p:spPr>
          <a:xfrm>
            <a:off x="8295413" y="3983488"/>
            <a:ext cx="1049475" cy="39931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latin typeface="+mj-lt"/>
              </a:rPr>
              <a:t>Morning = 10% Late</a:t>
            </a:r>
            <a:endParaRPr lang="en-US" sz="1400">
              <a:latin typeface="+mj-lt"/>
            </a:endParaRPr>
          </a:p>
        </p:txBody>
      </p:sp>
      <p:sp>
        <p:nvSpPr>
          <p:cNvPr id="54" name="Rectangle: Rounded Corners 53">
            <a:extLst>
              <a:ext uri="{FF2B5EF4-FFF2-40B4-BE49-F238E27FC236}">
                <a16:creationId xmlns:a16="http://schemas.microsoft.com/office/drawing/2014/main" id="{7DEF925B-59E8-23F1-7BA1-5BA33F3D5365}"/>
              </a:ext>
            </a:extLst>
          </p:cNvPr>
          <p:cNvSpPr/>
          <p:nvPr/>
        </p:nvSpPr>
        <p:spPr>
          <a:xfrm>
            <a:off x="9486127" y="3992139"/>
            <a:ext cx="1089937" cy="39931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latin typeface="+mj-lt"/>
              </a:rPr>
              <a:t>Afternoon= 25% Late</a:t>
            </a:r>
            <a:endParaRPr lang="en-US" sz="1400">
              <a:latin typeface="+mj-lt"/>
            </a:endParaRPr>
          </a:p>
        </p:txBody>
      </p:sp>
      <p:sp>
        <p:nvSpPr>
          <p:cNvPr id="55" name="Rectangle: Rounded Corners 54">
            <a:extLst>
              <a:ext uri="{FF2B5EF4-FFF2-40B4-BE49-F238E27FC236}">
                <a16:creationId xmlns:a16="http://schemas.microsoft.com/office/drawing/2014/main" id="{85864E70-670A-9CC1-6B47-09D68DE9CF4A}"/>
              </a:ext>
            </a:extLst>
          </p:cNvPr>
          <p:cNvSpPr/>
          <p:nvPr/>
        </p:nvSpPr>
        <p:spPr>
          <a:xfrm>
            <a:off x="10717334" y="3995856"/>
            <a:ext cx="1049475" cy="399319"/>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latin typeface="+mj-lt"/>
              </a:rPr>
              <a:t>Night = 60% Late</a:t>
            </a:r>
            <a:endParaRPr lang="en-US" sz="1400">
              <a:latin typeface="+mj-lt"/>
            </a:endParaRPr>
          </a:p>
        </p:txBody>
      </p:sp>
      <p:sp>
        <p:nvSpPr>
          <p:cNvPr id="56" name="TextBox 55">
            <a:extLst>
              <a:ext uri="{FF2B5EF4-FFF2-40B4-BE49-F238E27FC236}">
                <a16:creationId xmlns:a16="http://schemas.microsoft.com/office/drawing/2014/main" id="{74BB651A-2CC1-61BE-282C-D98A9B3FAE4B}"/>
              </a:ext>
            </a:extLst>
          </p:cNvPr>
          <p:cNvSpPr txBox="1"/>
          <p:nvPr/>
        </p:nvSpPr>
        <p:spPr>
          <a:xfrm>
            <a:off x="8295413" y="4475348"/>
            <a:ext cx="4314158" cy="307777"/>
          </a:xfrm>
          <a:prstGeom prst="rect">
            <a:avLst/>
          </a:prstGeom>
          <a:noFill/>
        </p:spPr>
        <p:txBody>
          <a:bodyPr wrap="square" rtlCol="0">
            <a:spAutoFit/>
          </a:bodyPr>
          <a:lstStyle/>
          <a:p>
            <a:r>
              <a:rPr lang="en-GB" sz="1400" b="1">
                <a:solidFill>
                  <a:srgbClr val="172859"/>
                </a:solidFill>
                <a:latin typeface="+mj-lt"/>
              </a:rPr>
              <a:t>Insight:</a:t>
            </a:r>
            <a:r>
              <a:rPr lang="en-GB" sz="1400">
                <a:solidFill>
                  <a:srgbClr val="172859"/>
                </a:solidFill>
                <a:latin typeface="+mj-lt"/>
              </a:rPr>
              <a:t> Delays increase later in the day.</a:t>
            </a:r>
            <a:endParaRPr lang="en-US" sz="1400">
              <a:solidFill>
                <a:srgbClr val="172859"/>
              </a:solidFill>
              <a:latin typeface="+mj-lt"/>
            </a:endParaRPr>
          </a:p>
        </p:txBody>
      </p:sp>
      <p:sp>
        <p:nvSpPr>
          <p:cNvPr id="62" name="Rectangle: Rounded Corners 61">
            <a:extLst>
              <a:ext uri="{FF2B5EF4-FFF2-40B4-BE49-F238E27FC236}">
                <a16:creationId xmlns:a16="http://schemas.microsoft.com/office/drawing/2014/main" id="{E2743326-D95B-E2F2-BAF1-24C609E2145C}"/>
              </a:ext>
            </a:extLst>
          </p:cNvPr>
          <p:cNvSpPr/>
          <p:nvPr/>
        </p:nvSpPr>
        <p:spPr>
          <a:xfrm>
            <a:off x="5499215" y="2433636"/>
            <a:ext cx="1081414" cy="369259"/>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atin typeface="+mj-lt"/>
              </a:rPr>
              <a:t>Where?</a:t>
            </a:r>
            <a:endParaRPr lang="en-US">
              <a:latin typeface="+mj-lt"/>
            </a:endParaRPr>
          </a:p>
        </p:txBody>
      </p:sp>
      <p:sp>
        <p:nvSpPr>
          <p:cNvPr id="63" name="Rectangle: Rounded Corners 62">
            <a:extLst>
              <a:ext uri="{FF2B5EF4-FFF2-40B4-BE49-F238E27FC236}">
                <a16:creationId xmlns:a16="http://schemas.microsoft.com/office/drawing/2014/main" id="{24DA1D23-691E-8097-8C04-2AC16262E981}"/>
              </a:ext>
            </a:extLst>
          </p:cNvPr>
          <p:cNvSpPr/>
          <p:nvPr/>
        </p:nvSpPr>
        <p:spPr>
          <a:xfrm>
            <a:off x="1503781" y="2433636"/>
            <a:ext cx="1081414" cy="369259"/>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atin typeface="+mj-lt"/>
              </a:rPr>
              <a:t>What?</a:t>
            </a:r>
            <a:endParaRPr lang="en-US">
              <a:latin typeface="+mj-lt"/>
            </a:endParaRPr>
          </a:p>
        </p:txBody>
      </p:sp>
      <p:sp>
        <p:nvSpPr>
          <p:cNvPr id="64" name="Rectangle: Rounded Corners 63">
            <a:extLst>
              <a:ext uri="{FF2B5EF4-FFF2-40B4-BE49-F238E27FC236}">
                <a16:creationId xmlns:a16="http://schemas.microsoft.com/office/drawing/2014/main" id="{EC815FB1-F8C3-9200-3678-98E48A55E230}"/>
              </a:ext>
            </a:extLst>
          </p:cNvPr>
          <p:cNvSpPr/>
          <p:nvPr/>
        </p:nvSpPr>
        <p:spPr>
          <a:xfrm>
            <a:off x="9486127" y="2425178"/>
            <a:ext cx="1081414" cy="369259"/>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atin typeface="+mj-lt"/>
              </a:rPr>
              <a:t>When?</a:t>
            </a:r>
            <a:endParaRPr lang="en-US">
              <a:latin typeface="+mj-lt"/>
            </a:endParaRPr>
          </a:p>
        </p:txBody>
      </p:sp>
      <p:sp>
        <p:nvSpPr>
          <p:cNvPr id="65" name="TextBox 64">
            <a:extLst>
              <a:ext uri="{FF2B5EF4-FFF2-40B4-BE49-F238E27FC236}">
                <a16:creationId xmlns:a16="http://schemas.microsoft.com/office/drawing/2014/main" id="{86A6CAA5-2238-2884-1930-C56136F54A1A}"/>
              </a:ext>
            </a:extLst>
          </p:cNvPr>
          <p:cNvSpPr txBox="1"/>
          <p:nvPr/>
        </p:nvSpPr>
        <p:spPr>
          <a:xfrm>
            <a:off x="216083" y="5480001"/>
            <a:ext cx="11714418" cy="584775"/>
          </a:xfrm>
          <a:prstGeom prst="rect">
            <a:avLst/>
          </a:prstGeom>
          <a:noFill/>
        </p:spPr>
        <p:txBody>
          <a:bodyPr wrap="square">
            <a:spAutoFit/>
          </a:bodyPr>
          <a:lstStyle/>
          <a:p>
            <a:r>
              <a:rPr lang="en-GB" sz="1600">
                <a:solidFill>
                  <a:srgbClr val="172859"/>
                </a:solidFill>
                <a:latin typeface="+mj-lt"/>
              </a:rPr>
              <a:t>Hidden patterns that averages don’t show where the problem is happening, who it affects and when it occurs. Stratification in this example can indicate high risk projects, variation in advisor performance and peak issues.</a:t>
            </a:r>
            <a:endParaRPr lang="en-US" sz="1600">
              <a:solidFill>
                <a:srgbClr val="172859"/>
              </a:solidFill>
              <a:latin typeface="+mj-lt"/>
            </a:endParaRPr>
          </a:p>
        </p:txBody>
      </p:sp>
    </p:spTree>
    <p:extLst>
      <p:ext uri="{BB962C8B-B14F-4D97-AF65-F5344CB8AC3E}">
        <p14:creationId xmlns:p14="http://schemas.microsoft.com/office/powerpoint/2010/main" val="13803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58" grpId="0" animBg="1"/>
      <p:bldP spid="57" grpId="0" animBg="1"/>
      <p:bldP spid="15" grpId="0"/>
      <p:bldP spid="28" grpId="0"/>
      <p:bldP spid="50" grpId="0" animBg="1"/>
      <p:bldP spid="54" grpId="0" animBg="1"/>
      <p:bldP spid="55" grpId="0" animBg="1"/>
      <p:bldP spid="56" grpId="0"/>
      <p:bldP spid="62" grpId="0" animBg="1"/>
      <p:bldP spid="63" grpId="0" animBg="1"/>
      <p:bldP spid="64" grpId="0" animBg="1"/>
      <p:bldP spid="6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CAD2C-134F-1C92-3AA4-694971894A7B}"/>
            </a:ext>
          </a:extLst>
        </p:cNvPr>
        <p:cNvGrpSpPr/>
        <p:nvPr/>
      </p:nvGrpSpPr>
      <p:grpSpPr>
        <a:xfrm>
          <a:off x="0" y="0"/>
          <a:ext cx="0" cy="0"/>
          <a:chOff x="0" y="0"/>
          <a:chExt cx="0" cy="0"/>
        </a:xfrm>
      </p:grpSpPr>
      <p:sp>
        <p:nvSpPr>
          <p:cNvPr id="59" name="Rectangle: Rounded Corners 58">
            <a:extLst>
              <a:ext uri="{FF2B5EF4-FFF2-40B4-BE49-F238E27FC236}">
                <a16:creationId xmlns:a16="http://schemas.microsoft.com/office/drawing/2014/main" id="{83615B02-40BC-7267-628A-80F479A0DD1A}"/>
              </a:ext>
            </a:extLst>
          </p:cNvPr>
          <p:cNvSpPr/>
          <p:nvPr/>
        </p:nvSpPr>
        <p:spPr>
          <a:xfrm>
            <a:off x="8105723" y="2919092"/>
            <a:ext cx="3801932" cy="2546498"/>
          </a:xfrm>
          <a:prstGeom prst="roundRect">
            <a:avLst/>
          </a:prstGeom>
          <a:solidFill>
            <a:schemeClr val="bg1"/>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Rounded Corners 57">
            <a:extLst>
              <a:ext uri="{FF2B5EF4-FFF2-40B4-BE49-F238E27FC236}">
                <a16:creationId xmlns:a16="http://schemas.microsoft.com/office/drawing/2014/main" id="{EE4E2E3D-3359-CBA2-1F6A-9D98412D2384}"/>
              </a:ext>
            </a:extLst>
          </p:cNvPr>
          <p:cNvSpPr/>
          <p:nvPr/>
        </p:nvSpPr>
        <p:spPr>
          <a:xfrm>
            <a:off x="4117285" y="2919092"/>
            <a:ext cx="3801932" cy="2546498"/>
          </a:xfrm>
          <a:prstGeom prst="roundRect">
            <a:avLst/>
          </a:prstGeom>
          <a:solidFill>
            <a:schemeClr val="bg1"/>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Rounded Corners 56">
            <a:extLst>
              <a:ext uri="{FF2B5EF4-FFF2-40B4-BE49-F238E27FC236}">
                <a16:creationId xmlns:a16="http://schemas.microsoft.com/office/drawing/2014/main" id="{F37513CE-251A-3B6D-7DE4-7C190D6B64CF}"/>
              </a:ext>
            </a:extLst>
          </p:cNvPr>
          <p:cNvSpPr/>
          <p:nvPr/>
        </p:nvSpPr>
        <p:spPr>
          <a:xfrm>
            <a:off x="170390" y="2915579"/>
            <a:ext cx="3801932" cy="2546498"/>
          </a:xfrm>
          <a:prstGeom prst="roundRect">
            <a:avLst/>
          </a:prstGeom>
          <a:solidFill>
            <a:schemeClr val="bg1"/>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C3DB95D4-B5FD-C35A-B415-E736A85C9E94}"/>
              </a:ext>
            </a:extLst>
          </p:cNvPr>
          <p:cNvSpPr>
            <a:spLocks noGrp="1"/>
          </p:cNvSpPr>
          <p:nvPr>
            <p:ph type="body" sz="quarter" idx="10"/>
          </p:nvPr>
        </p:nvSpPr>
        <p:spPr>
          <a:xfrm>
            <a:off x="533399" y="219670"/>
            <a:ext cx="8514907" cy="923330"/>
          </a:xfrm>
        </p:spPr>
        <p:txBody>
          <a:bodyPr>
            <a:normAutofit lnSpcReduction="10000"/>
          </a:bodyPr>
          <a:lstStyle/>
          <a:p>
            <a:r>
              <a:rPr lang="en-GB" sz="3200">
                <a:latin typeface="+mj-lt"/>
              </a:rPr>
              <a:t>Example of Stratification - Shared Services &amp; Enabling Functions</a:t>
            </a:r>
            <a:endParaRPr lang="en-US" sz="3200">
              <a:latin typeface="+mj-lt"/>
            </a:endParaRPr>
          </a:p>
        </p:txBody>
      </p:sp>
      <p:sp>
        <p:nvSpPr>
          <p:cNvPr id="5" name="Rectangle: Rounded Corners 4">
            <a:extLst>
              <a:ext uri="{FF2B5EF4-FFF2-40B4-BE49-F238E27FC236}">
                <a16:creationId xmlns:a16="http://schemas.microsoft.com/office/drawing/2014/main" id="{C2F0EBE1-8DC8-A41E-921C-C1A7F8D09C72}"/>
              </a:ext>
            </a:extLst>
          </p:cNvPr>
          <p:cNvSpPr/>
          <p:nvPr/>
        </p:nvSpPr>
        <p:spPr>
          <a:xfrm>
            <a:off x="347595" y="1593795"/>
            <a:ext cx="11714418" cy="64015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GB" sz="1600" b="1" dirty="0">
                <a:solidFill>
                  <a:srgbClr val="172859"/>
                </a:solidFill>
              </a:rPr>
              <a:t>Problem:</a:t>
            </a:r>
            <a:r>
              <a:rPr lang="en-GB" sz="1600" dirty="0">
                <a:solidFill>
                  <a:srgbClr val="172859"/>
                </a:solidFill>
              </a:rPr>
              <a:t> You are analyzing delays in completing service desk requests. You find: 25% of Service Requests are completed outside of the policy turnaround times.</a:t>
            </a:r>
          </a:p>
          <a:p>
            <a:r>
              <a:rPr lang="en-GB" sz="1600" dirty="0">
                <a:solidFill>
                  <a:srgbClr val="172859"/>
                </a:solidFill>
              </a:rPr>
              <a:t> </a:t>
            </a:r>
          </a:p>
          <a:p>
            <a:r>
              <a:rPr lang="en-GB" sz="1600" b="1" dirty="0">
                <a:solidFill>
                  <a:srgbClr val="172859"/>
                </a:solidFill>
              </a:rPr>
              <a:t>Action:</a:t>
            </a:r>
            <a:r>
              <a:rPr lang="en-GB" sz="1600" dirty="0">
                <a:solidFill>
                  <a:srgbClr val="172859"/>
                </a:solidFill>
              </a:rPr>
              <a:t> Instead of assuming it is the same everywhere, you split the data using stratification to group the data.</a:t>
            </a:r>
            <a:endParaRPr lang="en-US" sz="1600" dirty="0">
              <a:solidFill>
                <a:srgbClr val="172859"/>
              </a:solidFill>
            </a:endParaRPr>
          </a:p>
        </p:txBody>
      </p:sp>
      <p:grpSp>
        <p:nvGrpSpPr>
          <p:cNvPr id="48" name="Group 47">
            <a:extLst>
              <a:ext uri="{FF2B5EF4-FFF2-40B4-BE49-F238E27FC236}">
                <a16:creationId xmlns:a16="http://schemas.microsoft.com/office/drawing/2014/main" id="{6A13A714-657E-0FC1-FB6A-052E6668E903}"/>
              </a:ext>
            </a:extLst>
          </p:cNvPr>
          <p:cNvGrpSpPr/>
          <p:nvPr/>
        </p:nvGrpSpPr>
        <p:grpSpPr>
          <a:xfrm>
            <a:off x="288159" y="3011905"/>
            <a:ext cx="3471396" cy="1633594"/>
            <a:chOff x="236577" y="3558572"/>
            <a:chExt cx="4314158" cy="1633594"/>
          </a:xfrm>
        </p:grpSpPr>
        <p:pic>
          <p:nvPicPr>
            <p:cNvPr id="9" name="Graphic 8" descr="Mortgage with solid fill">
              <a:extLst>
                <a:ext uri="{FF2B5EF4-FFF2-40B4-BE49-F238E27FC236}">
                  <a16:creationId xmlns:a16="http://schemas.microsoft.com/office/drawing/2014/main" id="{674335B4-FCEC-09B4-F2B5-AC06CC0551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6577" y="3558574"/>
              <a:ext cx="1304260" cy="1355651"/>
            </a:xfrm>
            <a:prstGeom prst="rect">
              <a:avLst/>
            </a:prstGeom>
          </p:spPr>
        </p:pic>
        <p:pic>
          <p:nvPicPr>
            <p:cNvPr id="10" name="Graphic 9" descr="Mortgage with solid fill">
              <a:extLst>
                <a:ext uri="{FF2B5EF4-FFF2-40B4-BE49-F238E27FC236}">
                  <a16:creationId xmlns:a16="http://schemas.microsoft.com/office/drawing/2014/main" id="{197FD27C-0E77-4B00-5007-EBEC43631C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01322" y="3558572"/>
              <a:ext cx="1304260" cy="1355651"/>
            </a:xfrm>
            <a:prstGeom prst="rect">
              <a:avLst/>
            </a:prstGeom>
          </p:spPr>
        </p:pic>
        <p:pic>
          <p:nvPicPr>
            <p:cNvPr id="11" name="Graphic 10" descr="Mortgage with solid fill">
              <a:extLst>
                <a:ext uri="{FF2B5EF4-FFF2-40B4-BE49-F238E27FC236}">
                  <a16:creationId xmlns:a16="http://schemas.microsoft.com/office/drawing/2014/main" id="{B9622861-E813-E817-3187-DCEE66D4B71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25431" y="3558572"/>
              <a:ext cx="1304260" cy="1355651"/>
            </a:xfrm>
            <a:prstGeom prst="rect">
              <a:avLst/>
            </a:prstGeom>
          </p:spPr>
        </p:pic>
        <p:sp>
          <p:nvSpPr>
            <p:cNvPr id="12" name="Rectangle: Rounded Corners 11">
              <a:extLst>
                <a:ext uri="{FF2B5EF4-FFF2-40B4-BE49-F238E27FC236}">
                  <a16:creationId xmlns:a16="http://schemas.microsoft.com/office/drawing/2014/main" id="{15D47631-25FF-26A6-B598-964E595C80F2}"/>
                </a:ext>
              </a:extLst>
            </p:cNvPr>
            <p:cNvSpPr/>
            <p:nvPr/>
          </p:nvSpPr>
          <p:spPr>
            <a:xfrm>
              <a:off x="236577" y="4763391"/>
              <a:ext cx="1304260" cy="428775"/>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t>HR= </a:t>
              </a:r>
              <a:br>
                <a:rPr lang="en-GB" sz="1400"/>
              </a:br>
              <a:r>
                <a:rPr lang="en-GB" sz="1400"/>
                <a:t>15% Late</a:t>
              </a:r>
              <a:endParaRPr lang="en-US" sz="1400"/>
            </a:p>
          </p:txBody>
        </p:sp>
        <p:sp>
          <p:nvSpPr>
            <p:cNvPr id="13" name="Rectangle: Rounded Corners 12">
              <a:extLst>
                <a:ext uri="{FF2B5EF4-FFF2-40B4-BE49-F238E27FC236}">
                  <a16:creationId xmlns:a16="http://schemas.microsoft.com/office/drawing/2014/main" id="{95CA6984-0680-C9ED-08DB-9BB9B55EAB73}"/>
                </a:ext>
              </a:extLst>
            </p:cNvPr>
            <p:cNvSpPr/>
            <p:nvPr/>
          </p:nvSpPr>
          <p:spPr>
            <a:xfrm>
              <a:off x="1722035" y="4763390"/>
              <a:ext cx="1325304" cy="428775"/>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t>FINANCE = 55% Late</a:t>
              </a:r>
              <a:endParaRPr lang="en-US" sz="1400"/>
            </a:p>
          </p:txBody>
        </p:sp>
        <p:sp>
          <p:nvSpPr>
            <p:cNvPr id="14" name="Rectangle: Rounded Corners 13">
              <a:extLst>
                <a:ext uri="{FF2B5EF4-FFF2-40B4-BE49-F238E27FC236}">
                  <a16:creationId xmlns:a16="http://schemas.microsoft.com/office/drawing/2014/main" id="{278C154C-A3F5-324D-1320-DEC673C78907}"/>
                </a:ext>
              </a:extLst>
            </p:cNvPr>
            <p:cNvSpPr/>
            <p:nvPr/>
          </p:nvSpPr>
          <p:spPr>
            <a:xfrm>
              <a:off x="3246475" y="4763389"/>
              <a:ext cx="1304260" cy="428775"/>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t>IT = </a:t>
              </a:r>
              <a:br>
                <a:rPr lang="en-GB" sz="1400"/>
              </a:br>
              <a:r>
                <a:rPr lang="en-GB" sz="1400"/>
                <a:t>20% Late</a:t>
              </a:r>
              <a:endParaRPr lang="en-US" sz="1400"/>
            </a:p>
          </p:txBody>
        </p:sp>
      </p:grpSp>
      <p:sp>
        <p:nvSpPr>
          <p:cNvPr id="15" name="TextBox 14">
            <a:extLst>
              <a:ext uri="{FF2B5EF4-FFF2-40B4-BE49-F238E27FC236}">
                <a16:creationId xmlns:a16="http://schemas.microsoft.com/office/drawing/2014/main" id="{F1A699D2-9009-128B-919C-6F10260E328C}"/>
              </a:ext>
            </a:extLst>
          </p:cNvPr>
          <p:cNvSpPr txBox="1"/>
          <p:nvPr/>
        </p:nvSpPr>
        <p:spPr>
          <a:xfrm>
            <a:off x="347595" y="4741714"/>
            <a:ext cx="3559246" cy="738664"/>
          </a:xfrm>
          <a:prstGeom prst="rect">
            <a:avLst/>
          </a:prstGeom>
          <a:noFill/>
        </p:spPr>
        <p:txBody>
          <a:bodyPr wrap="square" rtlCol="0">
            <a:spAutoFit/>
          </a:bodyPr>
          <a:lstStyle/>
          <a:p>
            <a:r>
              <a:rPr lang="en-GB" sz="1400" b="1">
                <a:solidFill>
                  <a:srgbClr val="172859"/>
                </a:solidFill>
              </a:rPr>
              <a:t>Insight: </a:t>
            </a:r>
            <a:r>
              <a:rPr lang="en-US" sz="1400">
                <a:solidFill>
                  <a:srgbClr val="172859"/>
                </a:solidFill>
              </a:rPr>
              <a:t>Delays are significantly higher in Finance.</a:t>
            </a:r>
          </a:p>
          <a:p>
            <a:r>
              <a:rPr lang="en-GB" sz="1400" b="1">
                <a:solidFill>
                  <a:srgbClr val="172859"/>
                </a:solidFill>
              </a:rPr>
              <a:t> </a:t>
            </a:r>
            <a:endParaRPr lang="en-US" sz="1400">
              <a:solidFill>
                <a:srgbClr val="172859"/>
              </a:solidFill>
            </a:endParaRPr>
          </a:p>
        </p:txBody>
      </p:sp>
      <p:sp>
        <p:nvSpPr>
          <p:cNvPr id="28" name="TextBox 27">
            <a:extLst>
              <a:ext uri="{FF2B5EF4-FFF2-40B4-BE49-F238E27FC236}">
                <a16:creationId xmlns:a16="http://schemas.microsoft.com/office/drawing/2014/main" id="{C45B462D-753E-52DB-F71B-2C2623377540}"/>
              </a:ext>
            </a:extLst>
          </p:cNvPr>
          <p:cNvSpPr txBox="1"/>
          <p:nvPr/>
        </p:nvSpPr>
        <p:spPr>
          <a:xfrm>
            <a:off x="4378169" y="4781644"/>
            <a:ext cx="3424547" cy="523220"/>
          </a:xfrm>
          <a:prstGeom prst="rect">
            <a:avLst/>
          </a:prstGeom>
          <a:noFill/>
        </p:spPr>
        <p:txBody>
          <a:bodyPr wrap="square" rtlCol="0">
            <a:spAutoFit/>
          </a:bodyPr>
          <a:lstStyle/>
          <a:p>
            <a:r>
              <a:rPr lang="en-GB" sz="1400" b="1">
                <a:solidFill>
                  <a:srgbClr val="172859"/>
                </a:solidFill>
              </a:rPr>
              <a:t>Insight:</a:t>
            </a:r>
            <a:r>
              <a:rPr lang="en-GB" sz="1400">
                <a:solidFill>
                  <a:srgbClr val="172859"/>
                </a:solidFill>
              </a:rPr>
              <a:t> Performance varies significantly by person.</a:t>
            </a:r>
            <a:endParaRPr lang="en-US" sz="1400">
              <a:solidFill>
                <a:srgbClr val="172859"/>
              </a:solidFill>
            </a:endParaRPr>
          </a:p>
        </p:txBody>
      </p:sp>
      <p:grpSp>
        <p:nvGrpSpPr>
          <p:cNvPr id="49" name="Group 48">
            <a:extLst>
              <a:ext uri="{FF2B5EF4-FFF2-40B4-BE49-F238E27FC236}">
                <a16:creationId xmlns:a16="http://schemas.microsoft.com/office/drawing/2014/main" id="{FCCD7D36-B1EE-4F45-ED64-75FDAC6DA7C3}"/>
              </a:ext>
            </a:extLst>
          </p:cNvPr>
          <p:cNvGrpSpPr/>
          <p:nvPr/>
        </p:nvGrpSpPr>
        <p:grpSpPr>
          <a:xfrm>
            <a:off x="4327967" y="3127991"/>
            <a:ext cx="3474750" cy="1554263"/>
            <a:chOff x="4850543" y="3514619"/>
            <a:chExt cx="4271513" cy="1677543"/>
          </a:xfrm>
        </p:grpSpPr>
        <p:sp>
          <p:nvSpPr>
            <p:cNvPr id="21" name="Rectangle: Rounded Corners 20">
              <a:extLst>
                <a:ext uri="{FF2B5EF4-FFF2-40B4-BE49-F238E27FC236}">
                  <a16:creationId xmlns:a16="http://schemas.microsoft.com/office/drawing/2014/main" id="{B3C08180-8907-E6C4-7D43-5017A5FFB773}"/>
                </a:ext>
              </a:extLst>
            </p:cNvPr>
            <p:cNvSpPr/>
            <p:nvPr/>
          </p:nvSpPr>
          <p:spPr>
            <a:xfrm>
              <a:off x="7817796" y="4763387"/>
              <a:ext cx="1304260" cy="428775"/>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t>3 = 20% Late</a:t>
              </a:r>
              <a:endParaRPr lang="en-US" sz="1400"/>
            </a:p>
          </p:txBody>
        </p:sp>
        <p:sp>
          <p:nvSpPr>
            <p:cNvPr id="22" name="Rectangle: Rounded Corners 21">
              <a:extLst>
                <a:ext uri="{FF2B5EF4-FFF2-40B4-BE49-F238E27FC236}">
                  <a16:creationId xmlns:a16="http://schemas.microsoft.com/office/drawing/2014/main" id="{7EFDF0D0-5218-F318-4D57-3A163023ABD2}"/>
                </a:ext>
              </a:extLst>
            </p:cNvPr>
            <p:cNvSpPr/>
            <p:nvPr/>
          </p:nvSpPr>
          <p:spPr>
            <a:xfrm>
              <a:off x="6333006" y="4763387"/>
              <a:ext cx="1325304" cy="428775"/>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t>2 = 15% Late</a:t>
              </a:r>
              <a:endParaRPr lang="en-US" sz="1400"/>
            </a:p>
          </p:txBody>
        </p:sp>
        <p:sp>
          <p:nvSpPr>
            <p:cNvPr id="23" name="Rectangle: Rounded Corners 22">
              <a:extLst>
                <a:ext uri="{FF2B5EF4-FFF2-40B4-BE49-F238E27FC236}">
                  <a16:creationId xmlns:a16="http://schemas.microsoft.com/office/drawing/2014/main" id="{C98CD248-0127-C544-BD68-F8060D948443}"/>
                </a:ext>
              </a:extLst>
            </p:cNvPr>
            <p:cNvSpPr/>
            <p:nvPr/>
          </p:nvSpPr>
          <p:spPr>
            <a:xfrm>
              <a:off x="4850543" y="4763386"/>
              <a:ext cx="1304260" cy="428775"/>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t>1 = 5% Late</a:t>
              </a:r>
              <a:endParaRPr lang="en-US" sz="1400"/>
            </a:p>
          </p:txBody>
        </p:sp>
        <p:pic>
          <p:nvPicPr>
            <p:cNvPr id="25" name="Graphic 24" descr="User with solid fill">
              <a:extLst>
                <a:ext uri="{FF2B5EF4-FFF2-40B4-BE49-F238E27FC236}">
                  <a16:creationId xmlns:a16="http://schemas.microsoft.com/office/drawing/2014/main" id="{703EBB04-6DB8-E42A-F9EE-ECAC9207072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45473" y="3960632"/>
              <a:ext cx="914400" cy="914400"/>
            </a:xfrm>
            <a:prstGeom prst="rect">
              <a:avLst/>
            </a:prstGeom>
          </p:spPr>
        </p:pic>
        <p:pic>
          <p:nvPicPr>
            <p:cNvPr id="26" name="Graphic 25" descr="User with solid fill">
              <a:extLst>
                <a:ext uri="{FF2B5EF4-FFF2-40B4-BE49-F238E27FC236}">
                  <a16:creationId xmlns:a16="http://schemas.microsoft.com/office/drawing/2014/main" id="{E943E593-CFFA-67D1-2FD1-96CCE49FC32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66258" y="3949999"/>
              <a:ext cx="914400" cy="914400"/>
            </a:xfrm>
            <a:prstGeom prst="rect">
              <a:avLst/>
            </a:prstGeom>
          </p:spPr>
        </p:pic>
        <p:pic>
          <p:nvPicPr>
            <p:cNvPr id="27" name="Graphic 26" descr="User with solid fill">
              <a:extLst>
                <a:ext uri="{FF2B5EF4-FFF2-40B4-BE49-F238E27FC236}">
                  <a16:creationId xmlns:a16="http://schemas.microsoft.com/office/drawing/2014/main" id="{026FAFCC-00A5-6C7E-763A-98119E49BA3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047068" y="3961926"/>
              <a:ext cx="914400" cy="914400"/>
            </a:xfrm>
            <a:prstGeom prst="rect">
              <a:avLst/>
            </a:prstGeom>
          </p:spPr>
        </p:pic>
        <p:sp>
          <p:nvSpPr>
            <p:cNvPr id="29" name="Rectangle: Rounded Corners 28">
              <a:extLst>
                <a:ext uri="{FF2B5EF4-FFF2-40B4-BE49-F238E27FC236}">
                  <a16:creationId xmlns:a16="http://schemas.microsoft.com/office/drawing/2014/main" id="{00C497B2-4ED0-0A50-BA34-EFD17146F4D2}"/>
                </a:ext>
              </a:extLst>
            </p:cNvPr>
            <p:cNvSpPr/>
            <p:nvPr/>
          </p:nvSpPr>
          <p:spPr>
            <a:xfrm>
              <a:off x="5300983" y="3514619"/>
              <a:ext cx="3274827" cy="428775"/>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Finance</a:t>
              </a:r>
              <a:endParaRPr lang="en-US"/>
            </a:p>
          </p:txBody>
        </p:sp>
      </p:grpSp>
      <p:pic>
        <p:nvPicPr>
          <p:cNvPr id="45" name="Graphic 44" descr="Stopwatch with solid fill">
            <a:extLst>
              <a:ext uri="{FF2B5EF4-FFF2-40B4-BE49-F238E27FC236}">
                <a16:creationId xmlns:a16="http://schemas.microsoft.com/office/drawing/2014/main" id="{61A7C099-51C0-2F34-ACA9-277FA2BB085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340105" y="3339081"/>
            <a:ext cx="914400" cy="914400"/>
          </a:xfrm>
          <a:prstGeom prst="rect">
            <a:avLst/>
          </a:prstGeom>
        </p:spPr>
      </p:pic>
      <p:pic>
        <p:nvPicPr>
          <p:cNvPr id="46" name="Graphic 45" descr="Stopwatch with solid fill">
            <a:extLst>
              <a:ext uri="{FF2B5EF4-FFF2-40B4-BE49-F238E27FC236}">
                <a16:creationId xmlns:a16="http://schemas.microsoft.com/office/drawing/2014/main" id="{21549C01-C92C-38AE-AE1F-3A07BFFECBC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529228" y="3348932"/>
            <a:ext cx="914400" cy="914400"/>
          </a:xfrm>
          <a:prstGeom prst="rect">
            <a:avLst/>
          </a:prstGeom>
        </p:spPr>
      </p:pic>
      <p:pic>
        <p:nvPicPr>
          <p:cNvPr id="47" name="Graphic 46" descr="Stopwatch with solid fill">
            <a:extLst>
              <a:ext uri="{FF2B5EF4-FFF2-40B4-BE49-F238E27FC236}">
                <a16:creationId xmlns:a16="http://schemas.microsoft.com/office/drawing/2014/main" id="{59C8158A-FEFC-51B9-4E00-B57748A686B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718351" y="3339081"/>
            <a:ext cx="914400" cy="914400"/>
          </a:xfrm>
          <a:prstGeom prst="rect">
            <a:avLst/>
          </a:prstGeom>
        </p:spPr>
      </p:pic>
      <p:sp>
        <p:nvSpPr>
          <p:cNvPr id="50" name="Rectangle: Rounded Corners 49">
            <a:extLst>
              <a:ext uri="{FF2B5EF4-FFF2-40B4-BE49-F238E27FC236}">
                <a16:creationId xmlns:a16="http://schemas.microsoft.com/office/drawing/2014/main" id="{B1FAE9F7-2C39-FCFD-3DBC-D9E4BFD9400C}"/>
              </a:ext>
            </a:extLst>
          </p:cNvPr>
          <p:cNvSpPr/>
          <p:nvPr/>
        </p:nvSpPr>
        <p:spPr>
          <a:xfrm>
            <a:off x="8272567" y="4270567"/>
            <a:ext cx="1049475" cy="428775"/>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t>Payroll = 60% Late</a:t>
            </a:r>
            <a:endParaRPr lang="en-US" sz="1400"/>
          </a:p>
        </p:txBody>
      </p:sp>
      <p:sp>
        <p:nvSpPr>
          <p:cNvPr id="54" name="Rectangle: Rounded Corners 53">
            <a:extLst>
              <a:ext uri="{FF2B5EF4-FFF2-40B4-BE49-F238E27FC236}">
                <a16:creationId xmlns:a16="http://schemas.microsoft.com/office/drawing/2014/main" id="{BF547068-95CB-5E37-F81F-223EED0CD1EA}"/>
              </a:ext>
            </a:extLst>
          </p:cNvPr>
          <p:cNvSpPr/>
          <p:nvPr/>
        </p:nvSpPr>
        <p:spPr>
          <a:xfrm>
            <a:off x="9463281" y="4279218"/>
            <a:ext cx="1049475" cy="428775"/>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t>Expense = 15% Late</a:t>
            </a:r>
            <a:endParaRPr lang="en-US" sz="1400"/>
          </a:p>
        </p:txBody>
      </p:sp>
      <p:sp>
        <p:nvSpPr>
          <p:cNvPr id="55" name="Rectangle: Rounded Corners 54">
            <a:extLst>
              <a:ext uri="{FF2B5EF4-FFF2-40B4-BE49-F238E27FC236}">
                <a16:creationId xmlns:a16="http://schemas.microsoft.com/office/drawing/2014/main" id="{1512BD5A-198D-E057-46E8-9CA14AFC369C}"/>
              </a:ext>
            </a:extLst>
          </p:cNvPr>
          <p:cNvSpPr/>
          <p:nvPr/>
        </p:nvSpPr>
        <p:spPr>
          <a:xfrm>
            <a:off x="10694488" y="4282935"/>
            <a:ext cx="1049475" cy="428775"/>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a:t>Invoice = 20% Late</a:t>
            </a:r>
            <a:endParaRPr lang="en-US" sz="1400"/>
          </a:p>
        </p:txBody>
      </p:sp>
      <p:sp>
        <p:nvSpPr>
          <p:cNvPr id="56" name="TextBox 55">
            <a:extLst>
              <a:ext uri="{FF2B5EF4-FFF2-40B4-BE49-F238E27FC236}">
                <a16:creationId xmlns:a16="http://schemas.microsoft.com/office/drawing/2014/main" id="{24ACD91B-ED10-8E48-FC73-83BC2B382883}"/>
              </a:ext>
            </a:extLst>
          </p:cNvPr>
          <p:cNvSpPr txBox="1"/>
          <p:nvPr/>
        </p:nvSpPr>
        <p:spPr>
          <a:xfrm>
            <a:off x="8340105" y="4778473"/>
            <a:ext cx="3544704" cy="523220"/>
          </a:xfrm>
          <a:prstGeom prst="rect">
            <a:avLst/>
          </a:prstGeom>
          <a:noFill/>
        </p:spPr>
        <p:txBody>
          <a:bodyPr wrap="square" rtlCol="0">
            <a:spAutoFit/>
          </a:bodyPr>
          <a:lstStyle/>
          <a:p>
            <a:r>
              <a:rPr lang="en-GB" sz="1400" b="1">
                <a:solidFill>
                  <a:srgbClr val="172859"/>
                </a:solidFill>
              </a:rPr>
              <a:t>Insight: </a:t>
            </a:r>
            <a:r>
              <a:rPr lang="en-GB" sz="1400">
                <a:solidFill>
                  <a:srgbClr val="172859"/>
                </a:solidFill>
              </a:rPr>
              <a:t>Payroll-related requests have the highest delays.</a:t>
            </a:r>
            <a:endParaRPr lang="en-US" sz="1400">
              <a:solidFill>
                <a:srgbClr val="172859"/>
              </a:solidFill>
            </a:endParaRPr>
          </a:p>
        </p:txBody>
      </p:sp>
      <p:sp>
        <p:nvSpPr>
          <p:cNvPr id="61" name="TextBox 60">
            <a:extLst>
              <a:ext uri="{FF2B5EF4-FFF2-40B4-BE49-F238E27FC236}">
                <a16:creationId xmlns:a16="http://schemas.microsoft.com/office/drawing/2014/main" id="{A62C1801-1FD9-C478-ECFD-C18227A777DB}"/>
              </a:ext>
            </a:extLst>
          </p:cNvPr>
          <p:cNvSpPr txBox="1"/>
          <p:nvPr/>
        </p:nvSpPr>
        <p:spPr>
          <a:xfrm>
            <a:off x="510007" y="5720914"/>
            <a:ext cx="11714418" cy="338554"/>
          </a:xfrm>
          <a:prstGeom prst="rect">
            <a:avLst/>
          </a:prstGeom>
          <a:noFill/>
        </p:spPr>
        <p:txBody>
          <a:bodyPr wrap="square">
            <a:spAutoFit/>
          </a:bodyPr>
          <a:lstStyle/>
          <a:p>
            <a:r>
              <a:rPr lang="en-GB" sz="1600">
                <a:solidFill>
                  <a:srgbClr val="172859"/>
                </a:solidFill>
              </a:rPr>
              <a:t>Different groups perform very differently. Averages hide this.</a:t>
            </a:r>
            <a:endParaRPr lang="en-US" sz="1600">
              <a:solidFill>
                <a:srgbClr val="172859"/>
              </a:solidFill>
            </a:endParaRPr>
          </a:p>
        </p:txBody>
      </p:sp>
      <p:sp>
        <p:nvSpPr>
          <p:cNvPr id="62" name="Rectangle: Rounded Corners 61">
            <a:extLst>
              <a:ext uri="{FF2B5EF4-FFF2-40B4-BE49-F238E27FC236}">
                <a16:creationId xmlns:a16="http://schemas.microsoft.com/office/drawing/2014/main" id="{CD3BB672-6716-D67B-3C26-8C1FF2A8ED6B}"/>
              </a:ext>
            </a:extLst>
          </p:cNvPr>
          <p:cNvSpPr/>
          <p:nvPr/>
        </p:nvSpPr>
        <p:spPr>
          <a:xfrm>
            <a:off x="5477544" y="2674291"/>
            <a:ext cx="1081414" cy="369259"/>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bg1"/>
                </a:solidFill>
              </a:rPr>
              <a:t>Where?</a:t>
            </a:r>
            <a:endParaRPr lang="en-US">
              <a:solidFill>
                <a:schemeClr val="bg1"/>
              </a:solidFill>
            </a:endParaRPr>
          </a:p>
        </p:txBody>
      </p:sp>
      <p:sp>
        <p:nvSpPr>
          <p:cNvPr id="63" name="Rectangle: Rounded Corners 62">
            <a:extLst>
              <a:ext uri="{FF2B5EF4-FFF2-40B4-BE49-F238E27FC236}">
                <a16:creationId xmlns:a16="http://schemas.microsoft.com/office/drawing/2014/main" id="{53B95ED0-72CE-8C21-9CEA-E7EE9119AF9B}"/>
              </a:ext>
            </a:extLst>
          </p:cNvPr>
          <p:cNvSpPr/>
          <p:nvPr/>
        </p:nvSpPr>
        <p:spPr>
          <a:xfrm>
            <a:off x="1494337" y="2662738"/>
            <a:ext cx="1081414" cy="369259"/>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bg1"/>
                </a:solidFill>
              </a:rPr>
              <a:t>What?</a:t>
            </a:r>
            <a:endParaRPr lang="en-US">
              <a:solidFill>
                <a:schemeClr val="bg1"/>
              </a:solidFill>
            </a:endParaRPr>
          </a:p>
        </p:txBody>
      </p:sp>
      <p:sp>
        <p:nvSpPr>
          <p:cNvPr id="64" name="Rectangle: Rounded Corners 63">
            <a:extLst>
              <a:ext uri="{FF2B5EF4-FFF2-40B4-BE49-F238E27FC236}">
                <a16:creationId xmlns:a16="http://schemas.microsoft.com/office/drawing/2014/main" id="{53C72669-EA6F-5C81-0E20-965BD2AD13C3}"/>
              </a:ext>
            </a:extLst>
          </p:cNvPr>
          <p:cNvSpPr/>
          <p:nvPr/>
        </p:nvSpPr>
        <p:spPr>
          <a:xfrm>
            <a:off x="9465982" y="2674291"/>
            <a:ext cx="1081414" cy="369259"/>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solidFill>
                  <a:schemeClr val="bg1"/>
                </a:solidFill>
              </a:rPr>
              <a:t>When?</a:t>
            </a:r>
            <a:endParaRPr lang="en-US">
              <a:solidFill>
                <a:schemeClr val="bg1"/>
              </a:solidFill>
            </a:endParaRPr>
          </a:p>
        </p:txBody>
      </p:sp>
    </p:spTree>
    <p:extLst>
      <p:ext uri="{BB962C8B-B14F-4D97-AF65-F5344CB8AC3E}">
        <p14:creationId xmlns:p14="http://schemas.microsoft.com/office/powerpoint/2010/main" val="2601510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58" grpId="0" animBg="1"/>
      <p:bldP spid="57" grpId="0" animBg="1"/>
      <p:bldP spid="15" grpId="0"/>
      <p:bldP spid="28" grpId="0"/>
      <p:bldP spid="50" grpId="0" animBg="1"/>
      <p:bldP spid="54" grpId="0" animBg="1"/>
      <p:bldP spid="55" grpId="0" animBg="1"/>
      <p:bldP spid="56" grpId="0"/>
      <p:bldP spid="62" grpId="0" animBg="1"/>
      <p:bldP spid="63" grpId="0" animBg="1"/>
      <p:bldP spid="6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428CA143-BB51-4311-85DD-F77502370847}"/>
              </a:ext>
            </a:extLst>
          </p:cNvPr>
          <p:cNvSpPr txBox="1">
            <a:spLocks/>
          </p:cNvSpPr>
          <p:nvPr/>
        </p:nvSpPr>
        <p:spPr>
          <a:xfrm>
            <a:off x="704441" y="350199"/>
            <a:ext cx="10783118" cy="1085172"/>
          </a:xfrm>
          <a:prstGeom prst="rect">
            <a:avLst/>
          </a:prstGeom>
        </p:spPr>
        <p:txBody>
          <a:bodyPr>
            <a:normAutofit/>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US" sz="3200" b="1" noProof="0">
                <a:solidFill>
                  <a:srgbClr val="FFC000"/>
                </a:solidFill>
                <a:cs typeface="Arial" panose="020B0604020202020204" pitchFamily="34" charset="0"/>
              </a:rPr>
              <a:t>Question</a:t>
            </a:r>
          </a:p>
        </p:txBody>
      </p:sp>
      <p:sp>
        <p:nvSpPr>
          <p:cNvPr id="5" name="TextBox 4">
            <a:extLst>
              <a:ext uri="{FF2B5EF4-FFF2-40B4-BE49-F238E27FC236}">
                <a16:creationId xmlns:a16="http://schemas.microsoft.com/office/drawing/2014/main" id="{E69526A9-DA3B-F249-8162-ADA03340645E}"/>
              </a:ext>
            </a:extLst>
          </p:cNvPr>
          <p:cNvSpPr txBox="1"/>
          <p:nvPr/>
        </p:nvSpPr>
        <p:spPr>
          <a:xfrm>
            <a:off x="2190750" y="3251363"/>
            <a:ext cx="7810500" cy="1569660"/>
          </a:xfrm>
          <a:prstGeom prst="rect">
            <a:avLst/>
          </a:prstGeom>
          <a:noFill/>
        </p:spPr>
        <p:txBody>
          <a:bodyPr wrap="square" rtlCol="0">
            <a:spAutoFit/>
          </a:bodyPr>
          <a:lstStyle/>
          <a:p>
            <a:pPr algn="ctr"/>
            <a:r>
              <a:rPr lang="en-US" sz="2400" noProof="0">
                <a:solidFill>
                  <a:schemeClr val="accent4"/>
                </a:solidFill>
                <a:latin typeface="+mj-lt"/>
                <a:cs typeface="Arial" panose="020B0604020202020204" pitchFamily="34" charset="0"/>
              </a:rPr>
              <a:t>Think of an issue impacting your team. </a:t>
            </a:r>
          </a:p>
          <a:p>
            <a:pPr algn="ctr"/>
            <a:endParaRPr lang="en-US" sz="2400" noProof="0">
              <a:solidFill>
                <a:schemeClr val="accent4"/>
              </a:solidFill>
              <a:latin typeface="+mj-lt"/>
              <a:cs typeface="Arial" panose="020B0604020202020204" pitchFamily="34" charset="0"/>
            </a:endParaRPr>
          </a:p>
          <a:p>
            <a:pPr algn="ctr"/>
            <a:r>
              <a:rPr lang="en-US" sz="2400" noProof="0">
                <a:solidFill>
                  <a:schemeClr val="accent4"/>
                </a:solidFill>
                <a:latin typeface="+mj-lt"/>
                <a:cs typeface="Arial" panose="020B0604020202020204" pitchFamily="34" charset="0"/>
              </a:rPr>
              <a:t>If you were to gather the data, how might you stratify that data?  </a:t>
            </a:r>
          </a:p>
        </p:txBody>
      </p:sp>
      <p:pic>
        <p:nvPicPr>
          <p:cNvPr id="3" name="Graphic 2" descr="Thought bubble with solid fill">
            <a:extLst>
              <a:ext uri="{FF2B5EF4-FFF2-40B4-BE49-F238E27FC236}">
                <a16:creationId xmlns:a16="http://schemas.microsoft.com/office/drawing/2014/main" id="{BF494C80-F06D-4D00-A5C6-B93D1EAAE6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533400" y="1332883"/>
            <a:ext cx="2038350" cy="2038350"/>
          </a:xfrm>
          <a:prstGeom prst="rect">
            <a:avLst/>
          </a:prstGeom>
        </p:spPr>
      </p:pic>
      <p:pic>
        <p:nvPicPr>
          <p:cNvPr id="4" name="Graphic 3" descr="Thought bubble with solid fill">
            <a:extLst>
              <a:ext uri="{FF2B5EF4-FFF2-40B4-BE49-F238E27FC236}">
                <a16:creationId xmlns:a16="http://schemas.microsoft.com/office/drawing/2014/main" id="{4BB7B2D8-2BF5-FFDB-CCA4-A8CF3154A78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20250" y="1230394"/>
            <a:ext cx="2038350" cy="2038350"/>
          </a:xfrm>
          <a:prstGeom prst="rect">
            <a:avLst/>
          </a:prstGeom>
        </p:spPr>
      </p:pic>
    </p:spTree>
    <p:extLst>
      <p:ext uri="{BB962C8B-B14F-4D97-AF65-F5344CB8AC3E}">
        <p14:creationId xmlns:p14="http://schemas.microsoft.com/office/powerpoint/2010/main" val="18324652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8D3A1520-3560-7247-8EF4-BDA54252B5C8}"/>
              </a:ext>
            </a:extLst>
          </p:cNvPr>
          <p:cNvSpPr>
            <a:spLocks noGrp="1"/>
          </p:cNvSpPr>
          <p:nvPr>
            <p:ph type="body" sz="quarter" idx="12"/>
          </p:nvPr>
        </p:nvSpPr>
        <p:spPr>
          <a:xfrm>
            <a:off x="530280" y="3505200"/>
            <a:ext cx="914400" cy="492443"/>
          </a:xfrm>
        </p:spPr>
        <p:txBody>
          <a:bodyPr/>
          <a:lstStyle/>
          <a:p>
            <a:r>
              <a:rPr lang="en-US" sz="3200" noProof="0">
                <a:latin typeface="+mj-lt"/>
              </a:rPr>
              <a:t>04</a:t>
            </a:r>
          </a:p>
        </p:txBody>
      </p:sp>
      <p:sp>
        <p:nvSpPr>
          <p:cNvPr id="8" name="Text Placeholder 10">
            <a:extLst>
              <a:ext uri="{FF2B5EF4-FFF2-40B4-BE49-F238E27FC236}">
                <a16:creationId xmlns:a16="http://schemas.microsoft.com/office/drawing/2014/main" id="{9DCFBE6E-9A5F-431B-9E19-E69BAF936E44}"/>
              </a:ext>
            </a:extLst>
          </p:cNvPr>
          <p:cNvSpPr txBox="1">
            <a:spLocks/>
          </p:cNvSpPr>
          <p:nvPr/>
        </p:nvSpPr>
        <p:spPr>
          <a:xfrm>
            <a:off x="530280" y="4323356"/>
            <a:ext cx="5805974" cy="1322892"/>
          </a:xfrm>
          <a:prstGeom prst="rect">
            <a:avLst/>
          </a:prstGeom>
        </p:spPr>
        <p:txBody>
          <a:bodyPr>
            <a:noAutofit/>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3600" b="0" noProof="0">
              <a:solidFill>
                <a:srgbClr val="FFFFFF"/>
              </a:solidFill>
              <a:latin typeface="+mj-lt"/>
              <a:cs typeface="Arial" panose="020B0604020202020204" pitchFamily="34" charset="0"/>
            </a:endParaRPr>
          </a:p>
        </p:txBody>
      </p:sp>
      <p:sp>
        <p:nvSpPr>
          <p:cNvPr id="9" name="Text Placeholder 5">
            <a:extLst>
              <a:ext uri="{FF2B5EF4-FFF2-40B4-BE49-F238E27FC236}">
                <a16:creationId xmlns:a16="http://schemas.microsoft.com/office/drawing/2014/main" id="{AE800785-293B-47C6-A612-B449D1957C91}"/>
              </a:ext>
            </a:extLst>
          </p:cNvPr>
          <p:cNvSpPr txBox="1">
            <a:spLocks/>
          </p:cNvSpPr>
          <p:nvPr/>
        </p:nvSpPr>
        <p:spPr>
          <a:xfrm>
            <a:off x="533400" y="5971962"/>
            <a:ext cx="2743200" cy="384721"/>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Font typeface="Arial" panose="020B0604020202020204" pitchFamily="34" charset="0"/>
              <a:buNone/>
              <a:defRPr sz="2500" b="1" kern="1200">
                <a:solidFill>
                  <a:schemeClr val="bg1"/>
                </a:solidFill>
                <a:latin typeface="Arial" panose="020B0604020202020204" pitchFamily="34" charset="0"/>
                <a:ea typeface="+mn-ea"/>
                <a:cs typeface="Arial" panose="020B0604020202020204" pitchFamily="34" charset="0"/>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0">
                <a:latin typeface="+mj-lt"/>
              </a:rPr>
              <a:t>MEASURE LSS11</a:t>
            </a:r>
          </a:p>
        </p:txBody>
      </p:sp>
      <p:sp>
        <p:nvSpPr>
          <p:cNvPr id="10" name="TextBox 9">
            <a:extLst>
              <a:ext uri="{FF2B5EF4-FFF2-40B4-BE49-F238E27FC236}">
                <a16:creationId xmlns:a16="http://schemas.microsoft.com/office/drawing/2014/main" id="{759ACA74-E7FD-4503-8849-3F618C26F0E4}"/>
              </a:ext>
            </a:extLst>
          </p:cNvPr>
          <p:cNvSpPr txBox="1"/>
          <p:nvPr/>
        </p:nvSpPr>
        <p:spPr>
          <a:xfrm>
            <a:off x="530280" y="4800136"/>
            <a:ext cx="6097772" cy="584775"/>
          </a:xfrm>
          <a:prstGeom prst="rect">
            <a:avLst/>
          </a:prstGeom>
          <a:noFill/>
        </p:spPr>
        <p:txBody>
          <a:bodyPr wrap="square">
            <a:spAutoFit/>
          </a:bodyPr>
          <a:lstStyle/>
          <a:p>
            <a:r>
              <a:rPr lang="en-US" sz="3200" noProof="0">
                <a:solidFill>
                  <a:schemeClr val="accent5"/>
                </a:solidFill>
                <a:latin typeface="+mj-lt"/>
                <a:cs typeface="Arial" panose="020B0604020202020204" pitchFamily="34" charset="0"/>
              </a:rPr>
              <a:t>Operational Definitions</a:t>
            </a:r>
          </a:p>
        </p:txBody>
      </p:sp>
    </p:spTree>
    <p:extLst>
      <p:ext uri="{BB962C8B-B14F-4D97-AF65-F5344CB8AC3E}">
        <p14:creationId xmlns:p14="http://schemas.microsoft.com/office/powerpoint/2010/main" val="6412776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D8ECE-7F05-2472-4D07-A5581692AFA8}"/>
            </a:ext>
          </a:extLst>
        </p:cNvPr>
        <p:cNvGrpSpPr/>
        <p:nvPr/>
      </p:nvGrpSpPr>
      <p:grpSpPr>
        <a:xfrm>
          <a:off x="0" y="0"/>
          <a:ext cx="0" cy="0"/>
          <a:chOff x="0" y="0"/>
          <a:chExt cx="0" cy="0"/>
        </a:xfrm>
      </p:grpSpPr>
      <p:sp>
        <p:nvSpPr>
          <p:cNvPr id="22" name="Rectangle: Rounded Corners 21">
            <a:extLst>
              <a:ext uri="{FF2B5EF4-FFF2-40B4-BE49-F238E27FC236}">
                <a16:creationId xmlns:a16="http://schemas.microsoft.com/office/drawing/2014/main" id="{606EE6EE-97A7-08E1-6116-A0D2561355EA}"/>
              </a:ext>
            </a:extLst>
          </p:cNvPr>
          <p:cNvSpPr/>
          <p:nvPr/>
        </p:nvSpPr>
        <p:spPr>
          <a:xfrm>
            <a:off x="9097403" y="2910659"/>
            <a:ext cx="2520000" cy="1568303"/>
          </a:xfrm>
          <a:prstGeom prst="roundRect">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71475" indent="-285750">
              <a:buFont typeface="Arial" panose="020B0604020202020204" pitchFamily="34" charset="0"/>
              <a:buChar char="•"/>
            </a:pPr>
            <a:r>
              <a:rPr lang="en-GB" sz="1600">
                <a:solidFill>
                  <a:srgbClr val="172859"/>
                </a:solidFill>
                <a:latin typeface="+mj-lt"/>
              </a:rPr>
              <a:t>Consistent data</a:t>
            </a:r>
          </a:p>
          <a:p>
            <a:pPr marL="371475" indent="-285750">
              <a:buFont typeface="Arial" panose="020B0604020202020204" pitchFamily="34" charset="0"/>
              <a:buChar char="•"/>
            </a:pPr>
            <a:r>
              <a:rPr lang="en-GB" sz="1600">
                <a:solidFill>
                  <a:srgbClr val="172859"/>
                </a:solidFill>
                <a:latin typeface="+mj-lt"/>
              </a:rPr>
              <a:t>Reliable results</a:t>
            </a:r>
          </a:p>
          <a:p>
            <a:pPr marL="371475" indent="-285750">
              <a:buFont typeface="Arial" panose="020B0604020202020204" pitchFamily="34" charset="0"/>
              <a:buChar char="•"/>
            </a:pPr>
            <a:r>
              <a:rPr lang="en-GB" sz="1600">
                <a:solidFill>
                  <a:srgbClr val="172859"/>
                </a:solidFill>
                <a:latin typeface="+mj-lt"/>
              </a:rPr>
              <a:t>Repeatable outcomes</a:t>
            </a:r>
            <a:endParaRPr lang="en-US" sz="1600">
              <a:solidFill>
                <a:srgbClr val="172859"/>
              </a:solidFill>
              <a:latin typeface="+mj-lt"/>
            </a:endParaRPr>
          </a:p>
        </p:txBody>
      </p:sp>
      <p:sp>
        <p:nvSpPr>
          <p:cNvPr id="21" name="Rectangle: Rounded Corners 20">
            <a:extLst>
              <a:ext uri="{FF2B5EF4-FFF2-40B4-BE49-F238E27FC236}">
                <a16:creationId xmlns:a16="http://schemas.microsoft.com/office/drawing/2014/main" id="{16DE6785-792D-E47B-D5EF-6DA1409FE8A7}"/>
              </a:ext>
            </a:extLst>
          </p:cNvPr>
          <p:cNvSpPr/>
          <p:nvPr/>
        </p:nvSpPr>
        <p:spPr>
          <a:xfrm>
            <a:off x="4809379" y="2937242"/>
            <a:ext cx="2520000" cy="1568303"/>
          </a:xfrm>
          <a:prstGeom prst="roundRect">
            <a:avLst/>
          </a:prstGeom>
          <a:solidFill>
            <a:schemeClr val="bg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71475" indent="-285750">
              <a:buFont typeface="Arial" panose="020B0604020202020204" pitchFamily="34" charset="0"/>
              <a:buChar char="•"/>
            </a:pPr>
            <a:r>
              <a:rPr lang="en-GB" sz="1600">
                <a:solidFill>
                  <a:srgbClr val="172859"/>
                </a:solidFill>
                <a:latin typeface="+mj-lt"/>
              </a:rPr>
              <a:t>Same method</a:t>
            </a:r>
          </a:p>
          <a:p>
            <a:pPr marL="371475" indent="-285750">
              <a:buFont typeface="Arial" panose="020B0604020202020204" pitchFamily="34" charset="0"/>
              <a:buChar char="•"/>
            </a:pPr>
            <a:r>
              <a:rPr lang="en-GB" sz="1600">
                <a:solidFill>
                  <a:srgbClr val="172859"/>
                </a:solidFill>
                <a:latin typeface="+mj-lt"/>
              </a:rPr>
              <a:t>Same source</a:t>
            </a:r>
          </a:p>
          <a:p>
            <a:pPr marL="371475" indent="-285750">
              <a:buFont typeface="Arial" panose="020B0604020202020204" pitchFamily="34" charset="0"/>
              <a:buChar char="•"/>
            </a:pPr>
            <a:r>
              <a:rPr lang="en-GB" sz="1600">
                <a:solidFill>
                  <a:srgbClr val="172859"/>
                </a:solidFill>
                <a:latin typeface="+mj-lt"/>
              </a:rPr>
              <a:t>Same rules</a:t>
            </a:r>
          </a:p>
          <a:p>
            <a:pPr marL="371475" indent="-285750">
              <a:buFont typeface="Arial" panose="020B0604020202020204" pitchFamily="34" charset="0"/>
              <a:buChar char="•"/>
            </a:pPr>
            <a:r>
              <a:rPr lang="en-GB" sz="1600">
                <a:solidFill>
                  <a:srgbClr val="172859"/>
                </a:solidFill>
                <a:latin typeface="+mj-lt"/>
              </a:rPr>
              <a:t>Same collection</a:t>
            </a:r>
            <a:endParaRPr lang="en-US" sz="1600">
              <a:solidFill>
                <a:srgbClr val="172859"/>
              </a:solidFill>
              <a:latin typeface="+mj-lt"/>
            </a:endParaRPr>
          </a:p>
        </p:txBody>
      </p:sp>
      <p:sp>
        <p:nvSpPr>
          <p:cNvPr id="18" name="Rectangle: Rounded Corners 17">
            <a:extLst>
              <a:ext uri="{FF2B5EF4-FFF2-40B4-BE49-F238E27FC236}">
                <a16:creationId xmlns:a16="http://schemas.microsoft.com/office/drawing/2014/main" id="{403CCE30-74C4-42A2-2589-002CED564FE7}"/>
              </a:ext>
            </a:extLst>
          </p:cNvPr>
          <p:cNvSpPr/>
          <p:nvPr/>
        </p:nvSpPr>
        <p:spPr>
          <a:xfrm>
            <a:off x="425662" y="2950534"/>
            <a:ext cx="2520000" cy="1568303"/>
          </a:xfrm>
          <a:prstGeom prst="roundRect">
            <a:avLst/>
          </a:prstGeom>
          <a:solidFill>
            <a:schemeClr val="bg1"/>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71475" indent="-285750">
              <a:buFont typeface="Arial" panose="020B0604020202020204" pitchFamily="34" charset="0"/>
              <a:buChar char="•"/>
            </a:pPr>
            <a:r>
              <a:rPr lang="en-US" sz="1600">
                <a:solidFill>
                  <a:srgbClr val="172859"/>
                </a:solidFill>
                <a:latin typeface="+mj-lt"/>
              </a:rPr>
              <a:t>What?</a:t>
            </a:r>
          </a:p>
          <a:p>
            <a:pPr marL="371475" indent="-285750">
              <a:buFont typeface="Arial" panose="020B0604020202020204" pitchFamily="34" charset="0"/>
              <a:buChar char="•"/>
            </a:pPr>
            <a:r>
              <a:rPr lang="en-US" sz="1600">
                <a:solidFill>
                  <a:srgbClr val="172859"/>
                </a:solidFill>
                <a:latin typeface="+mj-lt"/>
              </a:rPr>
              <a:t>How?</a:t>
            </a:r>
          </a:p>
          <a:p>
            <a:pPr marL="371475" indent="-285750">
              <a:buFont typeface="Arial" panose="020B0604020202020204" pitchFamily="34" charset="0"/>
              <a:buChar char="•"/>
            </a:pPr>
            <a:r>
              <a:rPr lang="en-US" sz="1600">
                <a:solidFill>
                  <a:srgbClr val="172859"/>
                </a:solidFill>
                <a:latin typeface="+mj-lt"/>
              </a:rPr>
              <a:t>When?</a:t>
            </a:r>
          </a:p>
          <a:p>
            <a:pPr marL="371475" indent="-285750">
              <a:buFont typeface="Arial" panose="020B0604020202020204" pitchFamily="34" charset="0"/>
              <a:buChar char="•"/>
            </a:pPr>
            <a:r>
              <a:rPr lang="en-US" sz="1600">
                <a:solidFill>
                  <a:srgbClr val="172859"/>
                </a:solidFill>
                <a:latin typeface="+mj-lt"/>
              </a:rPr>
              <a:t>Where?</a:t>
            </a:r>
          </a:p>
          <a:p>
            <a:pPr marL="371475" indent="-285750">
              <a:buFont typeface="Arial" panose="020B0604020202020204" pitchFamily="34" charset="0"/>
              <a:buChar char="•"/>
            </a:pPr>
            <a:r>
              <a:rPr lang="en-US" sz="1600">
                <a:solidFill>
                  <a:srgbClr val="172859"/>
                </a:solidFill>
                <a:latin typeface="+mj-lt"/>
              </a:rPr>
              <a:t>Who?</a:t>
            </a:r>
          </a:p>
        </p:txBody>
      </p:sp>
      <p:sp>
        <p:nvSpPr>
          <p:cNvPr id="2" name="Title 3">
            <a:extLst>
              <a:ext uri="{FF2B5EF4-FFF2-40B4-BE49-F238E27FC236}">
                <a16:creationId xmlns:a16="http://schemas.microsoft.com/office/drawing/2014/main" id="{06569516-7315-4351-9127-9DAC09D97C28}"/>
              </a:ext>
            </a:extLst>
          </p:cNvPr>
          <p:cNvSpPr txBox="1">
            <a:spLocks/>
          </p:cNvSpPr>
          <p:nvPr/>
        </p:nvSpPr>
        <p:spPr>
          <a:xfrm>
            <a:off x="587832" y="295712"/>
            <a:ext cx="10783118" cy="1085172"/>
          </a:xfrm>
          <a:prstGeom prst="rect">
            <a:avLst/>
          </a:prstGeom>
        </p:spPr>
        <p:txBody>
          <a:bodyPr>
            <a:normAutofit/>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US" sz="3200" b="1" noProof="0">
                <a:solidFill>
                  <a:srgbClr val="FFC000"/>
                </a:solidFill>
                <a:cs typeface="Arial" panose="020B0604020202020204" pitchFamily="34" charset="0"/>
              </a:rPr>
              <a:t>Set your </a:t>
            </a:r>
            <a:r>
              <a:rPr lang="en-US" sz="3200" b="1">
                <a:solidFill>
                  <a:srgbClr val="FFC000"/>
                </a:solidFill>
                <a:cs typeface="Arial" panose="020B0604020202020204" pitchFamily="34" charset="0"/>
              </a:rPr>
              <a:t>O</a:t>
            </a:r>
            <a:r>
              <a:rPr lang="en-US" sz="3200" b="1" noProof="0" err="1">
                <a:solidFill>
                  <a:srgbClr val="FFC000"/>
                </a:solidFill>
                <a:cs typeface="Arial" panose="020B0604020202020204" pitchFamily="34" charset="0"/>
              </a:rPr>
              <a:t>perational</a:t>
            </a:r>
            <a:r>
              <a:rPr lang="en-US" sz="3200" b="1" noProof="0">
                <a:solidFill>
                  <a:srgbClr val="FFC000"/>
                </a:solidFill>
                <a:cs typeface="Arial" panose="020B0604020202020204" pitchFamily="34" charset="0"/>
              </a:rPr>
              <a:t> </a:t>
            </a:r>
            <a:r>
              <a:rPr lang="en-US" sz="3200" b="1">
                <a:solidFill>
                  <a:srgbClr val="FFC000"/>
                </a:solidFill>
                <a:cs typeface="Arial" panose="020B0604020202020204" pitchFamily="34" charset="0"/>
              </a:rPr>
              <a:t>D</a:t>
            </a:r>
            <a:r>
              <a:rPr lang="en-US" sz="3200" b="1" noProof="0" err="1">
                <a:solidFill>
                  <a:srgbClr val="FFC000"/>
                </a:solidFill>
                <a:cs typeface="Arial" panose="020B0604020202020204" pitchFamily="34" charset="0"/>
              </a:rPr>
              <a:t>efinition</a:t>
            </a:r>
            <a:endParaRPr lang="en-US" sz="3200" b="1" noProof="0">
              <a:solidFill>
                <a:srgbClr val="FFC000"/>
              </a:solidFill>
              <a:cs typeface="Arial" panose="020B0604020202020204" pitchFamily="34" charset="0"/>
            </a:endParaRPr>
          </a:p>
        </p:txBody>
      </p:sp>
      <p:sp>
        <p:nvSpPr>
          <p:cNvPr id="13" name="Rectangle: Rounded Corners 12">
            <a:extLst>
              <a:ext uri="{FF2B5EF4-FFF2-40B4-BE49-F238E27FC236}">
                <a16:creationId xmlns:a16="http://schemas.microsoft.com/office/drawing/2014/main" id="{8DB16223-9691-06DB-5586-2E3A9A40181D}"/>
              </a:ext>
            </a:extLst>
          </p:cNvPr>
          <p:cNvSpPr/>
          <p:nvPr/>
        </p:nvSpPr>
        <p:spPr>
          <a:xfrm>
            <a:off x="418213" y="2286492"/>
            <a:ext cx="2477386" cy="77617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latin typeface="+mj-lt"/>
              </a:rPr>
              <a:t>Measurement</a:t>
            </a:r>
            <a:endParaRPr lang="en-US" b="1">
              <a:latin typeface="+mj-lt"/>
            </a:endParaRPr>
          </a:p>
        </p:txBody>
      </p:sp>
      <p:sp>
        <p:nvSpPr>
          <p:cNvPr id="14" name="Rectangle: Rounded Corners 13">
            <a:extLst>
              <a:ext uri="{FF2B5EF4-FFF2-40B4-BE49-F238E27FC236}">
                <a16:creationId xmlns:a16="http://schemas.microsoft.com/office/drawing/2014/main" id="{C1F25C46-5F51-AC07-A4A3-E7FA8252BD0E}"/>
              </a:ext>
            </a:extLst>
          </p:cNvPr>
          <p:cNvSpPr/>
          <p:nvPr/>
        </p:nvSpPr>
        <p:spPr>
          <a:xfrm>
            <a:off x="4828511" y="2283833"/>
            <a:ext cx="2477387" cy="77617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latin typeface="+mj-lt"/>
              </a:rPr>
              <a:t>Collection Process</a:t>
            </a:r>
            <a:endParaRPr lang="en-US" b="1">
              <a:latin typeface="+mj-lt"/>
            </a:endParaRPr>
          </a:p>
        </p:txBody>
      </p:sp>
      <p:sp>
        <p:nvSpPr>
          <p:cNvPr id="15" name="Rectangle: Rounded Corners 14">
            <a:extLst>
              <a:ext uri="{FF2B5EF4-FFF2-40B4-BE49-F238E27FC236}">
                <a16:creationId xmlns:a16="http://schemas.microsoft.com/office/drawing/2014/main" id="{5C82E4FC-F10F-4AE7-887E-52A3F40E3F45}"/>
              </a:ext>
            </a:extLst>
          </p:cNvPr>
          <p:cNvSpPr/>
          <p:nvPr/>
        </p:nvSpPr>
        <p:spPr>
          <a:xfrm>
            <a:off x="9112989" y="2271872"/>
            <a:ext cx="2477387" cy="776177"/>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latin typeface="+mj-lt"/>
              </a:rPr>
              <a:t>Consistent Output</a:t>
            </a:r>
            <a:endParaRPr lang="en-US" b="1">
              <a:latin typeface="+mj-lt"/>
            </a:endParaRPr>
          </a:p>
        </p:txBody>
      </p:sp>
      <p:sp>
        <p:nvSpPr>
          <p:cNvPr id="16" name="Arrow: Right 15">
            <a:extLst>
              <a:ext uri="{FF2B5EF4-FFF2-40B4-BE49-F238E27FC236}">
                <a16:creationId xmlns:a16="http://schemas.microsoft.com/office/drawing/2014/main" id="{7CFA7FDE-7CAE-3E0A-7F46-A05C609669BC}"/>
              </a:ext>
            </a:extLst>
          </p:cNvPr>
          <p:cNvSpPr/>
          <p:nvPr/>
        </p:nvSpPr>
        <p:spPr>
          <a:xfrm>
            <a:off x="3279921" y="3137898"/>
            <a:ext cx="1190847" cy="1087203"/>
          </a:xfrm>
          <a:prstGeom prst="rightArrow">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24" name="TextBox 23">
            <a:extLst>
              <a:ext uri="{FF2B5EF4-FFF2-40B4-BE49-F238E27FC236}">
                <a16:creationId xmlns:a16="http://schemas.microsoft.com/office/drawing/2014/main" id="{BA0953CD-3B1C-01EB-485B-C04B23618A57}"/>
              </a:ext>
            </a:extLst>
          </p:cNvPr>
          <p:cNvSpPr txBox="1"/>
          <p:nvPr/>
        </p:nvSpPr>
        <p:spPr>
          <a:xfrm>
            <a:off x="587832" y="1367608"/>
            <a:ext cx="10697482" cy="646331"/>
          </a:xfrm>
          <a:prstGeom prst="rect">
            <a:avLst/>
          </a:prstGeom>
          <a:noFill/>
        </p:spPr>
        <p:txBody>
          <a:bodyPr wrap="square">
            <a:spAutoFit/>
          </a:bodyPr>
          <a:lstStyle/>
          <a:p>
            <a:r>
              <a:rPr lang="en-GB" sz="1800" b="0" noProof="0">
                <a:solidFill>
                  <a:srgbClr val="172859"/>
                </a:solidFill>
                <a:latin typeface="+mj-lt"/>
                <a:cs typeface="Arial" panose="020B0604020202020204" pitchFamily="34" charset="0"/>
              </a:rPr>
              <a:t>An operational definition clearly defines what is being measured and how it is measured. It ensures consistency so that different people collect data in the same way.</a:t>
            </a:r>
            <a:endParaRPr lang="en-US" sz="1800" b="0" noProof="0">
              <a:solidFill>
                <a:srgbClr val="172859"/>
              </a:solidFill>
              <a:latin typeface="+mj-lt"/>
              <a:cs typeface="Arial" panose="020B0604020202020204" pitchFamily="34" charset="0"/>
            </a:endParaRPr>
          </a:p>
        </p:txBody>
      </p:sp>
      <p:sp>
        <p:nvSpPr>
          <p:cNvPr id="25" name="Rectangle: Rounded Corners 24">
            <a:extLst>
              <a:ext uri="{FF2B5EF4-FFF2-40B4-BE49-F238E27FC236}">
                <a16:creationId xmlns:a16="http://schemas.microsoft.com/office/drawing/2014/main" id="{00431319-DD06-FC9E-0717-7A48F349EC0B}"/>
              </a:ext>
            </a:extLst>
          </p:cNvPr>
          <p:cNvSpPr/>
          <p:nvPr/>
        </p:nvSpPr>
        <p:spPr>
          <a:xfrm>
            <a:off x="502196" y="5345518"/>
            <a:ext cx="10783118" cy="1085172"/>
          </a:xfrm>
          <a:prstGeom prst="round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atin typeface="+mj-lt"/>
              </a:rPr>
              <a:t> </a:t>
            </a:r>
            <a:r>
              <a:rPr lang="en-GB" b="1">
                <a:latin typeface="+mj-lt"/>
              </a:rPr>
              <a:t>Benefits:</a:t>
            </a:r>
          </a:p>
          <a:p>
            <a:pPr marL="285750" indent="-285750">
              <a:buFont typeface="Arial" panose="020B0604020202020204" pitchFamily="34" charset="0"/>
              <a:buChar char="•"/>
            </a:pPr>
            <a:r>
              <a:rPr lang="en-GB">
                <a:latin typeface="+mj-lt"/>
              </a:rPr>
              <a:t>It removes ambiguity and makes it clear what needs to be collected.</a:t>
            </a:r>
          </a:p>
          <a:p>
            <a:pPr marL="285750" indent="-285750">
              <a:buFont typeface="Arial" panose="020B0604020202020204" pitchFamily="34" charset="0"/>
              <a:buChar char="•"/>
            </a:pPr>
            <a:r>
              <a:rPr lang="en-GB">
                <a:latin typeface="+mj-lt"/>
              </a:rPr>
              <a:t>Everyone understands and collects the same data to complete the same measures.</a:t>
            </a:r>
            <a:endParaRPr lang="en-US">
              <a:latin typeface="+mj-lt"/>
            </a:endParaRPr>
          </a:p>
        </p:txBody>
      </p:sp>
      <p:sp>
        <p:nvSpPr>
          <p:cNvPr id="26" name="Left Brace 25">
            <a:extLst>
              <a:ext uri="{FF2B5EF4-FFF2-40B4-BE49-F238E27FC236}">
                <a16:creationId xmlns:a16="http://schemas.microsoft.com/office/drawing/2014/main" id="{6F5A7D3B-DCFB-3F74-6EBD-43871F1C8813}"/>
              </a:ext>
            </a:extLst>
          </p:cNvPr>
          <p:cNvSpPr/>
          <p:nvPr/>
        </p:nvSpPr>
        <p:spPr>
          <a:xfrm rot="16200000">
            <a:off x="5526932" y="-257842"/>
            <a:ext cx="733646" cy="10366747"/>
          </a:xfrm>
          <a:prstGeom prst="leftBrace">
            <a:avLst>
              <a:gd name="adj1" fmla="val 8333"/>
              <a:gd name="adj2" fmla="val 51363"/>
            </a:avLst>
          </a:prstGeom>
          <a:ln w="3810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mj-lt"/>
            </a:endParaRPr>
          </a:p>
        </p:txBody>
      </p:sp>
      <p:sp>
        <p:nvSpPr>
          <p:cNvPr id="27" name="Arrow: Right 26">
            <a:extLst>
              <a:ext uri="{FF2B5EF4-FFF2-40B4-BE49-F238E27FC236}">
                <a16:creationId xmlns:a16="http://schemas.microsoft.com/office/drawing/2014/main" id="{D908AF42-6D97-6A35-070A-FC9CAEF4E7BA}"/>
              </a:ext>
            </a:extLst>
          </p:cNvPr>
          <p:cNvSpPr/>
          <p:nvPr/>
        </p:nvSpPr>
        <p:spPr>
          <a:xfrm>
            <a:off x="7676930" y="3038227"/>
            <a:ext cx="1190847" cy="1087203"/>
          </a:xfrm>
          <a:prstGeom prst="rightArrow">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Tree>
    <p:extLst>
      <p:ext uri="{BB962C8B-B14F-4D97-AF65-F5344CB8AC3E}">
        <p14:creationId xmlns:p14="http://schemas.microsoft.com/office/powerpoint/2010/main" val="1544337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1" grpId="0" animBg="1"/>
      <p:bldP spid="18" grpId="0" animBg="1"/>
      <p:bldP spid="13" grpId="0" animBg="1"/>
      <p:bldP spid="14" grpId="0" animBg="1"/>
      <p:bldP spid="15" grpId="0" animBg="1"/>
      <p:bldP spid="16" grpId="0" animBg="1"/>
      <p:bldP spid="25" grpId="0" animBg="1"/>
      <p:bldP spid="26" grpId="0" animBg="1"/>
      <p:bldP spid="2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8D3A1520-3560-7247-8EF4-BDA54252B5C8}"/>
              </a:ext>
            </a:extLst>
          </p:cNvPr>
          <p:cNvSpPr>
            <a:spLocks noGrp="1"/>
          </p:cNvSpPr>
          <p:nvPr>
            <p:ph type="body" sz="quarter" idx="12"/>
          </p:nvPr>
        </p:nvSpPr>
        <p:spPr>
          <a:xfrm>
            <a:off x="530280" y="3505200"/>
            <a:ext cx="914400" cy="492443"/>
          </a:xfrm>
        </p:spPr>
        <p:txBody>
          <a:bodyPr/>
          <a:lstStyle/>
          <a:p>
            <a:r>
              <a:rPr lang="en-US" sz="3200" noProof="0">
                <a:latin typeface="+mj-lt"/>
              </a:rPr>
              <a:t>05</a:t>
            </a:r>
          </a:p>
        </p:txBody>
      </p:sp>
      <p:sp>
        <p:nvSpPr>
          <p:cNvPr id="8" name="Text Placeholder 10">
            <a:extLst>
              <a:ext uri="{FF2B5EF4-FFF2-40B4-BE49-F238E27FC236}">
                <a16:creationId xmlns:a16="http://schemas.microsoft.com/office/drawing/2014/main" id="{9DCFBE6E-9A5F-431B-9E19-E69BAF936E44}"/>
              </a:ext>
            </a:extLst>
          </p:cNvPr>
          <p:cNvSpPr txBox="1">
            <a:spLocks/>
          </p:cNvSpPr>
          <p:nvPr/>
        </p:nvSpPr>
        <p:spPr>
          <a:xfrm>
            <a:off x="530280" y="4323356"/>
            <a:ext cx="5805974" cy="1322892"/>
          </a:xfrm>
          <a:prstGeom prst="rect">
            <a:avLst/>
          </a:prstGeom>
        </p:spPr>
        <p:txBody>
          <a:bodyPr>
            <a:noAutofit/>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3600" b="0" noProof="0">
              <a:solidFill>
                <a:srgbClr val="FFFFFF"/>
              </a:solidFill>
              <a:latin typeface="+mj-lt"/>
              <a:cs typeface="Arial" panose="020B0604020202020204" pitchFamily="34" charset="0"/>
            </a:endParaRPr>
          </a:p>
        </p:txBody>
      </p:sp>
      <p:sp>
        <p:nvSpPr>
          <p:cNvPr id="9" name="Text Placeholder 5">
            <a:extLst>
              <a:ext uri="{FF2B5EF4-FFF2-40B4-BE49-F238E27FC236}">
                <a16:creationId xmlns:a16="http://schemas.microsoft.com/office/drawing/2014/main" id="{0EDF863E-4A29-4420-A9CF-2938402DCABD}"/>
              </a:ext>
            </a:extLst>
          </p:cNvPr>
          <p:cNvSpPr txBox="1">
            <a:spLocks/>
          </p:cNvSpPr>
          <p:nvPr/>
        </p:nvSpPr>
        <p:spPr>
          <a:xfrm>
            <a:off x="533400" y="5971962"/>
            <a:ext cx="2743200" cy="384721"/>
          </a:xfrm>
          <a:prstGeom prst="rect">
            <a:avLst/>
          </a:prstGeom>
        </p:spPr>
        <p:txBody>
          <a:bodyPr vert="horz" lIns="0" tIns="0" rIns="0" bIns="0" rtlCol="0">
            <a:normAutofit/>
          </a:bodyPr>
          <a:lstStyle>
            <a:lvl1pPr marL="0" indent="0" algn="l" defTabSz="914400" rtl="0" eaLnBrk="1" latinLnBrk="0" hangingPunct="1">
              <a:lnSpc>
                <a:spcPct val="100000"/>
              </a:lnSpc>
              <a:spcBef>
                <a:spcPts val="1000"/>
              </a:spcBef>
              <a:buFont typeface="Arial" panose="020B0604020202020204" pitchFamily="34" charset="0"/>
              <a:buNone/>
              <a:defRPr sz="2500" b="1" kern="1200">
                <a:solidFill>
                  <a:schemeClr val="bg1"/>
                </a:solidFill>
                <a:latin typeface="Arial" panose="020B0604020202020204" pitchFamily="34" charset="0"/>
                <a:ea typeface="+mn-ea"/>
                <a:cs typeface="Arial" panose="020B0604020202020204" pitchFamily="34" charset="0"/>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noProof="0">
                <a:latin typeface="+mj-lt"/>
              </a:rPr>
              <a:t>MEASURE LSS11</a:t>
            </a:r>
          </a:p>
        </p:txBody>
      </p:sp>
      <p:sp>
        <p:nvSpPr>
          <p:cNvPr id="10" name="TextBox 9">
            <a:extLst>
              <a:ext uri="{FF2B5EF4-FFF2-40B4-BE49-F238E27FC236}">
                <a16:creationId xmlns:a16="http://schemas.microsoft.com/office/drawing/2014/main" id="{A8AEC4ED-1B10-4339-8EE6-F3CAE1F65A36}"/>
              </a:ext>
            </a:extLst>
          </p:cNvPr>
          <p:cNvSpPr txBox="1"/>
          <p:nvPr/>
        </p:nvSpPr>
        <p:spPr>
          <a:xfrm>
            <a:off x="384381" y="4800136"/>
            <a:ext cx="6097772" cy="584775"/>
          </a:xfrm>
          <a:prstGeom prst="rect">
            <a:avLst/>
          </a:prstGeom>
          <a:noFill/>
        </p:spPr>
        <p:txBody>
          <a:bodyPr wrap="square">
            <a:spAutoFit/>
          </a:bodyPr>
          <a:lstStyle/>
          <a:p>
            <a:r>
              <a:rPr lang="en-US" sz="3200" noProof="0">
                <a:solidFill>
                  <a:schemeClr val="accent5"/>
                </a:solidFill>
                <a:latin typeface="+mj-lt"/>
                <a:cs typeface="Arial" panose="020B0604020202020204" pitchFamily="34" charset="0"/>
              </a:rPr>
              <a:t>Data Collection</a:t>
            </a:r>
          </a:p>
        </p:txBody>
      </p:sp>
    </p:spTree>
    <p:extLst>
      <p:ext uri="{BB962C8B-B14F-4D97-AF65-F5344CB8AC3E}">
        <p14:creationId xmlns:p14="http://schemas.microsoft.com/office/powerpoint/2010/main" val="37891255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91195AEB-0E8D-42F9-97CC-9CE9D04A0B55}"/>
              </a:ext>
            </a:extLst>
          </p:cNvPr>
          <p:cNvSpPr txBox="1">
            <a:spLocks/>
          </p:cNvSpPr>
          <p:nvPr/>
        </p:nvSpPr>
        <p:spPr>
          <a:xfrm>
            <a:off x="704441" y="382097"/>
            <a:ext cx="10783118" cy="1085172"/>
          </a:xfrm>
          <a:prstGeom prst="rect">
            <a:avLst/>
          </a:prstGeom>
        </p:spPr>
        <p:txBody>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endParaRPr lang="en-US" sz="3200" b="1" noProof="0">
              <a:solidFill>
                <a:srgbClr val="FFC000"/>
              </a:solidFill>
              <a:latin typeface="Arial" panose="020B0604020202020204" pitchFamily="34" charset="0"/>
              <a:cs typeface="Arial" panose="020B0604020202020204" pitchFamily="34" charset="0"/>
            </a:endParaRPr>
          </a:p>
        </p:txBody>
      </p:sp>
      <p:sp>
        <p:nvSpPr>
          <p:cNvPr id="3" name="Content Placeholder 1">
            <a:extLst>
              <a:ext uri="{FF2B5EF4-FFF2-40B4-BE49-F238E27FC236}">
                <a16:creationId xmlns:a16="http://schemas.microsoft.com/office/drawing/2014/main" id="{2BA35D1F-E060-4D8B-9309-B3889747CBAD}"/>
              </a:ext>
            </a:extLst>
          </p:cNvPr>
          <p:cNvSpPr txBox="1">
            <a:spLocks/>
          </p:cNvSpPr>
          <p:nvPr/>
        </p:nvSpPr>
        <p:spPr>
          <a:xfrm>
            <a:off x="534119" y="1531355"/>
            <a:ext cx="6290887" cy="4679084"/>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solidFill>
                  <a:srgbClr val="002060"/>
                </a:solidFill>
                <a:cs typeface="Arial" panose="020B0604020202020204" pitchFamily="34" charset="0"/>
              </a:rPr>
              <a:t>Data is rarely in the desired format. You may need to sift through:</a:t>
            </a:r>
            <a:endParaRPr lang="en-GB" noProof="0">
              <a:solidFill>
                <a:srgbClr val="002060"/>
              </a:solidFill>
              <a:cs typeface="Arial" panose="020B0604020202020204" pitchFamily="34" charset="0"/>
            </a:endParaRPr>
          </a:p>
          <a:p>
            <a:pPr marL="342900" indent="-342900">
              <a:buFont typeface="Arial" panose="020B0604020202020204" pitchFamily="34" charset="0"/>
              <a:buChar char="•"/>
            </a:pPr>
            <a:r>
              <a:rPr lang="en-US" b="0" noProof="0">
                <a:solidFill>
                  <a:srgbClr val="002060"/>
                </a:solidFill>
                <a:cs typeface="Arial" panose="020B0604020202020204" pitchFamily="34" charset="0"/>
              </a:rPr>
              <a:t>Files, records, spreadsheets.</a:t>
            </a:r>
          </a:p>
          <a:p>
            <a:pPr marL="342900" indent="-342900">
              <a:buFont typeface="Arial" panose="020B0604020202020204" pitchFamily="34" charset="0"/>
              <a:buChar char="•"/>
            </a:pPr>
            <a:r>
              <a:rPr lang="en-US" b="0">
                <a:solidFill>
                  <a:srgbClr val="002060"/>
                </a:solidFill>
                <a:cs typeface="Arial" panose="020B0604020202020204" pitchFamily="34" charset="0"/>
              </a:rPr>
              <a:t>Unnecessary or unclear information.</a:t>
            </a:r>
          </a:p>
          <a:p>
            <a:endParaRPr lang="en-US" b="0">
              <a:solidFill>
                <a:srgbClr val="002060"/>
              </a:solidFill>
              <a:cs typeface="Arial" panose="020B0604020202020204" pitchFamily="34" charset="0"/>
            </a:endParaRPr>
          </a:p>
          <a:p>
            <a:r>
              <a:rPr lang="en-US">
                <a:solidFill>
                  <a:schemeClr val="accent4"/>
                </a:solidFill>
                <a:cs typeface="Arial" panose="020B0604020202020204" pitchFamily="34" charset="0"/>
              </a:rPr>
              <a:t>Often there is so much data it can be overwhelming. </a:t>
            </a:r>
          </a:p>
        </p:txBody>
      </p:sp>
      <p:sp>
        <p:nvSpPr>
          <p:cNvPr id="8" name="Rectangle: Rounded Corners 7">
            <a:extLst>
              <a:ext uri="{FF2B5EF4-FFF2-40B4-BE49-F238E27FC236}">
                <a16:creationId xmlns:a16="http://schemas.microsoft.com/office/drawing/2014/main" id="{5A0998BC-8225-41E6-BF23-EFEBEF12ABB7}"/>
              </a:ext>
            </a:extLst>
          </p:cNvPr>
          <p:cNvSpPr/>
          <p:nvPr/>
        </p:nvSpPr>
        <p:spPr>
          <a:xfrm>
            <a:off x="1534558" y="3780671"/>
            <a:ext cx="3409142" cy="2563122"/>
          </a:xfrm>
          <a:prstGeom prst="roundRect">
            <a:avLst/>
          </a:prstGeom>
          <a:solidFill>
            <a:schemeClr val="accent4"/>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noProof="0">
                <a:solidFill>
                  <a:schemeClr val="bg1"/>
                </a:solidFill>
                <a:cs typeface="Arial" panose="020B0604020202020204" pitchFamily="34" charset="0"/>
              </a:rPr>
              <a:t>HISTORICAL DATA</a:t>
            </a:r>
          </a:p>
          <a:p>
            <a:pPr algn="ctr"/>
            <a:endParaRPr lang="en-US" sz="2000" b="1" noProof="0">
              <a:solidFill>
                <a:schemeClr val="bg1"/>
              </a:solidFill>
              <a:cs typeface="Arial" panose="020B0604020202020204" pitchFamily="34" charset="0"/>
            </a:endParaRPr>
          </a:p>
          <a:p>
            <a:r>
              <a:rPr lang="en-US" sz="1600" noProof="0">
                <a:solidFill>
                  <a:schemeClr val="bg1"/>
                </a:solidFill>
                <a:cs typeface="Arial" panose="020B0604020202020204" pitchFamily="34" charset="0"/>
              </a:rPr>
              <a:t>Always question historical data:</a:t>
            </a:r>
          </a:p>
          <a:p>
            <a:endParaRPr lang="en-US" sz="1600" noProof="0">
              <a:solidFill>
                <a:schemeClr val="bg1"/>
              </a:solidFill>
              <a:cs typeface="Arial" panose="020B0604020202020204" pitchFamily="34" charset="0"/>
            </a:endParaRPr>
          </a:p>
          <a:p>
            <a:pPr marL="285750" indent="-285750">
              <a:buFont typeface="Arial" panose="020B0604020202020204" pitchFamily="34" charset="0"/>
              <a:buChar char="•"/>
            </a:pPr>
            <a:r>
              <a:rPr lang="en-US" sz="1600" noProof="0">
                <a:solidFill>
                  <a:schemeClr val="bg1"/>
                </a:solidFill>
                <a:cs typeface="Arial" panose="020B0604020202020204" pitchFamily="34" charset="0"/>
              </a:rPr>
              <a:t>What was it collected for?</a:t>
            </a:r>
          </a:p>
          <a:p>
            <a:pPr marL="285750" indent="-285750">
              <a:buFont typeface="Arial" panose="020B0604020202020204" pitchFamily="34" charset="0"/>
              <a:buChar char="•"/>
            </a:pPr>
            <a:r>
              <a:rPr lang="en-US" sz="1600" noProof="0">
                <a:solidFill>
                  <a:schemeClr val="bg1"/>
                </a:solidFill>
                <a:cs typeface="Arial" panose="020B0604020202020204" pitchFamily="34" charset="0"/>
              </a:rPr>
              <a:t>Who collected it?</a:t>
            </a:r>
          </a:p>
          <a:p>
            <a:pPr marL="285750" indent="-285750">
              <a:buFont typeface="Arial" panose="020B0604020202020204" pitchFamily="34" charset="0"/>
              <a:buChar char="•"/>
            </a:pPr>
            <a:r>
              <a:rPr lang="en-US" sz="1600" noProof="0">
                <a:solidFill>
                  <a:schemeClr val="bg1"/>
                </a:solidFill>
                <a:cs typeface="Arial" panose="020B0604020202020204" pitchFamily="34" charset="0"/>
              </a:rPr>
              <a:t>How was it collected?</a:t>
            </a:r>
          </a:p>
          <a:p>
            <a:pPr marL="285750" indent="-285750">
              <a:buFont typeface="Arial" panose="020B0604020202020204" pitchFamily="34" charset="0"/>
              <a:buChar char="•"/>
            </a:pPr>
            <a:r>
              <a:rPr lang="en-US" sz="1600" noProof="0">
                <a:solidFill>
                  <a:schemeClr val="bg1"/>
                </a:solidFill>
                <a:cs typeface="Arial" panose="020B0604020202020204" pitchFamily="34" charset="0"/>
              </a:rPr>
              <a:t>When was it collected?</a:t>
            </a:r>
          </a:p>
          <a:p>
            <a:pPr marL="285750" indent="-285750">
              <a:buFont typeface="Arial" panose="020B0604020202020204" pitchFamily="34" charset="0"/>
              <a:buChar char="•"/>
            </a:pPr>
            <a:r>
              <a:rPr lang="en-US" sz="1600" noProof="0">
                <a:solidFill>
                  <a:schemeClr val="bg1"/>
                </a:solidFill>
                <a:cs typeface="Arial" panose="020B0604020202020204" pitchFamily="34" charset="0"/>
              </a:rPr>
              <a:t>Is it still relevant?</a:t>
            </a:r>
          </a:p>
        </p:txBody>
      </p:sp>
      <p:sp>
        <p:nvSpPr>
          <p:cNvPr id="5" name="TextBox 4">
            <a:extLst>
              <a:ext uri="{FF2B5EF4-FFF2-40B4-BE49-F238E27FC236}">
                <a16:creationId xmlns:a16="http://schemas.microsoft.com/office/drawing/2014/main" id="{8962BD7B-71FC-D394-B0DB-6321A1CD65F2}"/>
              </a:ext>
            </a:extLst>
          </p:cNvPr>
          <p:cNvSpPr txBox="1"/>
          <p:nvPr/>
        </p:nvSpPr>
        <p:spPr>
          <a:xfrm>
            <a:off x="624662" y="238264"/>
            <a:ext cx="7987709" cy="584775"/>
          </a:xfrm>
          <a:prstGeom prst="rect">
            <a:avLst/>
          </a:prstGeom>
          <a:noFill/>
        </p:spPr>
        <p:txBody>
          <a:bodyPr wrap="square">
            <a:spAutoFit/>
          </a:bodyPr>
          <a:lstStyle/>
          <a:p>
            <a:pPr>
              <a:spcBef>
                <a:spcPct val="0"/>
              </a:spcBef>
            </a:pPr>
            <a:r>
              <a:rPr lang="en-GB" sz="3200" b="1">
                <a:solidFill>
                  <a:srgbClr val="FFC000"/>
                </a:solidFill>
                <a:latin typeface="Arial" panose="020B0604020202020204" pitchFamily="34" charset="0"/>
                <a:ea typeface="+mj-ea"/>
                <a:cs typeface="Arial" panose="020B0604020202020204" pitchFamily="34" charset="0"/>
              </a:rPr>
              <a:t>Collecting and Validating Your Data</a:t>
            </a:r>
            <a:endParaRPr lang="en-US" sz="3200" b="1">
              <a:solidFill>
                <a:srgbClr val="FFC000"/>
              </a:solidFill>
              <a:latin typeface="Arial" panose="020B0604020202020204" pitchFamily="34" charset="0"/>
              <a:ea typeface="+mj-ea"/>
              <a:cs typeface="Arial" panose="020B0604020202020204" pitchFamily="34" charset="0"/>
            </a:endParaRPr>
          </a:p>
        </p:txBody>
      </p:sp>
      <p:pic>
        <p:nvPicPr>
          <p:cNvPr id="7" name="Picture 6" descr="Data displayed on screen">
            <a:extLst>
              <a:ext uri="{FF2B5EF4-FFF2-40B4-BE49-F238E27FC236}">
                <a16:creationId xmlns:a16="http://schemas.microsoft.com/office/drawing/2014/main" id="{9C662534-17E6-6967-F851-7BF8E7C733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17820" y="1812758"/>
            <a:ext cx="4474180" cy="2982786"/>
          </a:xfrm>
          <a:prstGeom prst="rect">
            <a:avLst/>
          </a:prstGeom>
        </p:spPr>
      </p:pic>
      <p:sp>
        <p:nvSpPr>
          <p:cNvPr id="13" name="TextBox 12">
            <a:extLst>
              <a:ext uri="{FF2B5EF4-FFF2-40B4-BE49-F238E27FC236}">
                <a16:creationId xmlns:a16="http://schemas.microsoft.com/office/drawing/2014/main" id="{61C787DC-1038-6CDD-5A2F-64ED6679C662}"/>
              </a:ext>
            </a:extLst>
          </p:cNvPr>
          <p:cNvSpPr txBox="1"/>
          <p:nvPr/>
        </p:nvSpPr>
        <p:spPr>
          <a:xfrm>
            <a:off x="7717820" y="4795544"/>
            <a:ext cx="4474180" cy="369332"/>
          </a:xfrm>
          <a:prstGeom prst="rect">
            <a:avLst/>
          </a:prstGeom>
          <a:solidFill>
            <a:schemeClr val="accent4"/>
          </a:solidFill>
        </p:spPr>
        <p:txBody>
          <a:bodyPr wrap="square">
            <a:spAutoFit/>
          </a:bodyPr>
          <a:lstStyle/>
          <a:p>
            <a:r>
              <a:rPr lang="en-GB" b="1">
                <a:solidFill>
                  <a:schemeClr val="bg1"/>
                </a:solidFill>
              </a:rPr>
              <a:t>Good analysis starts with trusted data.</a:t>
            </a:r>
            <a:endParaRPr lang="en-US" b="1">
              <a:solidFill>
                <a:schemeClr val="bg1"/>
              </a:solidFill>
            </a:endParaRPr>
          </a:p>
        </p:txBody>
      </p:sp>
    </p:spTree>
    <p:extLst>
      <p:ext uri="{BB962C8B-B14F-4D97-AF65-F5344CB8AC3E}">
        <p14:creationId xmlns:p14="http://schemas.microsoft.com/office/powerpoint/2010/main" val="2604510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B9432-A1CB-D484-13F7-BE721FBEFCD0}"/>
            </a:ext>
          </a:extLst>
        </p:cNvPr>
        <p:cNvGrpSpPr/>
        <p:nvPr/>
      </p:nvGrpSpPr>
      <p:grpSpPr>
        <a:xfrm>
          <a:off x="0" y="0"/>
          <a:ext cx="0" cy="0"/>
          <a:chOff x="0" y="0"/>
          <a:chExt cx="0" cy="0"/>
        </a:xfrm>
      </p:grpSpPr>
      <p:sp>
        <p:nvSpPr>
          <p:cNvPr id="2" name="Title 3">
            <a:extLst>
              <a:ext uri="{FF2B5EF4-FFF2-40B4-BE49-F238E27FC236}">
                <a16:creationId xmlns:a16="http://schemas.microsoft.com/office/drawing/2014/main" id="{066E4010-1FCE-2275-1E2E-B2136A5503BC}"/>
              </a:ext>
            </a:extLst>
          </p:cNvPr>
          <p:cNvSpPr txBox="1">
            <a:spLocks/>
          </p:cNvSpPr>
          <p:nvPr/>
        </p:nvSpPr>
        <p:spPr>
          <a:xfrm>
            <a:off x="704441" y="350199"/>
            <a:ext cx="10783118" cy="1085172"/>
          </a:xfrm>
          <a:prstGeom prst="rect">
            <a:avLst/>
          </a:prstGeom>
        </p:spPr>
        <p:txBody>
          <a:bodyPr>
            <a:normAutofit/>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US" sz="3200" b="1" noProof="0">
                <a:solidFill>
                  <a:srgbClr val="FFC000"/>
                </a:solidFill>
                <a:latin typeface="Arial" panose="020B0604020202020204" pitchFamily="34" charset="0"/>
                <a:cs typeface="Arial" panose="020B0604020202020204" pitchFamily="34" charset="0"/>
              </a:rPr>
              <a:t>Question</a:t>
            </a:r>
          </a:p>
        </p:txBody>
      </p:sp>
      <p:pic>
        <p:nvPicPr>
          <p:cNvPr id="3" name="Graphic 2" descr="Thought bubble with solid fill">
            <a:extLst>
              <a:ext uri="{FF2B5EF4-FFF2-40B4-BE49-F238E27FC236}">
                <a16:creationId xmlns:a16="http://schemas.microsoft.com/office/drawing/2014/main" id="{6EAB8A76-DF5F-05FC-1F4C-B503D23D69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533400" y="1332883"/>
            <a:ext cx="2096117" cy="2096117"/>
          </a:xfrm>
          <a:prstGeom prst="rect">
            <a:avLst/>
          </a:prstGeom>
        </p:spPr>
      </p:pic>
      <p:pic>
        <p:nvPicPr>
          <p:cNvPr id="4" name="Graphic 3" descr="Thought bubble with solid fill">
            <a:extLst>
              <a:ext uri="{FF2B5EF4-FFF2-40B4-BE49-F238E27FC236}">
                <a16:creationId xmlns:a16="http://schemas.microsoft.com/office/drawing/2014/main" id="{19CF7B12-EA1B-BC0B-5E03-0B053EE50E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96511" y="1435371"/>
            <a:ext cx="2096117" cy="2096117"/>
          </a:xfrm>
          <a:prstGeom prst="rect">
            <a:avLst/>
          </a:prstGeom>
        </p:spPr>
      </p:pic>
      <p:sp>
        <p:nvSpPr>
          <p:cNvPr id="7" name="TextBox 6">
            <a:extLst>
              <a:ext uri="{FF2B5EF4-FFF2-40B4-BE49-F238E27FC236}">
                <a16:creationId xmlns:a16="http://schemas.microsoft.com/office/drawing/2014/main" id="{423ED921-D9C8-AC38-B29B-80E7B4B70ED5}"/>
              </a:ext>
            </a:extLst>
          </p:cNvPr>
          <p:cNvSpPr txBox="1"/>
          <p:nvPr/>
        </p:nvSpPr>
        <p:spPr>
          <a:xfrm>
            <a:off x="2934587" y="3429000"/>
            <a:ext cx="5986130" cy="193899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schemeClr val="accent4"/>
                </a:solidFill>
                <a:effectLst/>
                <a:uLnTx/>
                <a:uFillTx/>
                <a:latin typeface="Trebuchet MS"/>
                <a:ea typeface="+mn-ea"/>
                <a:cs typeface="+mn-cs"/>
              </a:rPr>
              <a:t>You’ve been asked to start collecting data for an improvement. </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2400">
              <a:solidFill>
                <a:schemeClr val="accent4"/>
              </a:solidFill>
              <a:latin typeface="Trebuchet M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a:ln>
                  <a:noFill/>
                </a:ln>
                <a:solidFill>
                  <a:schemeClr val="accent4"/>
                </a:solidFill>
                <a:effectLst/>
                <a:uLnTx/>
                <a:uFillTx/>
                <a:latin typeface="Trebuchet MS"/>
                <a:ea typeface="+mn-ea"/>
                <a:cs typeface="+mn-cs"/>
              </a:rPr>
              <a:t>How do you plan for or consider what needs to be collected?</a:t>
            </a:r>
            <a:endParaRPr kumimoji="0" lang="en-US" sz="2400" b="0" i="0" u="none" strike="noStrike" kern="1200" cap="none" spc="0" normalizeH="0" baseline="0" noProof="0">
              <a:ln>
                <a:noFill/>
              </a:ln>
              <a:solidFill>
                <a:schemeClr val="accent4"/>
              </a:solidFill>
              <a:effectLst/>
              <a:uLnTx/>
              <a:uFillTx/>
              <a:latin typeface="Trebuchet MS"/>
              <a:ea typeface="+mn-ea"/>
              <a:cs typeface="+mn-cs"/>
            </a:endParaRPr>
          </a:p>
        </p:txBody>
      </p:sp>
    </p:spTree>
    <p:extLst>
      <p:ext uri="{BB962C8B-B14F-4D97-AF65-F5344CB8AC3E}">
        <p14:creationId xmlns:p14="http://schemas.microsoft.com/office/powerpoint/2010/main" val="21074211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1EC5CC1A-23C1-4F16-85F2-4947561E4C24}"/>
              </a:ext>
            </a:extLst>
          </p:cNvPr>
          <p:cNvSpPr txBox="1">
            <a:spLocks/>
          </p:cNvSpPr>
          <p:nvPr/>
        </p:nvSpPr>
        <p:spPr>
          <a:xfrm>
            <a:off x="216098" y="384447"/>
            <a:ext cx="10783118" cy="1085172"/>
          </a:xfrm>
          <a:prstGeom prst="rect">
            <a:avLst/>
          </a:prstGeom>
        </p:spPr>
        <p:txBody>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US" sz="2800" b="1" noProof="0">
                <a:solidFill>
                  <a:srgbClr val="FFC000"/>
                </a:solidFill>
                <a:ea typeface="Calibri" panose="020F0502020204030204" pitchFamily="34" charset="0"/>
                <a:cs typeface="Arial" panose="020B0604020202020204" pitchFamily="34" charset="0"/>
              </a:rPr>
              <a:t>Getting Started – Defining Collection Requirements</a:t>
            </a:r>
            <a:br>
              <a:rPr lang="en-US" sz="3200" b="1" noProof="0">
                <a:solidFill>
                  <a:srgbClr val="FFC000"/>
                </a:solidFill>
                <a:ea typeface="Calibri" panose="020F0502020204030204" pitchFamily="34" charset="0"/>
                <a:cs typeface="Arial" panose="020B0604020202020204" pitchFamily="34" charset="0"/>
              </a:rPr>
            </a:br>
            <a:endParaRPr lang="en-US" sz="3200" b="1" noProof="0">
              <a:solidFill>
                <a:srgbClr val="FFC000"/>
              </a:solidFill>
              <a:cs typeface="Arial" panose="020B0604020202020204" pitchFamily="34" charset="0"/>
            </a:endParaRPr>
          </a:p>
        </p:txBody>
      </p:sp>
      <p:sp>
        <p:nvSpPr>
          <p:cNvPr id="3" name="Content Placeholder 1">
            <a:extLst>
              <a:ext uri="{FF2B5EF4-FFF2-40B4-BE49-F238E27FC236}">
                <a16:creationId xmlns:a16="http://schemas.microsoft.com/office/drawing/2014/main" id="{E355FD2C-BCD3-46C5-842C-F8E07DDC75AD}"/>
              </a:ext>
            </a:extLst>
          </p:cNvPr>
          <p:cNvSpPr txBox="1">
            <a:spLocks/>
          </p:cNvSpPr>
          <p:nvPr/>
        </p:nvSpPr>
        <p:spPr>
          <a:xfrm>
            <a:off x="142492" y="1296448"/>
            <a:ext cx="10783118" cy="477649"/>
          </a:xfrm>
          <a:prstGeom prst="rect">
            <a:avLst/>
          </a:prstGeom>
        </p:spPr>
        <p:txBody>
          <a:bodyPr>
            <a:noAutofit/>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7000"/>
              </a:lnSpc>
              <a:spcAft>
                <a:spcPts val="800"/>
              </a:spcAft>
            </a:pPr>
            <a:r>
              <a:rPr lang="en-US" sz="1800" noProof="0">
                <a:solidFill>
                  <a:srgbClr val="172859"/>
                </a:solidFill>
                <a:latin typeface="+mj-lt"/>
                <a:ea typeface="Calibri" panose="020F0502020204030204" pitchFamily="34" charset="0"/>
                <a:cs typeface="Arial" panose="020B0604020202020204" pitchFamily="34" charset="0"/>
              </a:rPr>
              <a:t> </a:t>
            </a:r>
          </a:p>
          <a:p>
            <a:pPr>
              <a:lnSpc>
                <a:spcPct val="107000"/>
              </a:lnSpc>
              <a:spcAft>
                <a:spcPts val="800"/>
              </a:spcAft>
            </a:pPr>
            <a:r>
              <a:rPr lang="en-US" sz="1800" noProof="0">
                <a:solidFill>
                  <a:srgbClr val="172859"/>
                </a:solidFill>
                <a:latin typeface="+mj-lt"/>
                <a:ea typeface="Calibri" panose="020F0502020204030204" pitchFamily="34" charset="0"/>
                <a:cs typeface="Arial" panose="020B0604020202020204" pitchFamily="34" charset="0"/>
              </a:rPr>
              <a:t> </a:t>
            </a:r>
            <a:endParaRPr lang="en-US" sz="1800" noProof="0">
              <a:solidFill>
                <a:srgbClr val="172859"/>
              </a:solidFill>
              <a:latin typeface="+mj-lt"/>
              <a:cs typeface="Arial" panose="020B0604020202020204" pitchFamily="34" charset="0"/>
            </a:endParaRPr>
          </a:p>
        </p:txBody>
      </p:sp>
      <p:sp>
        <p:nvSpPr>
          <p:cNvPr id="9" name="Rectangle 8">
            <a:extLst>
              <a:ext uri="{FF2B5EF4-FFF2-40B4-BE49-F238E27FC236}">
                <a16:creationId xmlns:a16="http://schemas.microsoft.com/office/drawing/2014/main" id="{DBB72941-5BC6-4C4E-8650-4742CF10392F}"/>
              </a:ext>
            </a:extLst>
          </p:cNvPr>
          <p:cNvSpPr/>
          <p:nvPr/>
        </p:nvSpPr>
        <p:spPr>
          <a:xfrm>
            <a:off x="189104" y="5777741"/>
            <a:ext cx="11813791" cy="490519"/>
          </a:xfrm>
          <a:prstGeom prst="rect">
            <a:avLst/>
          </a:prstGeom>
          <a:solidFill>
            <a:srgbClr val="24408D"/>
          </a:solidFill>
        </p:spPr>
        <p:txBody>
          <a:bodyPr wrap="square">
            <a:spAutoFit/>
          </a:bodyPr>
          <a:lstStyle/>
          <a:p>
            <a:pPr fontAlgn="t">
              <a:lnSpc>
                <a:spcPts val="1500"/>
              </a:lnSpc>
              <a:buNone/>
            </a:pPr>
            <a:r>
              <a:rPr lang="en-US" sz="1600" b="1">
                <a:solidFill>
                  <a:schemeClr val="bg1"/>
                </a:solidFill>
                <a:latin typeface="+mj-lt"/>
                <a:cs typeface="Arial" panose="020B0604020202020204" pitchFamily="34" charset="0"/>
              </a:rPr>
              <a:t>Key Takeaway: </a:t>
            </a:r>
            <a:r>
              <a:rPr lang="en-US" sz="1600">
                <a:solidFill>
                  <a:schemeClr val="bg1"/>
                </a:solidFill>
                <a:latin typeface="+mj-lt"/>
                <a:cs typeface="Arial" panose="020B0604020202020204" pitchFamily="34" charset="0"/>
              </a:rPr>
              <a:t>Any measurement should link back to the problem statement in the charter.</a:t>
            </a:r>
            <a:r>
              <a:rPr lang="en-US" sz="1600" b="0" i="0">
                <a:effectLst/>
                <a:latin typeface="+mj-lt"/>
              </a:rPr>
              <a:t> </a:t>
            </a:r>
            <a:r>
              <a:rPr lang="en-US" sz="1600">
                <a:solidFill>
                  <a:schemeClr val="bg1"/>
                </a:solidFill>
                <a:latin typeface="+mj-lt"/>
                <a:cs typeface="Arial" panose="020B0604020202020204" pitchFamily="34" charset="0"/>
              </a:rPr>
              <a:t>If data doesn’t support the problem, don’t collect it.</a:t>
            </a:r>
          </a:p>
        </p:txBody>
      </p:sp>
      <p:sp>
        <p:nvSpPr>
          <p:cNvPr id="15" name="TextBox 14">
            <a:extLst>
              <a:ext uri="{FF2B5EF4-FFF2-40B4-BE49-F238E27FC236}">
                <a16:creationId xmlns:a16="http://schemas.microsoft.com/office/drawing/2014/main" id="{688044C4-B5A9-E13B-D9F0-CC50E0C89C93}"/>
              </a:ext>
            </a:extLst>
          </p:cNvPr>
          <p:cNvSpPr txBox="1"/>
          <p:nvPr/>
        </p:nvSpPr>
        <p:spPr>
          <a:xfrm>
            <a:off x="142492" y="1571822"/>
            <a:ext cx="10388932" cy="305853"/>
          </a:xfrm>
          <a:prstGeom prst="rect">
            <a:avLst/>
          </a:prstGeom>
          <a:noFill/>
        </p:spPr>
        <p:txBody>
          <a:bodyPr wrap="square">
            <a:spAutoFit/>
          </a:bodyPr>
          <a:lstStyle/>
          <a:p>
            <a:pPr fontAlgn="t">
              <a:lnSpc>
                <a:spcPts val="1500"/>
              </a:lnSpc>
              <a:buNone/>
            </a:pPr>
            <a:r>
              <a:rPr lang="en-US" b="0" i="0">
                <a:solidFill>
                  <a:srgbClr val="002060"/>
                </a:solidFill>
                <a:effectLst/>
                <a:latin typeface="+mj-lt"/>
              </a:rPr>
              <a:t>To build an effective data collection plan, define five key elements:</a:t>
            </a:r>
          </a:p>
        </p:txBody>
      </p:sp>
      <p:sp>
        <p:nvSpPr>
          <p:cNvPr id="4" name="Rectangle: Rounded Corners 3">
            <a:extLst>
              <a:ext uri="{FF2B5EF4-FFF2-40B4-BE49-F238E27FC236}">
                <a16:creationId xmlns:a16="http://schemas.microsoft.com/office/drawing/2014/main" id="{40C79A61-94DD-47D7-98A9-B236B274EEAA}"/>
              </a:ext>
            </a:extLst>
          </p:cNvPr>
          <p:cNvSpPr/>
          <p:nvPr/>
        </p:nvSpPr>
        <p:spPr>
          <a:xfrm>
            <a:off x="189104" y="2699214"/>
            <a:ext cx="2273313" cy="2279141"/>
          </a:xfrm>
          <a:prstGeom prst="roundRect">
            <a:avLst>
              <a:gd name="adj" fmla="val 8622"/>
            </a:avLst>
          </a:prstGeom>
          <a:solidFill>
            <a:schemeClr val="bg1"/>
          </a:solidFill>
          <a:ln w="28575">
            <a:solidFill>
              <a:schemeClr val="tx2"/>
            </a:solidFill>
          </a:ln>
        </p:spPr>
        <p:style>
          <a:lnRef idx="1">
            <a:schemeClr val="accent4"/>
          </a:lnRef>
          <a:fillRef idx="3">
            <a:schemeClr val="accent4"/>
          </a:fillRef>
          <a:effectRef idx="2">
            <a:schemeClr val="accent4"/>
          </a:effectRef>
          <a:fontRef idx="minor">
            <a:schemeClr val="lt1"/>
          </a:fontRef>
        </p:style>
        <p:txBody>
          <a:bodyPr rtlCol="0" anchor="t"/>
          <a:lstStyle/>
          <a:p>
            <a:pPr marL="285750" indent="-285750">
              <a:buFont typeface="Arial" panose="020B0604020202020204" pitchFamily="34" charset="0"/>
              <a:buChar char="•"/>
            </a:pPr>
            <a:endParaRPr lang="en-GB" sz="1600">
              <a:solidFill>
                <a:srgbClr val="172859"/>
              </a:solidFill>
              <a:latin typeface="+mj-lt"/>
              <a:cs typeface="Arial" panose="020B0604020202020204" pitchFamily="34" charset="0"/>
            </a:endParaRPr>
          </a:p>
          <a:p>
            <a:pPr marL="285750" indent="-285750">
              <a:buFont typeface="Arial" panose="020B0604020202020204" pitchFamily="34" charset="0"/>
              <a:buChar char="•"/>
            </a:pPr>
            <a:r>
              <a:rPr lang="en-GB" sz="1600">
                <a:solidFill>
                  <a:srgbClr val="172859"/>
                </a:solidFill>
                <a:latin typeface="+mj-lt"/>
                <a:cs typeface="Arial" panose="020B0604020202020204" pitchFamily="34" charset="0"/>
              </a:rPr>
              <a:t>What needs to be collected?</a:t>
            </a:r>
          </a:p>
          <a:p>
            <a:pPr marL="285750" indent="-285750">
              <a:buFont typeface="Arial" panose="020B0604020202020204" pitchFamily="34" charset="0"/>
              <a:buChar char="•"/>
            </a:pPr>
            <a:r>
              <a:rPr lang="en-GB" sz="1600">
                <a:solidFill>
                  <a:srgbClr val="172859"/>
                </a:solidFill>
                <a:latin typeface="+mj-lt"/>
                <a:cs typeface="Arial" panose="020B0604020202020204" pitchFamily="34" charset="0"/>
              </a:rPr>
              <a:t>Is it relevant and reliable?</a:t>
            </a:r>
            <a:endParaRPr lang="en-US" sz="400">
              <a:solidFill>
                <a:srgbClr val="172859"/>
              </a:solidFill>
              <a:latin typeface="+mj-lt"/>
              <a:cs typeface="Arial" panose="020B0604020202020204" pitchFamily="34" charset="0"/>
            </a:endParaRPr>
          </a:p>
        </p:txBody>
      </p:sp>
      <p:sp>
        <p:nvSpPr>
          <p:cNvPr id="10" name="Rectangle: Rounded Corners 9">
            <a:extLst>
              <a:ext uri="{FF2B5EF4-FFF2-40B4-BE49-F238E27FC236}">
                <a16:creationId xmlns:a16="http://schemas.microsoft.com/office/drawing/2014/main" id="{1A3BFC74-EA30-16A6-D848-7220E796F319}"/>
              </a:ext>
            </a:extLst>
          </p:cNvPr>
          <p:cNvSpPr/>
          <p:nvPr/>
        </p:nvSpPr>
        <p:spPr>
          <a:xfrm>
            <a:off x="177745" y="2261590"/>
            <a:ext cx="2273314" cy="575715"/>
          </a:xfrm>
          <a:prstGeom prst="roundRect">
            <a:avLst/>
          </a:prstGeom>
          <a:solidFill>
            <a:schemeClr val="tx2"/>
          </a:solidFill>
          <a:ln w="38100">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1600" b="1">
                <a:solidFill>
                  <a:schemeClr val="bg1"/>
                </a:solidFill>
                <a:latin typeface="+mj-lt"/>
                <a:cs typeface="Arial" panose="020B0604020202020204" pitchFamily="34" charset="0"/>
              </a:rPr>
              <a:t>What Data?</a:t>
            </a:r>
          </a:p>
        </p:txBody>
      </p:sp>
      <p:sp>
        <p:nvSpPr>
          <p:cNvPr id="17" name="Flowchart: Connector 16">
            <a:extLst>
              <a:ext uri="{FF2B5EF4-FFF2-40B4-BE49-F238E27FC236}">
                <a16:creationId xmlns:a16="http://schemas.microsoft.com/office/drawing/2014/main" id="{7F320E83-F703-8709-E908-2C30B82C7675}"/>
              </a:ext>
            </a:extLst>
          </p:cNvPr>
          <p:cNvSpPr/>
          <p:nvPr/>
        </p:nvSpPr>
        <p:spPr>
          <a:xfrm>
            <a:off x="778849" y="4554403"/>
            <a:ext cx="1008000" cy="1008000"/>
          </a:xfrm>
          <a:prstGeom prst="flowChartConnector">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pic>
        <p:nvPicPr>
          <p:cNvPr id="22" name="Graphic 21" descr="Research with solid fill">
            <a:extLst>
              <a:ext uri="{FF2B5EF4-FFF2-40B4-BE49-F238E27FC236}">
                <a16:creationId xmlns:a16="http://schemas.microsoft.com/office/drawing/2014/main" id="{B6A5C8D4-7189-A675-DCBC-AC91D06426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41969" y="4716900"/>
            <a:ext cx="691713" cy="691713"/>
          </a:xfrm>
          <a:prstGeom prst="rect">
            <a:avLst/>
          </a:prstGeom>
        </p:spPr>
      </p:pic>
      <p:sp>
        <p:nvSpPr>
          <p:cNvPr id="7" name="Rectangle: Rounded Corners 6">
            <a:extLst>
              <a:ext uri="{FF2B5EF4-FFF2-40B4-BE49-F238E27FC236}">
                <a16:creationId xmlns:a16="http://schemas.microsoft.com/office/drawing/2014/main" id="{A6AF1F72-1C2F-4B86-9AEF-89F8B9EA3254}"/>
              </a:ext>
            </a:extLst>
          </p:cNvPr>
          <p:cNvSpPr/>
          <p:nvPr/>
        </p:nvSpPr>
        <p:spPr>
          <a:xfrm>
            <a:off x="2611492" y="2699216"/>
            <a:ext cx="2217465" cy="2279142"/>
          </a:xfrm>
          <a:prstGeom prst="roundRect">
            <a:avLst>
              <a:gd name="adj" fmla="val 7242"/>
            </a:avLst>
          </a:prstGeom>
          <a:solidFill>
            <a:schemeClr val="bg1"/>
          </a:solidFill>
          <a:ln w="28575">
            <a:solidFill>
              <a:schemeClr val="accent1"/>
            </a:solidFill>
          </a:ln>
        </p:spPr>
        <p:style>
          <a:lnRef idx="1">
            <a:schemeClr val="accent4"/>
          </a:lnRef>
          <a:fillRef idx="3">
            <a:schemeClr val="accent4"/>
          </a:fillRef>
          <a:effectRef idx="2">
            <a:schemeClr val="accent4"/>
          </a:effectRef>
          <a:fontRef idx="minor">
            <a:schemeClr val="lt1"/>
          </a:fontRef>
        </p:style>
        <p:txBody>
          <a:bodyPr rtlCol="0" anchor="t"/>
          <a:lstStyle/>
          <a:p>
            <a:pPr marL="285750" indent="-285750">
              <a:buFont typeface="Arial" panose="020B0604020202020204" pitchFamily="34" charset="0"/>
              <a:buChar char="•"/>
            </a:pPr>
            <a:endParaRPr lang="en-GB" sz="1600">
              <a:solidFill>
                <a:srgbClr val="172859"/>
              </a:solidFill>
              <a:latin typeface="+mj-lt"/>
              <a:cs typeface="Arial" panose="020B0604020202020204" pitchFamily="34" charset="0"/>
            </a:endParaRPr>
          </a:p>
          <a:p>
            <a:pPr marL="285750" indent="-285750">
              <a:buFont typeface="Arial" panose="020B0604020202020204" pitchFamily="34" charset="0"/>
              <a:buChar char="•"/>
            </a:pPr>
            <a:r>
              <a:rPr lang="en-GB" sz="1600">
                <a:solidFill>
                  <a:srgbClr val="172859"/>
                </a:solidFill>
                <a:latin typeface="+mj-lt"/>
                <a:cs typeface="Arial" panose="020B0604020202020204" pitchFamily="34" charset="0"/>
              </a:rPr>
              <a:t>What activities are required?</a:t>
            </a:r>
          </a:p>
          <a:p>
            <a:pPr marL="285750" indent="-285750">
              <a:buFont typeface="Arial" panose="020B0604020202020204" pitchFamily="34" charset="0"/>
              <a:buChar char="•"/>
            </a:pPr>
            <a:r>
              <a:rPr lang="en-GB" sz="1600">
                <a:solidFill>
                  <a:srgbClr val="172859"/>
                </a:solidFill>
                <a:latin typeface="+mj-lt"/>
                <a:cs typeface="Arial" panose="020B0604020202020204" pitchFamily="34" charset="0"/>
              </a:rPr>
              <a:t>What data sources will be used?</a:t>
            </a:r>
            <a:endParaRPr lang="en-US" sz="1600">
              <a:solidFill>
                <a:srgbClr val="172859"/>
              </a:solidFill>
              <a:latin typeface="+mj-lt"/>
              <a:cs typeface="Arial" panose="020B0604020202020204" pitchFamily="34" charset="0"/>
            </a:endParaRPr>
          </a:p>
        </p:txBody>
      </p:sp>
      <p:sp>
        <p:nvSpPr>
          <p:cNvPr id="11" name="Rectangle: Rounded Corners 10">
            <a:extLst>
              <a:ext uri="{FF2B5EF4-FFF2-40B4-BE49-F238E27FC236}">
                <a16:creationId xmlns:a16="http://schemas.microsoft.com/office/drawing/2014/main" id="{C3F2F8ED-38CF-D09A-1022-0DE41EA861BC}"/>
              </a:ext>
            </a:extLst>
          </p:cNvPr>
          <p:cNvSpPr/>
          <p:nvPr/>
        </p:nvSpPr>
        <p:spPr>
          <a:xfrm>
            <a:off x="2583567" y="2274406"/>
            <a:ext cx="2273314" cy="562898"/>
          </a:xfrm>
          <a:prstGeom prst="roundRect">
            <a:avLst/>
          </a:prstGeom>
          <a:solidFill>
            <a:schemeClr val="accent1"/>
          </a:solidFill>
          <a:ln w="38100">
            <a:solidFill>
              <a:schemeClr val="accent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1600" b="1">
                <a:solidFill>
                  <a:schemeClr val="bg1"/>
                </a:solidFill>
                <a:latin typeface="+mj-lt"/>
                <a:cs typeface="Arial" panose="020B0604020202020204" pitchFamily="34" charset="0"/>
              </a:rPr>
              <a:t>What Method?</a:t>
            </a:r>
          </a:p>
        </p:txBody>
      </p:sp>
      <p:sp>
        <p:nvSpPr>
          <p:cNvPr id="19" name="Flowchart: Connector 18">
            <a:extLst>
              <a:ext uri="{FF2B5EF4-FFF2-40B4-BE49-F238E27FC236}">
                <a16:creationId xmlns:a16="http://schemas.microsoft.com/office/drawing/2014/main" id="{82FD82C6-13CB-1D82-8CD5-1617ECF1A18D}"/>
              </a:ext>
            </a:extLst>
          </p:cNvPr>
          <p:cNvSpPr/>
          <p:nvPr/>
        </p:nvSpPr>
        <p:spPr>
          <a:xfrm>
            <a:off x="3149969" y="4550248"/>
            <a:ext cx="1008000" cy="1008000"/>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pic>
        <p:nvPicPr>
          <p:cNvPr id="30" name="Graphic 29" descr="Ui Ux with solid fill">
            <a:extLst>
              <a:ext uri="{FF2B5EF4-FFF2-40B4-BE49-F238E27FC236}">
                <a16:creationId xmlns:a16="http://schemas.microsoft.com/office/drawing/2014/main" id="{4B05ABA4-98F5-02B8-EE17-90567AF81FE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76867" y="4701842"/>
            <a:ext cx="754203" cy="754203"/>
          </a:xfrm>
          <a:prstGeom prst="rect">
            <a:avLst/>
          </a:prstGeom>
        </p:spPr>
      </p:pic>
      <p:sp>
        <p:nvSpPr>
          <p:cNvPr id="6" name="Rectangle: Rounded Corners 5">
            <a:extLst>
              <a:ext uri="{FF2B5EF4-FFF2-40B4-BE49-F238E27FC236}">
                <a16:creationId xmlns:a16="http://schemas.microsoft.com/office/drawing/2014/main" id="{75BF65DF-7C81-4487-9D1A-36287C06AA48}"/>
              </a:ext>
            </a:extLst>
          </p:cNvPr>
          <p:cNvSpPr/>
          <p:nvPr/>
        </p:nvSpPr>
        <p:spPr>
          <a:xfrm>
            <a:off x="4956258" y="2710180"/>
            <a:ext cx="2261956" cy="2279143"/>
          </a:xfrm>
          <a:prstGeom prst="roundRect">
            <a:avLst>
              <a:gd name="adj" fmla="val 8582"/>
            </a:avLst>
          </a:prstGeom>
          <a:solidFill>
            <a:schemeClr val="bg1"/>
          </a:solidFill>
          <a:ln w="28575">
            <a:solidFill>
              <a:schemeClr val="accent3"/>
            </a:solidFill>
          </a:ln>
        </p:spPr>
        <p:style>
          <a:lnRef idx="1">
            <a:schemeClr val="accent4"/>
          </a:lnRef>
          <a:fillRef idx="3">
            <a:schemeClr val="accent4"/>
          </a:fillRef>
          <a:effectRef idx="2">
            <a:schemeClr val="accent4"/>
          </a:effectRef>
          <a:fontRef idx="minor">
            <a:schemeClr val="lt1"/>
          </a:fontRef>
        </p:style>
        <p:txBody>
          <a:bodyPr rtlCol="0" anchor="t"/>
          <a:lstStyle/>
          <a:p>
            <a:pPr marL="285750" indent="-285750">
              <a:buFont typeface="Arial" panose="020B0604020202020204" pitchFamily="34" charset="0"/>
              <a:buChar char="•"/>
            </a:pPr>
            <a:endParaRPr lang="en-GB" sz="1600">
              <a:solidFill>
                <a:srgbClr val="172859"/>
              </a:solidFill>
              <a:latin typeface="+mj-lt"/>
              <a:cs typeface="Arial" panose="020B0604020202020204" pitchFamily="34" charset="0"/>
            </a:endParaRPr>
          </a:p>
          <a:p>
            <a:pPr marL="285750" indent="-285750">
              <a:buFont typeface="Arial" panose="020B0604020202020204" pitchFamily="34" charset="0"/>
              <a:buChar char="•"/>
            </a:pPr>
            <a:r>
              <a:rPr lang="en-GB" sz="1600">
                <a:solidFill>
                  <a:srgbClr val="172859"/>
                </a:solidFill>
                <a:latin typeface="+mj-lt"/>
                <a:cs typeface="Arial" panose="020B0604020202020204" pitchFamily="34" charset="0"/>
              </a:rPr>
              <a:t>How often will data be collected?</a:t>
            </a:r>
          </a:p>
          <a:p>
            <a:pPr marL="285750" indent="-285750">
              <a:buFont typeface="Arial" panose="020B0604020202020204" pitchFamily="34" charset="0"/>
              <a:buChar char="•"/>
            </a:pPr>
            <a:r>
              <a:rPr lang="en-GB" sz="1600">
                <a:solidFill>
                  <a:srgbClr val="172859"/>
                </a:solidFill>
                <a:latin typeface="+mj-lt"/>
                <a:cs typeface="Arial" panose="020B0604020202020204" pitchFamily="34" charset="0"/>
              </a:rPr>
              <a:t>At what point in the day or process will data be collected?</a:t>
            </a:r>
          </a:p>
        </p:txBody>
      </p:sp>
      <p:sp>
        <p:nvSpPr>
          <p:cNvPr id="14" name="Rectangle: Rounded Corners 13">
            <a:extLst>
              <a:ext uri="{FF2B5EF4-FFF2-40B4-BE49-F238E27FC236}">
                <a16:creationId xmlns:a16="http://schemas.microsoft.com/office/drawing/2014/main" id="{DFE19A85-8C38-00DE-52AD-96A5391A377E}"/>
              </a:ext>
            </a:extLst>
          </p:cNvPr>
          <p:cNvSpPr/>
          <p:nvPr/>
        </p:nvSpPr>
        <p:spPr>
          <a:xfrm>
            <a:off x="4944900" y="2274406"/>
            <a:ext cx="2273314" cy="562898"/>
          </a:xfrm>
          <a:prstGeom prst="roundRect">
            <a:avLst/>
          </a:prstGeom>
          <a:solidFill>
            <a:schemeClr val="accent3"/>
          </a:solidFill>
          <a:ln w="38100">
            <a:solidFill>
              <a:schemeClr val="accent3"/>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1600" b="1">
                <a:solidFill>
                  <a:schemeClr val="bg1"/>
                </a:solidFill>
                <a:latin typeface="+mj-lt"/>
                <a:cs typeface="Arial" panose="020B0604020202020204" pitchFamily="34" charset="0"/>
              </a:rPr>
              <a:t>What timescale or frequency?</a:t>
            </a:r>
          </a:p>
        </p:txBody>
      </p:sp>
      <p:sp>
        <p:nvSpPr>
          <p:cNvPr id="23" name="Flowchart: Connector 22">
            <a:extLst>
              <a:ext uri="{FF2B5EF4-FFF2-40B4-BE49-F238E27FC236}">
                <a16:creationId xmlns:a16="http://schemas.microsoft.com/office/drawing/2014/main" id="{DFD3FB65-A4FD-18A8-A020-F502C90FB019}"/>
              </a:ext>
            </a:extLst>
          </p:cNvPr>
          <p:cNvSpPr/>
          <p:nvPr/>
        </p:nvSpPr>
        <p:spPr>
          <a:xfrm>
            <a:off x="5592000" y="4550248"/>
            <a:ext cx="1008000" cy="1008000"/>
          </a:xfrm>
          <a:prstGeom prst="flowChartConnector">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grpSp>
        <p:nvGrpSpPr>
          <p:cNvPr id="25" name="Group 24">
            <a:extLst>
              <a:ext uri="{FF2B5EF4-FFF2-40B4-BE49-F238E27FC236}">
                <a16:creationId xmlns:a16="http://schemas.microsoft.com/office/drawing/2014/main" id="{3CE3AABB-1116-7601-FEF8-2E6E564CC388}"/>
              </a:ext>
            </a:extLst>
          </p:cNvPr>
          <p:cNvGrpSpPr/>
          <p:nvPr/>
        </p:nvGrpSpPr>
        <p:grpSpPr>
          <a:xfrm>
            <a:off x="5607657" y="4563148"/>
            <a:ext cx="976686" cy="982199"/>
            <a:chOff x="5246967" y="89145"/>
            <a:chExt cx="1693845" cy="1693845"/>
          </a:xfrm>
          <a:solidFill>
            <a:schemeClr val="bg1"/>
          </a:solidFill>
        </p:grpSpPr>
        <p:pic>
          <p:nvPicPr>
            <p:cNvPr id="24" name="Graphic 23" descr="Hourglass 60% with solid fill">
              <a:extLst>
                <a:ext uri="{FF2B5EF4-FFF2-40B4-BE49-F238E27FC236}">
                  <a16:creationId xmlns:a16="http://schemas.microsoft.com/office/drawing/2014/main" id="{2E9A3EB2-A0FC-D34A-D048-1DDC84F073B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28779" y="493540"/>
              <a:ext cx="914400" cy="914400"/>
            </a:xfrm>
            <a:prstGeom prst="rect">
              <a:avLst/>
            </a:prstGeom>
          </p:spPr>
        </p:pic>
        <p:pic>
          <p:nvPicPr>
            <p:cNvPr id="26" name="Graphic 25" descr="Repeat outline">
              <a:extLst>
                <a:ext uri="{FF2B5EF4-FFF2-40B4-BE49-F238E27FC236}">
                  <a16:creationId xmlns:a16="http://schemas.microsoft.com/office/drawing/2014/main" id="{BCB7812C-CE69-EF58-550E-5143E9D0810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46967" y="89145"/>
              <a:ext cx="1693845" cy="1693845"/>
            </a:xfrm>
            <a:prstGeom prst="rect">
              <a:avLst/>
            </a:prstGeom>
          </p:spPr>
        </p:pic>
      </p:grpSp>
      <p:sp>
        <p:nvSpPr>
          <p:cNvPr id="8" name="Rectangle: Rounded Corners 7">
            <a:extLst>
              <a:ext uri="{FF2B5EF4-FFF2-40B4-BE49-F238E27FC236}">
                <a16:creationId xmlns:a16="http://schemas.microsoft.com/office/drawing/2014/main" id="{C78AD713-D454-4E04-93CA-AE6AF0E3865C}"/>
              </a:ext>
            </a:extLst>
          </p:cNvPr>
          <p:cNvSpPr/>
          <p:nvPr/>
        </p:nvSpPr>
        <p:spPr>
          <a:xfrm>
            <a:off x="7334156" y="2683330"/>
            <a:ext cx="2273315" cy="2296996"/>
          </a:xfrm>
          <a:prstGeom prst="roundRect">
            <a:avLst>
              <a:gd name="adj" fmla="val 9772"/>
            </a:avLst>
          </a:prstGeom>
          <a:solidFill>
            <a:schemeClr val="bg1"/>
          </a:solidFill>
          <a:ln w="28575">
            <a:solidFill>
              <a:schemeClr val="accent4"/>
            </a:solidFill>
          </a:ln>
        </p:spPr>
        <p:style>
          <a:lnRef idx="1">
            <a:schemeClr val="accent4"/>
          </a:lnRef>
          <a:fillRef idx="3">
            <a:schemeClr val="accent4"/>
          </a:fillRef>
          <a:effectRef idx="2">
            <a:schemeClr val="accent4"/>
          </a:effectRef>
          <a:fontRef idx="minor">
            <a:schemeClr val="lt1"/>
          </a:fontRef>
        </p:style>
        <p:txBody>
          <a:bodyPr rtlCol="0" anchor="t"/>
          <a:lstStyle/>
          <a:p>
            <a:pPr marL="285750" indent="-285750">
              <a:buFont typeface="Arial" panose="020B0604020202020204" pitchFamily="34" charset="0"/>
              <a:buChar char="•"/>
            </a:pPr>
            <a:endParaRPr lang="en-US" sz="1600">
              <a:solidFill>
                <a:srgbClr val="172859"/>
              </a:solidFill>
              <a:latin typeface="+mj-lt"/>
              <a:cs typeface="Arial" panose="020B0604020202020204" pitchFamily="34" charset="0"/>
            </a:endParaRPr>
          </a:p>
          <a:p>
            <a:pPr marL="285750" indent="-285750">
              <a:buFont typeface="Arial" panose="020B0604020202020204" pitchFamily="34" charset="0"/>
              <a:buChar char="•"/>
            </a:pPr>
            <a:r>
              <a:rPr lang="en-US" sz="1600">
                <a:solidFill>
                  <a:srgbClr val="172859"/>
                </a:solidFill>
                <a:latin typeface="+mj-lt"/>
                <a:cs typeface="Arial" panose="020B0604020202020204" pitchFamily="34" charset="0"/>
              </a:rPr>
              <a:t>Where is the source data located?</a:t>
            </a:r>
          </a:p>
          <a:p>
            <a:pPr marL="285750" indent="-285750">
              <a:buFont typeface="Arial" panose="020B0604020202020204" pitchFamily="34" charset="0"/>
              <a:buChar char="•"/>
            </a:pPr>
            <a:r>
              <a:rPr lang="en-US" sz="1600">
                <a:solidFill>
                  <a:srgbClr val="172859"/>
                </a:solidFill>
                <a:latin typeface="+mj-lt"/>
                <a:cs typeface="Arial" panose="020B0604020202020204" pitchFamily="34" charset="0"/>
              </a:rPr>
              <a:t>Where will it be stored?</a:t>
            </a:r>
          </a:p>
        </p:txBody>
      </p:sp>
      <p:sp>
        <p:nvSpPr>
          <p:cNvPr id="16" name="Rectangle: Rounded Corners 15">
            <a:extLst>
              <a:ext uri="{FF2B5EF4-FFF2-40B4-BE49-F238E27FC236}">
                <a16:creationId xmlns:a16="http://schemas.microsoft.com/office/drawing/2014/main" id="{32822336-5F53-E56A-837F-BD43400086EA}"/>
              </a:ext>
            </a:extLst>
          </p:cNvPr>
          <p:cNvSpPr/>
          <p:nvPr/>
        </p:nvSpPr>
        <p:spPr>
          <a:xfrm>
            <a:off x="7322798" y="2261589"/>
            <a:ext cx="2279482" cy="575715"/>
          </a:xfrm>
          <a:prstGeom prst="roundRect">
            <a:avLst/>
          </a:prstGeom>
          <a:solidFill>
            <a:schemeClr val="accent4"/>
          </a:solidFill>
          <a:ln w="38100">
            <a:solidFill>
              <a:schemeClr val="accent4"/>
            </a:solidFill>
          </a:ln>
        </p:spPr>
        <p:style>
          <a:lnRef idx="1">
            <a:schemeClr val="accent4"/>
          </a:lnRef>
          <a:fillRef idx="3">
            <a:schemeClr val="accent4"/>
          </a:fillRef>
          <a:effectRef idx="2">
            <a:schemeClr val="accent4"/>
          </a:effectRef>
          <a:fontRef idx="minor">
            <a:schemeClr val="lt1"/>
          </a:fontRef>
        </p:style>
        <p:txBody>
          <a:bodyPr rtlCol="0" anchor="ctr"/>
          <a:lstStyle/>
          <a:p>
            <a:pPr algn="ctr">
              <a:lnSpc>
                <a:spcPct val="107000"/>
              </a:lnSpc>
              <a:spcAft>
                <a:spcPts val="800"/>
              </a:spcAft>
            </a:pPr>
            <a:r>
              <a:rPr lang="en-US" sz="1600" b="1">
                <a:solidFill>
                  <a:schemeClr val="bg1"/>
                </a:solidFill>
                <a:latin typeface="+mj-lt"/>
                <a:ea typeface="Calibri" panose="020F0502020204030204" pitchFamily="34" charset="0"/>
                <a:cs typeface="Arial" panose="020B0604020202020204" pitchFamily="34" charset="0"/>
              </a:rPr>
              <a:t>What location?</a:t>
            </a:r>
            <a:endParaRPr lang="en-US" sz="1600">
              <a:solidFill>
                <a:schemeClr val="bg1"/>
              </a:solidFill>
              <a:latin typeface="+mj-lt"/>
              <a:ea typeface="Calibri" panose="020F0502020204030204" pitchFamily="34" charset="0"/>
              <a:cs typeface="Arial" panose="020B0604020202020204" pitchFamily="34" charset="0"/>
            </a:endParaRPr>
          </a:p>
        </p:txBody>
      </p:sp>
      <p:sp>
        <p:nvSpPr>
          <p:cNvPr id="20" name="Flowchart: Connector 19">
            <a:extLst>
              <a:ext uri="{FF2B5EF4-FFF2-40B4-BE49-F238E27FC236}">
                <a16:creationId xmlns:a16="http://schemas.microsoft.com/office/drawing/2014/main" id="{F1B6BD7B-99D7-5979-9376-81A0653A50EB}"/>
              </a:ext>
            </a:extLst>
          </p:cNvPr>
          <p:cNvSpPr/>
          <p:nvPr/>
        </p:nvSpPr>
        <p:spPr>
          <a:xfrm>
            <a:off x="7955090" y="4558755"/>
            <a:ext cx="1008000" cy="1008000"/>
          </a:xfrm>
          <a:prstGeom prst="flowChartConnector">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pic>
        <p:nvPicPr>
          <p:cNvPr id="28" name="Graphic 27" descr="Marker with solid fill">
            <a:extLst>
              <a:ext uri="{FF2B5EF4-FFF2-40B4-BE49-F238E27FC236}">
                <a16:creationId xmlns:a16="http://schemas.microsoft.com/office/drawing/2014/main" id="{8E47068D-79CF-8B97-3DC6-D9FC3063ADD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013613" y="4605555"/>
            <a:ext cx="914400" cy="914400"/>
          </a:xfrm>
          <a:prstGeom prst="rect">
            <a:avLst/>
          </a:prstGeom>
        </p:spPr>
      </p:pic>
      <p:sp>
        <p:nvSpPr>
          <p:cNvPr id="5" name="Rectangle: Rounded Corners 4">
            <a:extLst>
              <a:ext uri="{FF2B5EF4-FFF2-40B4-BE49-F238E27FC236}">
                <a16:creationId xmlns:a16="http://schemas.microsoft.com/office/drawing/2014/main" id="{39306F26-4E1A-480B-A5D3-358AD44DCFA0}"/>
              </a:ext>
            </a:extLst>
          </p:cNvPr>
          <p:cNvSpPr/>
          <p:nvPr/>
        </p:nvSpPr>
        <p:spPr>
          <a:xfrm>
            <a:off x="9712055" y="2699213"/>
            <a:ext cx="2285649" cy="2291470"/>
          </a:xfrm>
          <a:prstGeom prst="roundRect">
            <a:avLst>
              <a:gd name="adj" fmla="val 7523"/>
            </a:avLst>
          </a:prstGeom>
          <a:solidFill>
            <a:schemeClr val="bg1"/>
          </a:solidFill>
          <a:ln w="28575">
            <a:solidFill>
              <a:srgbClr val="7030A0"/>
            </a:solidFill>
          </a:ln>
        </p:spPr>
        <p:style>
          <a:lnRef idx="1">
            <a:schemeClr val="accent4"/>
          </a:lnRef>
          <a:fillRef idx="3">
            <a:schemeClr val="accent4"/>
          </a:fillRef>
          <a:effectRef idx="2">
            <a:schemeClr val="accent4"/>
          </a:effectRef>
          <a:fontRef idx="minor">
            <a:schemeClr val="lt1"/>
          </a:fontRef>
        </p:style>
        <p:txBody>
          <a:bodyPr rtlCol="0" anchor="t"/>
          <a:lstStyle/>
          <a:p>
            <a:pPr marL="285750" indent="-285750">
              <a:buFont typeface="Arial" panose="020B0604020202020204" pitchFamily="34" charset="0"/>
              <a:buChar char="•"/>
            </a:pPr>
            <a:endParaRPr lang="en-GB" sz="1600">
              <a:solidFill>
                <a:srgbClr val="172859"/>
              </a:solidFill>
              <a:latin typeface="+mj-lt"/>
              <a:cs typeface="Arial" panose="020B0604020202020204" pitchFamily="34" charset="0"/>
            </a:endParaRPr>
          </a:p>
          <a:p>
            <a:pPr marL="285750" indent="-285750">
              <a:buFont typeface="Arial" panose="020B0604020202020204" pitchFamily="34" charset="0"/>
              <a:buChar char="•"/>
            </a:pPr>
            <a:r>
              <a:rPr lang="en-GB" sz="1600">
                <a:solidFill>
                  <a:srgbClr val="172859"/>
                </a:solidFill>
                <a:latin typeface="+mj-lt"/>
                <a:cs typeface="Arial" panose="020B0604020202020204" pitchFamily="34" charset="0"/>
              </a:rPr>
              <a:t>Who is responsible?</a:t>
            </a:r>
          </a:p>
          <a:p>
            <a:pPr marL="285750" indent="-285750">
              <a:buFont typeface="Arial" panose="020B0604020202020204" pitchFamily="34" charset="0"/>
              <a:buChar char="•"/>
            </a:pPr>
            <a:r>
              <a:rPr lang="en-GB" sz="1600">
                <a:solidFill>
                  <a:srgbClr val="172859"/>
                </a:solidFill>
                <a:latin typeface="+mj-lt"/>
                <a:cs typeface="Arial" panose="020B0604020202020204" pitchFamily="34" charset="0"/>
              </a:rPr>
              <a:t>Do they have capacity and skills?</a:t>
            </a:r>
            <a:endParaRPr lang="en-US" sz="1600">
              <a:solidFill>
                <a:srgbClr val="172859"/>
              </a:solidFill>
              <a:latin typeface="+mj-lt"/>
              <a:cs typeface="Arial" panose="020B0604020202020204" pitchFamily="34" charset="0"/>
            </a:endParaRPr>
          </a:p>
        </p:txBody>
      </p:sp>
      <p:sp>
        <p:nvSpPr>
          <p:cNvPr id="18" name="Rectangle: Rounded Corners 17">
            <a:extLst>
              <a:ext uri="{FF2B5EF4-FFF2-40B4-BE49-F238E27FC236}">
                <a16:creationId xmlns:a16="http://schemas.microsoft.com/office/drawing/2014/main" id="{FA9F2A3B-6D61-C07D-2BF8-078DE9EA96E2}"/>
              </a:ext>
            </a:extLst>
          </p:cNvPr>
          <p:cNvSpPr/>
          <p:nvPr/>
        </p:nvSpPr>
        <p:spPr>
          <a:xfrm>
            <a:off x="9718222" y="2261590"/>
            <a:ext cx="2279482" cy="575714"/>
          </a:xfrm>
          <a:prstGeom prst="roundRect">
            <a:avLst/>
          </a:prstGeom>
          <a:solidFill>
            <a:srgbClr val="7030A0"/>
          </a:solidFill>
          <a:ln w="38100">
            <a:solidFill>
              <a:srgbClr val="7030A0"/>
            </a:solidFill>
          </a:ln>
        </p:spPr>
        <p:style>
          <a:lnRef idx="1">
            <a:schemeClr val="accent4"/>
          </a:lnRef>
          <a:fillRef idx="3">
            <a:schemeClr val="accent4"/>
          </a:fillRef>
          <a:effectRef idx="2">
            <a:schemeClr val="accent4"/>
          </a:effectRef>
          <a:fontRef idx="minor">
            <a:schemeClr val="lt1"/>
          </a:fontRef>
        </p:style>
        <p:txBody>
          <a:bodyPr rtlCol="0" anchor="ctr"/>
          <a:lstStyle/>
          <a:p>
            <a:pPr algn="ctr">
              <a:lnSpc>
                <a:spcPct val="107000"/>
              </a:lnSpc>
              <a:spcAft>
                <a:spcPts val="800"/>
              </a:spcAft>
            </a:pPr>
            <a:r>
              <a:rPr lang="en-US" sz="1600" b="1">
                <a:solidFill>
                  <a:schemeClr val="bg1"/>
                </a:solidFill>
                <a:latin typeface="+mj-lt"/>
                <a:cs typeface="Arial" panose="020B0604020202020204" pitchFamily="34" charset="0"/>
              </a:rPr>
              <a:t>Who? </a:t>
            </a:r>
          </a:p>
        </p:txBody>
      </p:sp>
      <p:sp>
        <p:nvSpPr>
          <p:cNvPr id="21" name="Flowchart: Connector 20">
            <a:extLst>
              <a:ext uri="{FF2B5EF4-FFF2-40B4-BE49-F238E27FC236}">
                <a16:creationId xmlns:a16="http://schemas.microsoft.com/office/drawing/2014/main" id="{78E2D292-F1A6-E2DE-0F90-8E678C54564F}"/>
              </a:ext>
            </a:extLst>
          </p:cNvPr>
          <p:cNvSpPr/>
          <p:nvPr/>
        </p:nvSpPr>
        <p:spPr>
          <a:xfrm>
            <a:off x="10356436" y="4561264"/>
            <a:ext cx="1008000" cy="1008000"/>
          </a:xfrm>
          <a:prstGeom prst="flowChartConnector">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pic>
        <p:nvPicPr>
          <p:cNvPr id="32" name="Graphic 31" descr="Users with solid fill">
            <a:extLst>
              <a:ext uri="{FF2B5EF4-FFF2-40B4-BE49-F238E27FC236}">
                <a16:creationId xmlns:a16="http://schemas.microsoft.com/office/drawing/2014/main" id="{3229C08A-9D87-A54E-F697-7D37AAB839D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453560" y="4680707"/>
            <a:ext cx="796471" cy="796471"/>
          </a:xfrm>
          <a:prstGeom prst="rect">
            <a:avLst/>
          </a:prstGeom>
        </p:spPr>
      </p:pic>
    </p:spTree>
    <p:extLst>
      <p:ext uri="{BB962C8B-B14F-4D97-AF65-F5344CB8AC3E}">
        <p14:creationId xmlns:p14="http://schemas.microsoft.com/office/powerpoint/2010/main" val="4170663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4" grpId="0" animBg="1"/>
      <p:bldP spid="17" grpId="0" animBg="1"/>
      <p:bldP spid="7" grpId="0" animBg="1"/>
      <p:bldP spid="19" grpId="0" animBg="1"/>
      <p:bldP spid="6" grpId="0" animBg="1"/>
      <p:bldP spid="23" grpId="0" animBg="1"/>
      <p:bldP spid="8" grpId="0" animBg="1"/>
      <p:bldP spid="20" grpId="0" animBg="1"/>
      <p:bldP spid="5" grpId="0" animBg="1"/>
      <p:bldP spid="2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E3998AC5-710A-4DD7-89C1-2DB7254789E4}"/>
              </a:ext>
            </a:extLst>
          </p:cNvPr>
          <p:cNvSpPr txBox="1">
            <a:spLocks/>
          </p:cNvSpPr>
          <p:nvPr/>
        </p:nvSpPr>
        <p:spPr>
          <a:xfrm>
            <a:off x="418280" y="362941"/>
            <a:ext cx="10783118" cy="1085172"/>
          </a:xfrm>
          <a:prstGeom prst="rect">
            <a:avLst/>
          </a:prstGeom>
        </p:spPr>
        <p:txBody>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br>
              <a:rPr lang="en-US" sz="3200" b="1" noProof="0">
                <a:solidFill>
                  <a:srgbClr val="FFC000"/>
                </a:solidFill>
                <a:ea typeface="Calibri" panose="020F0502020204030204" pitchFamily="34" charset="0"/>
                <a:cs typeface="Arial" panose="020B0604020202020204" pitchFamily="34" charset="0"/>
              </a:rPr>
            </a:br>
            <a:endParaRPr lang="en-US" sz="3200" b="1" noProof="0">
              <a:solidFill>
                <a:srgbClr val="FFC000"/>
              </a:solidFill>
              <a:cs typeface="Arial" panose="020B0604020202020204" pitchFamily="34" charset="0"/>
            </a:endParaRPr>
          </a:p>
        </p:txBody>
      </p:sp>
      <p:sp>
        <p:nvSpPr>
          <p:cNvPr id="3" name="Content Placeholder 1">
            <a:extLst>
              <a:ext uri="{FF2B5EF4-FFF2-40B4-BE49-F238E27FC236}">
                <a16:creationId xmlns:a16="http://schemas.microsoft.com/office/drawing/2014/main" id="{D76C9390-AA82-4EA8-A719-02C05F65291D}"/>
              </a:ext>
            </a:extLst>
          </p:cNvPr>
          <p:cNvSpPr txBox="1">
            <a:spLocks/>
          </p:cNvSpPr>
          <p:nvPr/>
        </p:nvSpPr>
        <p:spPr>
          <a:xfrm>
            <a:off x="577271" y="1453925"/>
            <a:ext cx="11196449" cy="2581486"/>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7000"/>
              </a:lnSpc>
              <a:spcAft>
                <a:spcPts val="800"/>
              </a:spcAft>
            </a:pPr>
            <a:r>
              <a:rPr lang="en-GB" noProof="0">
                <a:solidFill>
                  <a:srgbClr val="002060"/>
                </a:solidFill>
                <a:latin typeface="+mj-lt"/>
                <a:ea typeface="Calibri" panose="020F0502020204030204" pitchFamily="34" charset="0"/>
                <a:cs typeface="Arial" panose="020B0604020202020204" pitchFamily="34" charset="0"/>
              </a:rPr>
              <a:t>A data collection plan defines what data you need, why you need it, and how it will be collected.</a:t>
            </a:r>
            <a:endParaRPr lang="en-US" noProof="0">
              <a:solidFill>
                <a:srgbClr val="002060"/>
              </a:solidFill>
              <a:latin typeface="+mj-lt"/>
              <a:ea typeface="Calibri" panose="020F050202020403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23459BAD-3675-E456-0BEC-BE9BDD6720DD}"/>
              </a:ext>
            </a:extLst>
          </p:cNvPr>
          <p:cNvPicPr>
            <a:picLocks noChangeAspect="1"/>
          </p:cNvPicPr>
          <p:nvPr/>
        </p:nvPicPr>
        <p:blipFill rotWithShape="1">
          <a:blip r:embed="rId3"/>
          <a:srcRect l="25326" t="50357" r="25000" b="22705"/>
          <a:stretch>
            <a:fillRect/>
          </a:stretch>
        </p:blipFill>
        <p:spPr>
          <a:xfrm>
            <a:off x="214793" y="1961955"/>
            <a:ext cx="11735829" cy="3579849"/>
          </a:xfrm>
          <a:prstGeom prst="rect">
            <a:avLst/>
          </a:prstGeom>
        </p:spPr>
      </p:pic>
      <p:sp>
        <p:nvSpPr>
          <p:cNvPr id="9" name="TextBox 8">
            <a:extLst>
              <a:ext uri="{FF2B5EF4-FFF2-40B4-BE49-F238E27FC236}">
                <a16:creationId xmlns:a16="http://schemas.microsoft.com/office/drawing/2014/main" id="{D827D83A-5CD9-6B44-0FD6-D445098B5667}"/>
              </a:ext>
            </a:extLst>
          </p:cNvPr>
          <p:cNvSpPr txBox="1"/>
          <p:nvPr/>
        </p:nvSpPr>
        <p:spPr>
          <a:xfrm>
            <a:off x="539602" y="362941"/>
            <a:ext cx="6097772" cy="584775"/>
          </a:xfrm>
          <a:prstGeom prst="rect">
            <a:avLst/>
          </a:prstGeom>
          <a:noFill/>
        </p:spPr>
        <p:txBody>
          <a:bodyPr wrap="square">
            <a:spAutoFit/>
          </a:bodyPr>
          <a:lstStyle/>
          <a:p>
            <a:pPr>
              <a:spcBef>
                <a:spcPct val="0"/>
              </a:spcBef>
            </a:pPr>
            <a:r>
              <a:rPr lang="en-US" sz="3200" b="1">
                <a:solidFill>
                  <a:srgbClr val="FFC000"/>
                </a:solidFill>
                <a:latin typeface="+mj-lt"/>
                <a:ea typeface="+mj-ea"/>
                <a:cs typeface="Arial" panose="020B0604020202020204" pitchFamily="34" charset="0"/>
              </a:rPr>
              <a:t>Data Collection Plans</a:t>
            </a:r>
          </a:p>
        </p:txBody>
      </p:sp>
      <p:sp>
        <p:nvSpPr>
          <p:cNvPr id="10" name="TextBox 9">
            <a:extLst>
              <a:ext uri="{FF2B5EF4-FFF2-40B4-BE49-F238E27FC236}">
                <a16:creationId xmlns:a16="http://schemas.microsoft.com/office/drawing/2014/main" id="{F9ECD39C-FA22-4FC1-DD7B-8618BB369618}"/>
              </a:ext>
            </a:extLst>
          </p:cNvPr>
          <p:cNvSpPr txBox="1"/>
          <p:nvPr/>
        </p:nvSpPr>
        <p:spPr>
          <a:xfrm>
            <a:off x="2366986" y="6125727"/>
            <a:ext cx="7458028" cy="369332"/>
          </a:xfrm>
          <a:prstGeom prst="rect">
            <a:avLst/>
          </a:prstGeom>
          <a:solidFill>
            <a:schemeClr val="accent4"/>
          </a:solidFill>
        </p:spPr>
        <p:txBody>
          <a:bodyPr wrap="square" rtlCol="0">
            <a:spAutoFit/>
          </a:bodyPr>
          <a:lstStyle/>
          <a:p>
            <a:pPr algn="ctr"/>
            <a:r>
              <a:rPr lang="en-GB">
                <a:solidFill>
                  <a:schemeClr val="bg1"/>
                </a:solidFill>
                <a:latin typeface="+mj-lt"/>
              </a:rPr>
              <a:t>Please open the Data Collection Plan within your DWI account.</a:t>
            </a:r>
            <a:endParaRPr lang="en-US">
              <a:solidFill>
                <a:schemeClr val="bg1"/>
              </a:solidFill>
              <a:latin typeface="+mj-lt"/>
            </a:endParaRPr>
          </a:p>
        </p:txBody>
      </p:sp>
      <p:sp>
        <p:nvSpPr>
          <p:cNvPr id="11" name="Speech Bubble: Rectangle with Corners Rounded 10">
            <a:extLst>
              <a:ext uri="{FF2B5EF4-FFF2-40B4-BE49-F238E27FC236}">
                <a16:creationId xmlns:a16="http://schemas.microsoft.com/office/drawing/2014/main" id="{901CBB80-2524-FF8F-FDE4-71EE66BB5D79}"/>
              </a:ext>
            </a:extLst>
          </p:cNvPr>
          <p:cNvSpPr/>
          <p:nvPr/>
        </p:nvSpPr>
        <p:spPr>
          <a:xfrm>
            <a:off x="577271" y="4269653"/>
            <a:ext cx="1214215" cy="535090"/>
          </a:xfrm>
          <a:prstGeom prst="wedgeRoundRectCallout">
            <a:avLst>
              <a:gd name="adj1" fmla="val 1658"/>
              <a:gd name="adj2" fmla="val -125531"/>
              <a:gd name="adj3" fmla="val 1666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spcAft>
                <a:spcPts val="800"/>
              </a:spcAft>
            </a:pPr>
            <a:r>
              <a:rPr lang="en-GB" sz="1050">
                <a:solidFill>
                  <a:schemeClr val="bg1"/>
                </a:solidFill>
                <a:latin typeface="+mj-lt"/>
                <a:ea typeface="Calibri" panose="020F0502020204030204" pitchFamily="34" charset="0"/>
                <a:cs typeface="Arial" panose="020B0604020202020204" pitchFamily="34" charset="0"/>
              </a:rPr>
              <a:t>What are you measuring?</a:t>
            </a:r>
          </a:p>
        </p:txBody>
      </p:sp>
      <p:sp>
        <p:nvSpPr>
          <p:cNvPr id="13" name="Speech Bubble: Rectangle with Corners Rounded 12">
            <a:extLst>
              <a:ext uri="{FF2B5EF4-FFF2-40B4-BE49-F238E27FC236}">
                <a16:creationId xmlns:a16="http://schemas.microsoft.com/office/drawing/2014/main" id="{E2A89880-00D5-7CB0-61C9-2188D3F7C8D9}"/>
              </a:ext>
            </a:extLst>
          </p:cNvPr>
          <p:cNvSpPr/>
          <p:nvPr/>
        </p:nvSpPr>
        <p:spPr>
          <a:xfrm>
            <a:off x="2002316" y="4269653"/>
            <a:ext cx="1459230" cy="547576"/>
          </a:xfrm>
          <a:prstGeom prst="wedgeRoundRectCallout">
            <a:avLst>
              <a:gd name="adj1" fmla="val 428"/>
              <a:gd name="adj2" fmla="val -125615"/>
              <a:gd name="adj3" fmla="val 1666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07000"/>
              </a:lnSpc>
              <a:spcAft>
                <a:spcPts val="800"/>
              </a:spcAft>
            </a:pPr>
            <a:r>
              <a:rPr lang="en-GB" sz="1050">
                <a:solidFill>
                  <a:schemeClr val="bg1"/>
                </a:solidFill>
                <a:latin typeface="+mj-lt"/>
                <a:ea typeface="Calibri" panose="020F0502020204030204" pitchFamily="34" charset="0"/>
                <a:cs typeface="Arial" panose="020B0604020202020204" pitchFamily="34" charset="0"/>
              </a:rPr>
              <a:t>How is the measure precisely defined?</a:t>
            </a:r>
          </a:p>
        </p:txBody>
      </p:sp>
      <p:sp>
        <p:nvSpPr>
          <p:cNvPr id="14" name="Speech Bubble: Rectangle with Corners Rounded 13">
            <a:extLst>
              <a:ext uri="{FF2B5EF4-FFF2-40B4-BE49-F238E27FC236}">
                <a16:creationId xmlns:a16="http://schemas.microsoft.com/office/drawing/2014/main" id="{BF783D53-2F08-C8CC-A2B2-BF59F6760C06}"/>
              </a:ext>
            </a:extLst>
          </p:cNvPr>
          <p:cNvSpPr/>
          <p:nvPr/>
        </p:nvSpPr>
        <p:spPr>
          <a:xfrm>
            <a:off x="3526678" y="4269653"/>
            <a:ext cx="1459230" cy="547576"/>
          </a:xfrm>
          <a:prstGeom prst="wedgeRoundRectCallout">
            <a:avLst>
              <a:gd name="adj1" fmla="val 20"/>
              <a:gd name="adj2" fmla="val -131400"/>
              <a:gd name="adj3" fmla="val 1666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l" defTabSz="914400" rtl="0" eaLnBrk="1" fontAlgn="auto" latinLnBrk="0" hangingPunct="1">
              <a:lnSpc>
                <a:spcPct val="107000"/>
              </a:lnSpc>
              <a:spcBef>
                <a:spcPts val="0"/>
              </a:spcBef>
              <a:spcAft>
                <a:spcPts val="800"/>
              </a:spcAft>
              <a:buClrTx/>
              <a:buSzTx/>
              <a:tabLst/>
              <a:defRPr/>
            </a:pPr>
            <a:r>
              <a:rPr lang="en-GB" sz="1050">
                <a:solidFill>
                  <a:schemeClr val="bg1"/>
                </a:solidFill>
                <a:latin typeface="+mj-lt"/>
                <a:ea typeface="Calibri" panose="020F0502020204030204" pitchFamily="34" charset="0"/>
                <a:cs typeface="Arial" panose="020B0604020202020204" pitchFamily="34" charset="0"/>
              </a:rPr>
              <a:t>What unit will be used? (e.g. %, time, count etc.)</a:t>
            </a:r>
          </a:p>
        </p:txBody>
      </p:sp>
      <p:sp>
        <p:nvSpPr>
          <p:cNvPr id="15" name="Speech Bubble: Rectangle with Corners Rounded 14">
            <a:extLst>
              <a:ext uri="{FF2B5EF4-FFF2-40B4-BE49-F238E27FC236}">
                <a16:creationId xmlns:a16="http://schemas.microsoft.com/office/drawing/2014/main" id="{EFDDF8B5-62CA-E2A2-BFCD-1CA408946792}"/>
              </a:ext>
            </a:extLst>
          </p:cNvPr>
          <p:cNvSpPr/>
          <p:nvPr/>
        </p:nvSpPr>
        <p:spPr>
          <a:xfrm>
            <a:off x="5078511" y="4269653"/>
            <a:ext cx="1275305" cy="547576"/>
          </a:xfrm>
          <a:prstGeom prst="wedgeRoundRectCallout">
            <a:avLst>
              <a:gd name="adj1" fmla="val -7387"/>
              <a:gd name="adj2" fmla="val -103274"/>
              <a:gd name="adj3" fmla="val 1666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l" defTabSz="914400" rtl="0" eaLnBrk="1" fontAlgn="auto" latinLnBrk="0" hangingPunct="1">
              <a:lnSpc>
                <a:spcPct val="107000"/>
              </a:lnSpc>
              <a:spcBef>
                <a:spcPts val="0"/>
              </a:spcBef>
              <a:spcAft>
                <a:spcPts val="800"/>
              </a:spcAft>
              <a:buClrTx/>
              <a:buSzTx/>
              <a:tabLst/>
              <a:defRPr/>
            </a:pPr>
            <a:r>
              <a:rPr lang="en-GB" sz="1050">
                <a:solidFill>
                  <a:schemeClr val="bg1"/>
                </a:solidFill>
                <a:latin typeface="+mj-lt"/>
                <a:ea typeface="Calibri" panose="020F0502020204030204" pitchFamily="34" charset="0"/>
                <a:cs typeface="Arial" panose="020B0604020202020204" pitchFamily="34" charset="0"/>
              </a:rPr>
              <a:t>Why is this data being collected?</a:t>
            </a:r>
          </a:p>
        </p:txBody>
      </p:sp>
      <p:sp>
        <p:nvSpPr>
          <p:cNvPr id="16" name="Speech Bubble: Rectangle with Corners Rounded 15">
            <a:extLst>
              <a:ext uri="{FF2B5EF4-FFF2-40B4-BE49-F238E27FC236}">
                <a16:creationId xmlns:a16="http://schemas.microsoft.com/office/drawing/2014/main" id="{A82199E6-E6AE-BEB4-D978-DC74A697D51D}"/>
              </a:ext>
            </a:extLst>
          </p:cNvPr>
          <p:cNvSpPr/>
          <p:nvPr/>
        </p:nvSpPr>
        <p:spPr>
          <a:xfrm>
            <a:off x="6446419" y="4269653"/>
            <a:ext cx="1450669" cy="547576"/>
          </a:xfrm>
          <a:prstGeom prst="wedgeRoundRectCallout">
            <a:avLst>
              <a:gd name="adj1" fmla="val -16339"/>
              <a:gd name="adj2" fmla="val -100051"/>
              <a:gd name="adj3" fmla="val 1666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l" defTabSz="914400" rtl="0" eaLnBrk="1" fontAlgn="auto" latinLnBrk="0" hangingPunct="1">
              <a:lnSpc>
                <a:spcPct val="107000"/>
              </a:lnSpc>
              <a:spcBef>
                <a:spcPts val="0"/>
              </a:spcBef>
              <a:spcAft>
                <a:spcPts val="800"/>
              </a:spcAft>
              <a:buClrTx/>
              <a:buSzTx/>
              <a:tabLst/>
              <a:defRPr/>
            </a:pPr>
            <a:r>
              <a:rPr lang="en-GB" sz="1050">
                <a:solidFill>
                  <a:schemeClr val="bg1"/>
                </a:solidFill>
                <a:latin typeface="+mj-lt"/>
                <a:ea typeface="Calibri" panose="020F0502020204030204" pitchFamily="34" charset="0"/>
                <a:cs typeface="Arial" panose="020B0604020202020204" pitchFamily="34" charset="0"/>
              </a:rPr>
              <a:t>Who is responsible for collecting the data?</a:t>
            </a:r>
          </a:p>
        </p:txBody>
      </p:sp>
      <p:sp>
        <p:nvSpPr>
          <p:cNvPr id="17" name="Speech Bubble: Rectangle with Corners Rounded 16">
            <a:extLst>
              <a:ext uri="{FF2B5EF4-FFF2-40B4-BE49-F238E27FC236}">
                <a16:creationId xmlns:a16="http://schemas.microsoft.com/office/drawing/2014/main" id="{07F9FCE3-C0FA-A466-E514-0F31A5F9CA6A}"/>
              </a:ext>
            </a:extLst>
          </p:cNvPr>
          <p:cNvSpPr/>
          <p:nvPr/>
        </p:nvSpPr>
        <p:spPr>
          <a:xfrm>
            <a:off x="7989691" y="4295988"/>
            <a:ext cx="964605" cy="547576"/>
          </a:xfrm>
          <a:prstGeom prst="wedgeRoundRectCallout">
            <a:avLst>
              <a:gd name="adj1" fmla="val -44805"/>
              <a:gd name="adj2" fmla="val -104736"/>
              <a:gd name="adj3" fmla="val 1666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l" defTabSz="914400" rtl="0" eaLnBrk="1" fontAlgn="auto" latinLnBrk="0" hangingPunct="1">
              <a:lnSpc>
                <a:spcPct val="107000"/>
              </a:lnSpc>
              <a:spcBef>
                <a:spcPts val="0"/>
              </a:spcBef>
              <a:spcAft>
                <a:spcPts val="800"/>
              </a:spcAft>
              <a:buClrTx/>
              <a:buSzTx/>
              <a:tabLst/>
              <a:defRPr/>
            </a:pPr>
            <a:r>
              <a:rPr lang="en-GB" sz="1050">
                <a:solidFill>
                  <a:schemeClr val="bg1"/>
                </a:solidFill>
                <a:latin typeface="+mj-lt"/>
                <a:ea typeface="Calibri" panose="020F0502020204030204" pitchFamily="34" charset="0"/>
                <a:cs typeface="Arial" panose="020B0604020202020204" pitchFamily="34" charset="0"/>
              </a:rPr>
              <a:t>How will the data be collected?</a:t>
            </a:r>
          </a:p>
        </p:txBody>
      </p:sp>
      <p:sp>
        <p:nvSpPr>
          <p:cNvPr id="18" name="Speech Bubble: Rectangle with Corners Rounded 17">
            <a:extLst>
              <a:ext uri="{FF2B5EF4-FFF2-40B4-BE49-F238E27FC236}">
                <a16:creationId xmlns:a16="http://schemas.microsoft.com/office/drawing/2014/main" id="{2489D5C4-231F-4DBB-442B-B4B76F9B0204}"/>
              </a:ext>
            </a:extLst>
          </p:cNvPr>
          <p:cNvSpPr/>
          <p:nvPr/>
        </p:nvSpPr>
        <p:spPr>
          <a:xfrm>
            <a:off x="9046899" y="4309277"/>
            <a:ext cx="1236236" cy="547576"/>
          </a:xfrm>
          <a:prstGeom prst="wedgeRoundRectCallout">
            <a:avLst>
              <a:gd name="adj1" fmla="val -1774"/>
              <a:gd name="adj2" fmla="val -100931"/>
              <a:gd name="adj3" fmla="val 1666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l" defTabSz="914400" rtl="0" eaLnBrk="1" fontAlgn="auto" latinLnBrk="0" hangingPunct="1">
              <a:lnSpc>
                <a:spcPct val="107000"/>
              </a:lnSpc>
              <a:spcBef>
                <a:spcPts val="0"/>
              </a:spcBef>
              <a:spcAft>
                <a:spcPts val="800"/>
              </a:spcAft>
              <a:buClrTx/>
              <a:buSzTx/>
              <a:tabLst/>
              <a:defRPr/>
            </a:pPr>
            <a:r>
              <a:rPr lang="en-GB" sz="1050">
                <a:solidFill>
                  <a:schemeClr val="bg1"/>
                </a:solidFill>
                <a:latin typeface="+mj-lt"/>
                <a:ea typeface="Calibri" panose="020F0502020204030204" pitchFamily="34" charset="0"/>
                <a:cs typeface="Arial" panose="020B0604020202020204" pitchFamily="34" charset="0"/>
              </a:rPr>
              <a:t>When and how often will data be collected?</a:t>
            </a:r>
          </a:p>
        </p:txBody>
      </p:sp>
      <p:sp>
        <p:nvSpPr>
          <p:cNvPr id="19" name="Speech Bubble: Rectangle with Corners Rounded 18">
            <a:extLst>
              <a:ext uri="{FF2B5EF4-FFF2-40B4-BE49-F238E27FC236}">
                <a16:creationId xmlns:a16="http://schemas.microsoft.com/office/drawing/2014/main" id="{7CE7962D-5646-5004-7D75-0EE8ED1EBFB6}"/>
              </a:ext>
            </a:extLst>
          </p:cNvPr>
          <p:cNvSpPr/>
          <p:nvPr/>
        </p:nvSpPr>
        <p:spPr>
          <a:xfrm>
            <a:off x="10351151" y="4309277"/>
            <a:ext cx="1409277" cy="547576"/>
          </a:xfrm>
          <a:prstGeom prst="wedgeRoundRectCallout">
            <a:avLst>
              <a:gd name="adj1" fmla="val -48439"/>
              <a:gd name="adj2" fmla="val -129097"/>
              <a:gd name="adj3" fmla="val 1666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l" defTabSz="914400" rtl="0" eaLnBrk="1" fontAlgn="auto" latinLnBrk="0" hangingPunct="1">
              <a:lnSpc>
                <a:spcPct val="107000"/>
              </a:lnSpc>
              <a:spcBef>
                <a:spcPts val="0"/>
              </a:spcBef>
              <a:spcAft>
                <a:spcPts val="800"/>
              </a:spcAft>
              <a:buClrTx/>
              <a:buSzTx/>
              <a:tabLst/>
              <a:defRPr/>
            </a:pPr>
            <a:r>
              <a:rPr lang="en-GB" sz="1050">
                <a:solidFill>
                  <a:schemeClr val="bg1"/>
                </a:solidFill>
                <a:latin typeface="+mj-lt"/>
                <a:ea typeface="Calibri" panose="020F0502020204030204" pitchFamily="34" charset="0"/>
                <a:cs typeface="Arial" panose="020B0604020202020204" pitchFamily="34" charset="0"/>
              </a:rPr>
              <a:t>Where will the data be collected and stored?</a:t>
            </a:r>
          </a:p>
        </p:txBody>
      </p:sp>
    </p:spTree>
    <p:extLst>
      <p:ext uri="{BB962C8B-B14F-4D97-AF65-F5344CB8AC3E}">
        <p14:creationId xmlns:p14="http://schemas.microsoft.com/office/powerpoint/2010/main" val="4291219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15" grpId="0" animBg="1"/>
      <p:bldP spid="16" grpId="0" animBg="1"/>
      <p:bldP spid="17" grpId="0" animBg="1"/>
      <p:bldP spid="18" grpId="0" animBg="1"/>
      <p:bldP spid="1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Rectangle: Rounded Corners 69">
            <a:extLst>
              <a:ext uri="{FF2B5EF4-FFF2-40B4-BE49-F238E27FC236}">
                <a16:creationId xmlns:a16="http://schemas.microsoft.com/office/drawing/2014/main" id="{681E4F4F-EA07-79D7-0AD6-38BD9F3569FB}"/>
              </a:ext>
            </a:extLst>
          </p:cNvPr>
          <p:cNvSpPr/>
          <p:nvPr/>
        </p:nvSpPr>
        <p:spPr>
          <a:xfrm>
            <a:off x="184291" y="5041460"/>
            <a:ext cx="11545188" cy="1284584"/>
          </a:xfrm>
          <a:prstGeom prst="roundRect">
            <a:avLst/>
          </a:prstGeom>
          <a:solidFill>
            <a:schemeClr val="bg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69" name="Rectangle: Rounded Corners 68">
            <a:extLst>
              <a:ext uri="{FF2B5EF4-FFF2-40B4-BE49-F238E27FC236}">
                <a16:creationId xmlns:a16="http://schemas.microsoft.com/office/drawing/2014/main" id="{E41132A0-1544-6699-5E5C-8AE7C3068808}"/>
              </a:ext>
            </a:extLst>
          </p:cNvPr>
          <p:cNvSpPr/>
          <p:nvPr/>
        </p:nvSpPr>
        <p:spPr>
          <a:xfrm>
            <a:off x="182524" y="3282780"/>
            <a:ext cx="11545188" cy="1310365"/>
          </a:xfrm>
          <a:prstGeom prst="roundRect">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68" name="Rectangle: Rounded Corners 67">
            <a:extLst>
              <a:ext uri="{FF2B5EF4-FFF2-40B4-BE49-F238E27FC236}">
                <a16:creationId xmlns:a16="http://schemas.microsoft.com/office/drawing/2014/main" id="{AF60E9A7-86BC-D210-5BB7-0A1867322840}"/>
              </a:ext>
            </a:extLst>
          </p:cNvPr>
          <p:cNvSpPr/>
          <p:nvPr/>
        </p:nvSpPr>
        <p:spPr>
          <a:xfrm>
            <a:off x="182524" y="1507660"/>
            <a:ext cx="11545188" cy="1302879"/>
          </a:xfrm>
          <a:prstGeom prst="roundRect">
            <a:avLst/>
          </a:prstGeom>
          <a:solidFill>
            <a:schemeClr val="bg1"/>
          </a:solid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p:nvSpPr>
          <p:cNvPr id="2" name="Text Placeholder 1">
            <a:extLst>
              <a:ext uri="{FF2B5EF4-FFF2-40B4-BE49-F238E27FC236}">
                <a16:creationId xmlns:a16="http://schemas.microsoft.com/office/drawing/2014/main" id="{493415DF-6BCD-2099-5C05-62C6EE98DB19}"/>
              </a:ext>
            </a:extLst>
          </p:cNvPr>
          <p:cNvSpPr>
            <a:spLocks noGrp="1"/>
          </p:cNvSpPr>
          <p:nvPr>
            <p:ph type="body" sz="quarter" idx="10"/>
          </p:nvPr>
        </p:nvSpPr>
        <p:spPr>
          <a:xfrm>
            <a:off x="270619" y="345370"/>
            <a:ext cx="9514368" cy="923330"/>
          </a:xfrm>
        </p:spPr>
        <p:txBody>
          <a:bodyPr>
            <a:normAutofit/>
          </a:bodyPr>
          <a:lstStyle/>
          <a:p>
            <a:r>
              <a:rPr lang="en-GB" sz="3200">
                <a:latin typeface="+mj-lt"/>
              </a:rPr>
              <a:t>How Data Collection Plans Improve Outcomes</a:t>
            </a:r>
            <a:endParaRPr lang="en-US" sz="3200">
              <a:latin typeface="+mj-lt"/>
            </a:endParaRPr>
          </a:p>
        </p:txBody>
      </p:sp>
      <p:sp>
        <p:nvSpPr>
          <p:cNvPr id="5" name="Rectangle: Rounded Corners 4">
            <a:extLst>
              <a:ext uri="{FF2B5EF4-FFF2-40B4-BE49-F238E27FC236}">
                <a16:creationId xmlns:a16="http://schemas.microsoft.com/office/drawing/2014/main" id="{25C95451-6ED1-E02A-2348-6F0925F0BE02}"/>
              </a:ext>
            </a:extLst>
          </p:cNvPr>
          <p:cNvSpPr/>
          <p:nvPr/>
        </p:nvSpPr>
        <p:spPr>
          <a:xfrm>
            <a:off x="2829962" y="5142630"/>
            <a:ext cx="2764465" cy="1063948"/>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fontAlgn="t">
              <a:buNone/>
            </a:pPr>
            <a:endParaRPr lang="en-US" sz="1400" b="1" i="0">
              <a:effectLst/>
              <a:latin typeface="+mj-lt"/>
            </a:endParaRPr>
          </a:p>
          <a:p>
            <a:pPr algn="ctr" fontAlgn="t">
              <a:buNone/>
            </a:pPr>
            <a:r>
              <a:rPr lang="en-US" sz="1400" b="1" i="0">
                <a:effectLst/>
                <a:latin typeface="+mj-lt"/>
              </a:rPr>
              <a:t>Ensures the right data is collected</a:t>
            </a:r>
            <a:br>
              <a:rPr lang="en-US" sz="1400" b="1" i="0">
                <a:effectLst/>
                <a:latin typeface="+mj-lt"/>
              </a:rPr>
            </a:br>
            <a:endParaRPr lang="en-US" sz="1400" b="1" i="0">
              <a:effectLst/>
              <a:latin typeface="+mj-lt"/>
            </a:endParaRPr>
          </a:p>
          <a:p>
            <a:pPr algn="ctr" fontAlgn="t"/>
            <a:r>
              <a:rPr lang="en-GB" sz="1200" b="0" i="0">
                <a:effectLst/>
                <a:latin typeface="+mj-lt"/>
              </a:rPr>
              <a:t>Focuses on what </a:t>
            </a:r>
            <a:r>
              <a:rPr lang="en-GB" sz="1200">
                <a:latin typeface="+mj-lt"/>
              </a:rPr>
              <a:t>matters and avoids collecting unnecessary</a:t>
            </a:r>
            <a:r>
              <a:rPr lang="en-GB" sz="1200" b="0" i="0">
                <a:effectLst/>
                <a:latin typeface="+mj-lt"/>
              </a:rPr>
              <a:t> data.</a:t>
            </a:r>
            <a:endParaRPr lang="en-US" sz="1200" b="0" i="0">
              <a:effectLst/>
              <a:latin typeface="+mj-lt"/>
            </a:endParaRPr>
          </a:p>
          <a:p>
            <a:pPr algn="ctr" fontAlgn="t">
              <a:buNone/>
            </a:pPr>
            <a:endParaRPr lang="en-US" sz="1050" b="0" i="0">
              <a:effectLst/>
              <a:latin typeface="+mj-lt"/>
            </a:endParaRPr>
          </a:p>
        </p:txBody>
      </p:sp>
      <p:sp>
        <p:nvSpPr>
          <p:cNvPr id="6" name="Rectangle: Rounded Corners 5">
            <a:extLst>
              <a:ext uri="{FF2B5EF4-FFF2-40B4-BE49-F238E27FC236}">
                <a16:creationId xmlns:a16="http://schemas.microsoft.com/office/drawing/2014/main" id="{89403629-1B58-F13A-A143-B6BB37F3567A}"/>
              </a:ext>
            </a:extLst>
          </p:cNvPr>
          <p:cNvSpPr/>
          <p:nvPr/>
        </p:nvSpPr>
        <p:spPr>
          <a:xfrm>
            <a:off x="5734893" y="5142630"/>
            <a:ext cx="2899139" cy="106394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t"/>
            <a:r>
              <a:rPr lang="en-US" sz="1400" b="1">
                <a:latin typeface="+mj-lt"/>
              </a:rPr>
              <a:t>Improves data accuracy and consistency</a:t>
            </a:r>
            <a:br>
              <a:rPr lang="en-US" sz="1400" b="1">
                <a:latin typeface="+mj-lt"/>
              </a:rPr>
            </a:br>
            <a:endParaRPr lang="en-US" sz="1400" b="1">
              <a:latin typeface="+mj-lt"/>
            </a:endParaRPr>
          </a:p>
          <a:p>
            <a:pPr algn="ctr" fontAlgn="t"/>
            <a:r>
              <a:rPr lang="en-US" sz="1200">
                <a:latin typeface="+mj-lt"/>
              </a:rPr>
              <a:t>Standardizes definitions and methods to reduce errors and variation.</a:t>
            </a:r>
          </a:p>
        </p:txBody>
      </p:sp>
      <p:sp>
        <p:nvSpPr>
          <p:cNvPr id="7" name="Rectangle: Rounded Corners 6">
            <a:extLst>
              <a:ext uri="{FF2B5EF4-FFF2-40B4-BE49-F238E27FC236}">
                <a16:creationId xmlns:a16="http://schemas.microsoft.com/office/drawing/2014/main" id="{1CC87177-897E-2FE7-EE37-5004B7E78B6A}"/>
              </a:ext>
            </a:extLst>
          </p:cNvPr>
          <p:cNvSpPr/>
          <p:nvPr/>
        </p:nvSpPr>
        <p:spPr>
          <a:xfrm>
            <a:off x="7307223" y="1627127"/>
            <a:ext cx="3071477" cy="106394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t"/>
            <a:r>
              <a:rPr lang="en-US" sz="1400" b="1">
                <a:latin typeface="+mj-lt"/>
              </a:rPr>
              <a:t>Saves time and effort</a:t>
            </a:r>
            <a:br>
              <a:rPr lang="en-US" sz="1100">
                <a:latin typeface="+mj-lt"/>
              </a:rPr>
            </a:br>
            <a:endParaRPr lang="en-US" sz="1100">
              <a:latin typeface="+mj-lt"/>
            </a:endParaRPr>
          </a:p>
          <a:p>
            <a:pPr algn="ctr" fontAlgn="t"/>
            <a:r>
              <a:rPr lang="en-US" sz="1200">
                <a:latin typeface="+mj-lt"/>
              </a:rPr>
              <a:t>Prevents wasted work collecting unusable or irrelevant data.</a:t>
            </a:r>
          </a:p>
        </p:txBody>
      </p:sp>
      <p:sp>
        <p:nvSpPr>
          <p:cNvPr id="8" name="Rectangle: Rounded Corners 7">
            <a:extLst>
              <a:ext uri="{FF2B5EF4-FFF2-40B4-BE49-F238E27FC236}">
                <a16:creationId xmlns:a16="http://schemas.microsoft.com/office/drawing/2014/main" id="{2FC2BC4A-0695-C52F-6AC3-D872BB150AB6}"/>
              </a:ext>
            </a:extLst>
          </p:cNvPr>
          <p:cNvSpPr/>
          <p:nvPr/>
        </p:nvSpPr>
        <p:spPr>
          <a:xfrm>
            <a:off x="8772961" y="5151778"/>
            <a:ext cx="2764465" cy="106394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t"/>
            <a:endParaRPr lang="en-US" sz="1400" b="1">
              <a:latin typeface="+mj-lt"/>
            </a:endParaRPr>
          </a:p>
          <a:p>
            <a:pPr algn="ctr" fontAlgn="t"/>
            <a:r>
              <a:rPr lang="en-US" sz="1400" b="1">
                <a:latin typeface="+mj-lt"/>
              </a:rPr>
              <a:t>Provides clarity and alignment</a:t>
            </a:r>
            <a:br>
              <a:rPr lang="en-US" sz="1400" b="1">
                <a:latin typeface="+mj-lt"/>
              </a:rPr>
            </a:br>
            <a:endParaRPr lang="en-US" sz="1400" b="1">
              <a:latin typeface="+mj-lt"/>
            </a:endParaRPr>
          </a:p>
          <a:p>
            <a:pPr algn="ctr" fontAlgn="t"/>
            <a:r>
              <a:rPr lang="en-US" sz="1200">
                <a:latin typeface="+mj-lt"/>
              </a:rPr>
              <a:t>Defines what, how, when, and by whom data is collected.</a:t>
            </a:r>
          </a:p>
          <a:p>
            <a:pPr algn="ctr" fontAlgn="t"/>
            <a:endParaRPr lang="en-US" sz="1050">
              <a:latin typeface="+mj-lt"/>
            </a:endParaRPr>
          </a:p>
        </p:txBody>
      </p:sp>
      <p:sp>
        <p:nvSpPr>
          <p:cNvPr id="10" name="Rectangle: Rounded Corners 9">
            <a:extLst>
              <a:ext uri="{FF2B5EF4-FFF2-40B4-BE49-F238E27FC236}">
                <a16:creationId xmlns:a16="http://schemas.microsoft.com/office/drawing/2014/main" id="{98DECAEE-D457-CB00-EC49-27BDE584B81E}"/>
              </a:ext>
            </a:extLst>
          </p:cNvPr>
          <p:cNvSpPr/>
          <p:nvPr/>
        </p:nvSpPr>
        <p:spPr>
          <a:xfrm>
            <a:off x="3905182" y="1627126"/>
            <a:ext cx="3071477" cy="1063948"/>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t"/>
            <a:r>
              <a:rPr lang="en-GB" sz="1400" b="1">
                <a:latin typeface="+mj-lt"/>
              </a:rPr>
              <a:t>Identifies trends and root causes</a:t>
            </a:r>
            <a:br>
              <a:rPr lang="en-US" sz="1400" b="1">
                <a:latin typeface="+mj-lt"/>
              </a:rPr>
            </a:br>
            <a:endParaRPr lang="en-US" sz="1400" b="1">
              <a:latin typeface="+mj-lt"/>
            </a:endParaRPr>
          </a:p>
          <a:p>
            <a:pPr algn="ctr" fontAlgn="t"/>
            <a:r>
              <a:rPr lang="en-US" sz="1200">
                <a:latin typeface="+mj-lt"/>
              </a:rPr>
              <a:t>Structures data to allow meaningful analysis and insight.</a:t>
            </a:r>
          </a:p>
        </p:txBody>
      </p:sp>
      <p:sp>
        <p:nvSpPr>
          <p:cNvPr id="32" name="Rectangle: Rounded Corners 31">
            <a:extLst>
              <a:ext uri="{FF2B5EF4-FFF2-40B4-BE49-F238E27FC236}">
                <a16:creationId xmlns:a16="http://schemas.microsoft.com/office/drawing/2014/main" id="{F1BE0571-D8BB-3B4D-9DF1-0CF5DEE9837E}"/>
              </a:ext>
            </a:extLst>
          </p:cNvPr>
          <p:cNvSpPr/>
          <p:nvPr/>
        </p:nvSpPr>
        <p:spPr>
          <a:xfrm>
            <a:off x="270619" y="5343903"/>
            <a:ext cx="2317012" cy="661400"/>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solidFill>
                  <a:schemeClr val="bg1"/>
                </a:solidFill>
                <a:latin typeface="+mj-lt"/>
              </a:rPr>
              <a:t>The Foundations</a:t>
            </a:r>
            <a:endParaRPr lang="en-US" b="1">
              <a:solidFill>
                <a:schemeClr val="bg1"/>
              </a:solidFill>
              <a:latin typeface="+mj-lt"/>
            </a:endParaRPr>
          </a:p>
        </p:txBody>
      </p:sp>
      <p:sp>
        <p:nvSpPr>
          <p:cNvPr id="34" name="Rectangle: Rounded Corners 33">
            <a:extLst>
              <a:ext uri="{FF2B5EF4-FFF2-40B4-BE49-F238E27FC236}">
                <a16:creationId xmlns:a16="http://schemas.microsoft.com/office/drawing/2014/main" id="{E969F86D-DD8F-47B7-9840-94982DC37C0E}"/>
              </a:ext>
            </a:extLst>
          </p:cNvPr>
          <p:cNvSpPr/>
          <p:nvPr/>
        </p:nvSpPr>
        <p:spPr>
          <a:xfrm>
            <a:off x="270619" y="1800673"/>
            <a:ext cx="2317012" cy="66140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solidFill>
                  <a:schemeClr val="bg1"/>
                </a:solidFill>
                <a:latin typeface="+mj-lt"/>
              </a:rPr>
              <a:t>The Impact</a:t>
            </a:r>
            <a:endParaRPr lang="en-US" b="1">
              <a:solidFill>
                <a:schemeClr val="bg1"/>
              </a:solidFill>
              <a:latin typeface="+mj-lt"/>
            </a:endParaRPr>
          </a:p>
        </p:txBody>
      </p:sp>
      <p:sp>
        <p:nvSpPr>
          <p:cNvPr id="54" name="Rectangle: Rounded Corners 53">
            <a:extLst>
              <a:ext uri="{FF2B5EF4-FFF2-40B4-BE49-F238E27FC236}">
                <a16:creationId xmlns:a16="http://schemas.microsoft.com/office/drawing/2014/main" id="{788A80AC-7CB5-DC04-A61D-4DBEC3D8CC1C}"/>
              </a:ext>
            </a:extLst>
          </p:cNvPr>
          <p:cNvSpPr/>
          <p:nvPr/>
        </p:nvSpPr>
        <p:spPr>
          <a:xfrm>
            <a:off x="270619" y="3603519"/>
            <a:ext cx="2317012" cy="661400"/>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a:solidFill>
                  <a:schemeClr val="bg1"/>
                </a:solidFill>
                <a:latin typeface="+mj-lt"/>
              </a:rPr>
              <a:t>The Core</a:t>
            </a:r>
            <a:endParaRPr lang="en-US" b="1">
              <a:solidFill>
                <a:schemeClr val="bg1"/>
              </a:solidFill>
              <a:latin typeface="+mj-lt"/>
            </a:endParaRPr>
          </a:p>
        </p:txBody>
      </p:sp>
      <p:cxnSp>
        <p:nvCxnSpPr>
          <p:cNvPr id="56" name="Connector: Elbow 55">
            <a:extLst>
              <a:ext uri="{FF2B5EF4-FFF2-40B4-BE49-F238E27FC236}">
                <a16:creationId xmlns:a16="http://schemas.microsoft.com/office/drawing/2014/main" id="{0BCA7AA4-5446-7B66-8DBC-CF538D78204F}"/>
              </a:ext>
            </a:extLst>
          </p:cNvPr>
          <p:cNvCxnSpPr>
            <a:cxnSpLocks/>
            <a:stCxn id="5" idx="0"/>
            <a:endCxn id="9" idx="2"/>
          </p:cNvCxnSpPr>
          <p:nvPr/>
        </p:nvCxnSpPr>
        <p:spPr>
          <a:xfrm rot="5400000" flipH="1" flipV="1">
            <a:off x="5353710" y="3324679"/>
            <a:ext cx="676437" cy="2959466"/>
          </a:xfrm>
          <a:prstGeom prst="bentConnector3">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D049E786-8ED1-4C1F-0469-97D6929D0F1B}"/>
              </a:ext>
            </a:extLst>
          </p:cNvPr>
          <p:cNvCxnSpPr>
            <a:cxnSpLocks/>
            <a:stCxn id="8" idx="0"/>
            <a:endCxn id="9" idx="2"/>
          </p:cNvCxnSpPr>
          <p:nvPr/>
        </p:nvCxnSpPr>
        <p:spPr>
          <a:xfrm rot="16200000" flipV="1">
            <a:off x="8320636" y="3317219"/>
            <a:ext cx="685585" cy="2983533"/>
          </a:xfrm>
          <a:prstGeom prst="bentConnector3">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7A198A45-382E-F665-25DE-813DC4BCC2A9}"/>
              </a:ext>
            </a:extLst>
          </p:cNvPr>
          <p:cNvCxnSpPr>
            <a:cxnSpLocks/>
            <a:stCxn id="6" idx="0"/>
            <a:endCxn id="9" idx="2"/>
          </p:cNvCxnSpPr>
          <p:nvPr/>
        </p:nvCxnSpPr>
        <p:spPr>
          <a:xfrm flipH="1" flipV="1">
            <a:off x="7171661" y="4466193"/>
            <a:ext cx="12802" cy="676437"/>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AC6D9280-7D57-4A38-F877-F52EA82E6E04}"/>
              </a:ext>
            </a:extLst>
          </p:cNvPr>
          <p:cNvCxnSpPr>
            <a:cxnSpLocks/>
            <a:stCxn id="9" idx="0"/>
            <a:endCxn id="10" idx="2"/>
          </p:cNvCxnSpPr>
          <p:nvPr/>
        </p:nvCxnSpPr>
        <p:spPr>
          <a:xfrm rot="16200000" flipV="1">
            <a:off x="5950705" y="2181290"/>
            <a:ext cx="711172" cy="1730740"/>
          </a:xfrm>
          <a:prstGeom prst="bentConnector3">
            <a:avLst>
              <a:gd name="adj1" fmla="val 50000"/>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Connector: Elbow 65">
            <a:extLst>
              <a:ext uri="{FF2B5EF4-FFF2-40B4-BE49-F238E27FC236}">
                <a16:creationId xmlns:a16="http://schemas.microsoft.com/office/drawing/2014/main" id="{626C0722-9710-BD4B-1D13-0FA710E8F0D0}"/>
              </a:ext>
            </a:extLst>
          </p:cNvPr>
          <p:cNvCxnSpPr>
            <a:cxnSpLocks/>
            <a:stCxn id="9" idx="0"/>
            <a:endCxn id="7" idx="2"/>
          </p:cNvCxnSpPr>
          <p:nvPr/>
        </p:nvCxnSpPr>
        <p:spPr>
          <a:xfrm rot="5400000" flipH="1" flipV="1">
            <a:off x="7651725" y="2211010"/>
            <a:ext cx="711172" cy="1671301"/>
          </a:xfrm>
          <a:prstGeom prst="bentConnector3">
            <a:avLst>
              <a:gd name="adj1" fmla="val 50000"/>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Rounded Corners 8">
            <a:extLst>
              <a:ext uri="{FF2B5EF4-FFF2-40B4-BE49-F238E27FC236}">
                <a16:creationId xmlns:a16="http://schemas.microsoft.com/office/drawing/2014/main" id="{1D4C2C88-B31A-CC75-4F8D-D7943CF35E68}"/>
              </a:ext>
            </a:extLst>
          </p:cNvPr>
          <p:cNvSpPr/>
          <p:nvPr/>
        </p:nvSpPr>
        <p:spPr>
          <a:xfrm>
            <a:off x="5433238" y="3402246"/>
            <a:ext cx="3476846" cy="1063947"/>
          </a:xfrm>
          <a:prstGeom prst="roundRect">
            <a:avLst/>
          </a:prstGeom>
          <a:solidFill>
            <a:srgbClr val="00A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t"/>
            <a:r>
              <a:rPr lang="en-US" sz="1400" b="1">
                <a:latin typeface="+mj-lt"/>
              </a:rPr>
              <a:t>Enables better </a:t>
            </a:r>
          </a:p>
          <a:p>
            <a:pPr algn="ctr" fontAlgn="t"/>
            <a:r>
              <a:rPr lang="en-US" sz="1400" b="1">
                <a:latin typeface="+mj-lt"/>
              </a:rPr>
              <a:t>decision-making</a:t>
            </a:r>
            <a:br>
              <a:rPr lang="en-US" sz="1100">
                <a:latin typeface="+mj-lt"/>
              </a:rPr>
            </a:br>
            <a:endParaRPr lang="en-US" sz="1100">
              <a:latin typeface="+mj-lt"/>
            </a:endParaRPr>
          </a:p>
          <a:p>
            <a:pPr algn="ctr" fontAlgn="t"/>
            <a:r>
              <a:rPr lang="en-US" sz="1200">
                <a:latin typeface="+mj-lt"/>
              </a:rPr>
              <a:t>Ensures reliable, evidence-based decisions.</a:t>
            </a:r>
          </a:p>
        </p:txBody>
      </p:sp>
    </p:spTree>
    <p:extLst>
      <p:ext uri="{BB962C8B-B14F-4D97-AF65-F5344CB8AC3E}">
        <p14:creationId xmlns:p14="http://schemas.microsoft.com/office/powerpoint/2010/main" val="1861763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69" grpId="0" animBg="1"/>
      <p:bldP spid="68" grpId="0" animBg="1"/>
      <p:bldP spid="5" grpId="0" animBg="1"/>
      <p:bldP spid="6" grpId="0" animBg="1"/>
      <p:bldP spid="7" grpId="0" animBg="1"/>
      <p:bldP spid="8" grpId="0" animBg="1"/>
      <p:bldP spid="10" grpId="0" animBg="1"/>
      <p:bldP spid="32" grpId="0" animBg="1"/>
      <p:bldP spid="34" grpId="0" animBg="1"/>
      <p:bldP spid="54" grpId="0" animBg="1"/>
      <p:bldP spid="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E3998AC5-710A-4DD7-89C1-2DB7254789E4}"/>
              </a:ext>
            </a:extLst>
          </p:cNvPr>
          <p:cNvSpPr txBox="1">
            <a:spLocks/>
          </p:cNvSpPr>
          <p:nvPr/>
        </p:nvSpPr>
        <p:spPr>
          <a:xfrm>
            <a:off x="418280" y="362941"/>
            <a:ext cx="10783118" cy="1085172"/>
          </a:xfrm>
          <a:prstGeom prst="rect">
            <a:avLst/>
          </a:prstGeom>
        </p:spPr>
        <p:txBody>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US" sz="3200" b="1" noProof="0">
                <a:solidFill>
                  <a:srgbClr val="FFC000"/>
                </a:solidFill>
                <a:ea typeface="Calibri" panose="020F0502020204030204" pitchFamily="34" charset="0"/>
                <a:cs typeface="Arial" panose="020B0604020202020204" pitchFamily="34" charset="0"/>
              </a:rPr>
              <a:t>Data Collection Considerations</a:t>
            </a:r>
            <a:endParaRPr lang="en-US" sz="3200" b="1" noProof="0">
              <a:solidFill>
                <a:srgbClr val="FFC000"/>
              </a:solidFill>
              <a:cs typeface="Arial" panose="020B0604020202020204" pitchFamily="34" charset="0"/>
            </a:endParaRPr>
          </a:p>
        </p:txBody>
      </p:sp>
      <p:sp>
        <p:nvSpPr>
          <p:cNvPr id="3" name="Content Placeholder 1">
            <a:extLst>
              <a:ext uri="{FF2B5EF4-FFF2-40B4-BE49-F238E27FC236}">
                <a16:creationId xmlns:a16="http://schemas.microsoft.com/office/drawing/2014/main" id="{D76C9390-AA82-4EA8-A719-02C05F65291D}"/>
              </a:ext>
            </a:extLst>
          </p:cNvPr>
          <p:cNvSpPr txBox="1">
            <a:spLocks/>
          </p:cNvSpPr>
          <p:nvPr/>
        </p:nvSpPr>
        <p:spPr>
          <a:xfrm>
            <a:off x="418280" y="1892174"/>
            <a:ext cx="7123163" cy="3608303"/>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7000"/>
              </a:lnSpc>
              <a:spcAft>
                <a:spcPts val="800"/>
              </a:spcAft>
            </a:pPr>
            <a:r>
              <a:rPr lang="en-GB" sz="1800" noProof="0">
                <a:solidFill>
                  <a:srgbClr val="002060"/>
                </a:solidFill>
                <a:latin typeface="+mj-lt"/>
                <a:ea typeface="Calibri" panose="020F0502020204030204" pitchFamily="34" charset="0"/>
                <a:cs typeface="Arial" panose="020B0604020202020204" pitchFamily="34" charset="0"/>
              </a:rPr>
              <a:t>Collecting context data helps you understand why variation occurs</a:t>
            </a:r>
            <a:r>
              <a:rPr lang="en-GB" sz="1800" b="0" noProof="0">
                <a:solidFill>
                  <a:srgbClr val="002060"/>
                </a:solidFill>
                <a:latin typeface="+mj-lt"/>
                <a:ea typeface="Calibri" panose="020F0502020204030204" pitchFamily="34" charset="0"/>
                <a:cs typeface="Arial" panose="020B0604020202020204" pitchFamily="34" charset="0"/>
              </a:rPr>
              <a:t>.</a:t>
            </a:r>
            <a:endParaRPr lang="en-US" sz="1800" b="0" noProof="0">
              <a:solidFill>
                <a:srgbClr val="002060"/>
              </a:solidFill>
              <a:latin typeface="+mj-lt"/>
              <a:ea typeface="Calibri" panose="020F0502020204030204" pitchFamily="34" charset="0"/>
              <a:cs typeface="Arial" panose="020B0604020202020204" pitchFamily="34" charset="0"/>
            </a:endParaRPr>
          </a:p>
          <a:p>
            <a:pPr>
              <a:lnSpc>
                <a:spcPct val="107000"/>
              </a:lnSpc>
              <a:spcAft>
                <a:spcPts val="800"/>
              </a:spcAft>
            </a:pPr>
            <a:r>
              <a:rPr lang="en-GB" sz="1800" b="0">
                <a:solidFill>
                  <a:srgbClr val="172859"/>
                </a:solidFill>
                <a:latin typeface="+mj-lt"/>
                <a:ea typeface="Calibri" panose="020F0502020204030204" pitchFamily="34" charset="0"/>
                <a:cs typeface="Arial" panose="020B0604020202020204" pitchFamily="34" charset="0"/>
              </a:rPr>
              <a:t>Alongside your primary data, consider capturing:</a:t>
            </a:r>
          </a:p>
          <a:p>
            <a:pPr marL="285750" indent="-285750">
              <a:lnSpc>
                <a:spcPct val="107000"/>
              </a:lnSpc>
              <a:spcBef>
                <a:spcPts val="600"/>
              </a:spcBef>
              <a:spcAft>
                <a:spcPts val="600"/>
              </a:spcAft>
              <a:buFont typeface="Arial" panose="020B0604020202020204" pitchFamily="34" charset="0"/>
              <a:buChar char="•"/>
            </a:pPr>
            <a:r>
              <a:rPr lang="en-GB" sz="1800" b="0">
                <a:solidFill>
                  <a:srgbClr val="172859"/>
                </a:solidFill>
                <a:latin typeface="+mj-lt"/>
                <a:ea typeface="Calibri" panose="020F0502020204030204" pitchFamily="34" charset="0"/>
                <a:cs typeface="Arial" panose="020B0604020202020204" pitchFamily="34" charset="0"/>
              </a:rPr>
              <a:t>Time of the day.</a:t>
            </a:r>
          </a:p>
          <a:p>
            <a:pPr marL="285750" indent="-285750">
              <a:lnSpc>
                <a:spcPct val="107000"/>
              </a:lnSpc>
              <a:spcBef>
                <a:spcPts val="600"/>
              </a:spcBef>
              <a:spcAft>
                <a:spcPts val="600"/>
              </a:spcAft>
              <a:buFont typeface="Arial" panose="020B0604020202020204" pitchFamily="34" charset="0"/>
              <a:buChar char="•"/>
            </a:pPr>
            <a:r>
              <a:rPr lang="en-GB" sz="1800" b="0">
                <a:solidFill>
                  <a:srgbClr val="172859"/>
                </a:solidFill>
                <a:latin typeface="+mj-lt"/>
                <a:ea typeface="Calibri" panose="020F0502020204030204" pitchFamily="34" charset="0"/>
                <a:cs typeface="Arial" panose="020B0604020202020204" pitchFamily="34" charset="0"/>
              </a:rPr>
              <a:t>Day of the week.</a:t>
            </a:r>
          </a:p>
          <a:p>
            <a:pPr marL="285750" indent="-285750">
              <a:lnSpc>
                <a:spcPct val="107000"/>
              </a:lnSpc>
              <a:spcBef>
                <a:spcPts val="600"/>
              </a:spcBef>
              <a:spcAft>
                <a:spcPts val="600"/>
              </a:spcAft>
              <a:buFont typeface="Arial" panose="020B0604020202020204" pitchFamily="34" charset="0"/>
              <a:buChar char="•"/>
            </a:pPr>
            <a:r>
              <a:rPr lang="en-GB" sz="1800" b="0">
                <a:solidFill>
                  <a:srgbClr val="172859"/>
                </a:solidFill>
                <a:latin typeface="+mj-lt"/>
                <a:ea typeface="Calibri" panose="020F0502020204030204" pitchFamily="34" charset="0"/>
                <a:cs typeface="Arial" panose="020B0604020202020204" pitchFamily="34" charset="0"/>
              </a:rPr>
              <a:t>Process conditions or influencing factors (e.g. workload, system issues).</a:t>
            </a:r>
          </a:p>
          <a:p>
            <a:pPr marL="285750" indent="-285750">
              <a:lnSpc>
                <a:spcPct val="107000"/>
              </a:lnSpc>
              <a:spcBef>
                <a:spcPts val="600"/>
              </a:spcBef>
              <a:spcAft>
                <a:spcPts val="600"/>
              </a:spcAft>
              <a:buFont typeface="Arial" panose="020B0604020202020204" pitchFamily="34" charset="0"/>
              <a:buChar char="•"/>
            </a:pPr>
            <a:r>
              <a:rPr lang="en-GB" sz="1800" b="0">
                <a:solidFill>
                  <a:srgbClr val="172859"/>
                </a:solidFill>
                <a:latin typeface="+mj-lt"/>
                <a:ea typeface="Calibri" panose="020F0502020204030204" pitchFamily="34" charset="0"/>
                <a:cs typeface="Arial" panose="020B0604020202020204" pitchFamily="34" charset="0"/>
              </a:rPr>
              <a:t>Sample size.</a:t>
            </a:r>
          </a:p>
          <a:p>
            <a:pPr marL="285750" indent="-285750">
              <a:lnSpc>
                <a:spcPct val="107000"/>
              </a:lnSpc>
              <a:spcAft>
                <a:spcPts val="800"/>
              </a:spcAft>
              <a:buFont typeface="Arial" panose="020B0604020202020204" pitchFamily="34" charset="0"/>
              <a:buChar char="•"/>
            </a:pPr>
            <a:endParaRPr lang="en-US" sz="1800" b="0">
              <a:solidFill>
                <a:srgbClr val="172859"/>
              </a:solidFill>
              <a:latin typeface="+mj-lt"/>
              <a:ea typeface="Calibri" panose="020F0502020204030204" pitchFamily="34" charset="0"/>
              <a:cs typeface="Arial" panose="020B0604020202020204" pitchFamily="34" charset="0"/>
            </a:endParaRPr>
          </a:p>
        </p:txBody>
      </p:sp>
      <p:pic>
        <p:nvPicPr>
          <p:cNvPr id="5" name="Picture 4" descr="Business team brainstorming">
            <a:extLst>
              <a:ext uri="{FF2B5EF4-FFF2-40B4-BE49-F238E27FC236}">
                <a16:creationId xmlns:a16="http://schemas.microsoft.com/office/drawing/2014/main" id="{54B81040-770D-519F-3478-76A767D2D8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59467" y="2268563"/>
            <a:ext cx="4232533" cy="2821689"/>
          </a:xfrm>
          <a:prstGeom prst="rect">
            <a:avLst/>
          </a:prstGeom>
        </p:spPr>
      </p:pic>
      <p:sp>
        <p:nvSpPr>
          <p:cNvPr id="7" name="TextBox 6">
            <a:extLst>
              <a:ext uri="{FF2B5EF4-FFF2-40B4-BE49-F238E27FC236}">
                <a16:creationId xmlns:a16="http://schemas.microsoft.com/office/drawing/2014/main" id="{9C1147FB-B5A8-2E23-3B7E-45413899DC76}"/>
              </a:ext>
            </a:extLst>
          </p:cNvPr>
          <p:cNvSpPr txBox="1"/>
          <p:nvPr/>
        </p:nvSpPr>
        <p:spPr>
          <a:xfrm>
            <a:off x="2139757" y="6015074"/>
            <a:ext cx="7912486" cy="305853"/>
          </a:xfrm>
          <a:prstGeom prst="rect">
            <a:avLst/>
          </a:prstGeom>
          <a:solidFill>
            <a:schemeClr val="accent4"/>
          </a:solidFill>
        </p:spPr>
        <p:txBody>
          <a:bodyPr wrap="square">
            <a:spAutoFit/>
          </a:bodyPr>
          <a:lstStyle/>
          <a:p>
            <a:pPr fontAlgn="t">
              <a:lnSpc>
                <a:spcPts val="1500"/>
              </a:lnSpc>
              <a:buNone/>
            </a:pPr>
            <a:r>
              <a:rPr lang="en-US" b="0" i="0">
                <a:solidFill>
                  <a:schemeClr val="bg1"/>
                </a:solidFill>
                <a:effectLst/>
                <a:latin typeface="+mj-lt"/>
              </a:rPr>
              <a:t>Context data helps identify patterns, trends, and potential root causes.</a:t>
            </a:r>
          </a:p>
        </p:txBody>
      </p:sp>
    </p:spTree>
    <p:extLst>
      <p:ext uri="{BB962C8B-B14F-4D97-AF65-F5344CB8AC3E}">
        <p14:creationId xmlns:p14="http://schemas.microsoft.com/office/powerpoint/2010/main" val="1354014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E61D1E33-A564-4A50-9746-866F6E9C917B}"/>
              </a:ext>
            </a:extLst>
          </p:cNvPr>
          <p:cNvSpPr txBox="1">
            <a:spLocks/>
          </p:cNvSpPr>
          <p:nvPr/>
        </p:nvSpPr>
        <p:spPr>
          <a:xfrm>
            <a:off x="455199" y="360832"/>
            <a:ext cx="10783118" cy="1085172"/>
          </a:xfrm>
          <a:prstGeom prst="rect">
            <a:avLst/>
          </a:prstGeom>
        </p:spPr>
        <p:txBody>
          <a:bodyPr/>
          <a:lstStyle>
            <a:lvl1pPr algn="l" defTabSz="914400" rtl="0" eaLnBrk="1" latinLnBrk="0" hangingPunct="1">
              <a:lnSpc>
                <a:spcPct val="100000"/>
              </a:lnSpc>
              <a:spcBef>
                <a:spcPct val="0"/>
              </a:spcBef>
              <a:buNone/>
              <a:defRPr sz="2400" kern="1200">
                <a:solidFill>
                  <a:schemeClr val="tx1"/>
                </a:solidFill>
                <a:latin typeface="+mj-lt"/>
                <a:ea typeface="+mj-ea"/>
                <a:cs typeface="+mj-cs"/>
              </a:defRPr>
            </a:lvl1pPr>
          </a:lstStyle>
          <a:p>
            <a:r>
              <a:rPr lang="en-US" sz="3200" b="1" noProof="0">
                <a:solidFill>
                  <a:srgbClr val="FFC000"/>
                </a:solidFill>
                <a:cs typeface="Arial" panose="020B0604020202020204" pitchFamily="34" charset="0"/>
              </a:rPr>
              <a:t>Data Collection – Define requirements clearly</a:t>
            </a:r>
          </a:p>
        </p:txBody>
      </p:sp>
      <p:sp>
        <p:nvSpPr>
          <p:cNvPr id="3" name="Content Placeholder 1">
            <a:extLst>
              <a:ext uri="{FF2B5EF4-FFF2-40B4-BE49-F238E27FC236}">
                <a16:creationId xmlns:a16="http://schemas.microsoft.com/office/drawing/2014/main" id="{D120B186-64C7-443B-9D03-C934D954F35C}"/>
              </a:ext>
            </a:extLst>
          </p:cNvPr>
          <p:cNvSpPr txBox="1">
            <a:spLocks/>
          </p:cNvSpPr>
          <p:nvPr/>
        </p:nvSpPr>
        <p:spPr>
          <a:xfrm>
            <a:off x="449238" y="1446004"/>
            <a:ext cx="11383510" cy="4337252"/>
          </a:xfrm>
          <a:prstGeom prst="rect">
            <a:avLst/>
          </a:prstGeom>
        </p:spPr>
        <p:txBody>
          <a:bodyPr vert="horz" lIns="0" tIns="0" rIns="0" bIns="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600" b="1" kern="1200">
                <a:solidFill>
                  <a:schemeClr val="bg2"/>
                </a:solidFill>
                <a:latin typeface="+mn-lt"/>
                <a:ea typeface="+mn-ea"/>
                <a:cs typeface="+mn-cs"/>
              </a:defRPr>
            </a:lvl1pPr>
            <a:lvl2pPr marL="0" indent="0" algn="l" defTabSz="914400" rtl="0" eaLnBrk="1" latinLnBrk="0" hangingPunct="1">
              <a:lnSpc>
                <a:spcPct val="100000"/>
              </a:lnSpc>
              <a:spcBef>
                <a:spcPts val="800"/>
              </a:spcBef>
              <a:spcAft>
                <a:spcPts val="400"/>
              </a:spcAft>
              <a:buFont typeface="Arial" panose="020B0604020202020204" pitchFamily="34" charset="0"/>
              <a:buNone/>
              <a:defRPr sz="1400" kern="1200">
                <a:solidFill>
                  <a:schemeClr val="tx1"/>
                </a:solidFill>
                <a:latin typeface="+mn-lt"/>
                <a:ea typeface="+mn-ea"/>
                <a:cs typeface="+mn-cs"/>
              </a:defRPr>
            </a:lvl2pPr>
            <a:lvl3pPr marL="180975" indent="-180975" algn="l" defTabSz="914400" rtl="0" eaLnBrk="1" latinLnBrk="0" hangingPunct="1">
              <a:lnSpc>
                <a:spcPct val="100000"/>
              </a:lnSpc>
              <a:spcBef>
                <a:spcPts val="600"/>
              </a:spcBef>
              <a:buClr>
                <a:schemeClr val="bg2"/>
              </a:buClr>
              <a:buFont typeface="Arial" panose="020B0604020202020204" pitchFamily="34" charset="0"/>
              <a:buChar char="•"/>
              <a:defRPr sz="1400" kern="1200">
                <a:solidFill>
                  <a:schemeClr val="tx1"/>
                </a:solidFill>
                <a:latin typeface="+mn-lt"/>
                <a:ea typeface="+mn-ea"/>
                <a:cs typeface="+mn-cs"/>
              </a:defRPr>
            </a:lvl3pPr>
            <a:lvl4pPr marL="361950" indent="-180975" algn="l" defTabSz="914400" rtl="0" eaLnBrk="1" latinLnBrk="0" hangingPunct="1">
              <a:lnSpc>
                <a:spcPct val="100000"/>
              </a:lnSpc>
              <a:spcBef>
                <a:spcPts val="600"/>
              </a:spcBef>
              <a:buFont typeface="Arial" panose="020B0604020202020204" pitchFamily="34" charset="0"/>
              <a:buChar char="•"/>
              <a:defRPr sz="1200" kern="1200">
                <a:solidFill>
                  <a:schemeClr val="tx1"/>
                </a:solidFill>
                <a:latin typeface="+mn-lt"/>
                <a:ea typeface="+mn-ea"/>
                <a:cs typeface="+mn-cs"/>
              </a:defRPr>
            </a:lvl4pPr>
            <a:lvl5pPr marL="542925" indent="-180975" algn="l" defTabSz="914400" rtl="0" eaLnBrk="1" latinLnBrk="0" hangingPunct="1">
              <a:lnSpc>
                <a:spcPct val="100000"/>
              </a:lnSpc>
              <a:spcBef>
                <a:spcPts val="600"/>
              </a:spcBef>
              <a:buClr>
                <a:schemeClr val="tx1"/>
              </a:buClr>
              <a:buFont typeface="Trebuchet MS" panose="020B0603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noProof="0">
                <a:solidFill>
                  <a:schemeClr val="accent4"/>
                </a:solidFill>
                <a:latin typeface="+mj-lt"/>
                <a:cs typeface="Arial" panose="020B0604020202020204" pitchFamily="34" charset="0"/>
              </a:rPr>
              <a:t>It is important that anyone using the data collection plan understands exactly what is required and how to apply it consistently. An example is shown below:</a:t>
            </a:r>
            <a:endParaRPr lang="en-US" sz="1050" b="0" noProof="0">
              <a:solidFill>
                <a:schemeClr val="accent4"/>
              </a:solidFill>
              <a:latin typeface="+mj-lt"/>
              <a:cs typeface="Arial" panose="020B0604020202020204" pitchFamily="34" charset="0"/>
            </a:endParaRPr>
          </a:p>
        </p:txBody>
      </p:sp>
      <p:graphicFrame>
        <p:nvGraphicFramePr>
          <p:cNvPr id="5" name="Table 4">
            <a:extLst>
              <a:ext uri="{FF2B5EF4-FFF2-40B4-BE49-F238E27FC236}">
                <a16:creationId xmlns:a16="http://schemas.microsoft.com/office/drawing/2014/main" id="{F2CE0428-7B2B-4858-8106-4B7F9D55BD83}"/>
              </a:ext>
            </a:extLst>
          </p:cNvPr>
          <p:cNvGraphicFramePr>
            <a:graphicFrameLocks noGrp="1"/>
          </p:cNvGraphicFramePr>
          <p:nvPr>
            <p:extLst>
              <p:ext uri="{D42A27DB-BD31-4B8C-83A1-F6EECF244321}">
                <p14:modId xmlns:p14="http://schemas.microsoft.com/office/powerpoint/2010/main" val="286549055"/>
              </p:ext>
            </p:extLst>
          </p:nvPr>
        </p:nvGraphicFramePr>
        <p:xfrm>
          <a:off x="478465" y="2189457"/>
          <a:ext cx="11354283" cy="4432371"/>
        </p:xfrm>
        <a:graphic>
          <a:graphicData uri="http://schemas.openxmlformats.org/drawingml/2006/table">
            <a:tbl>
              <a:tblPr firstRow="1" bandRow="1">
                <a:tableStyleId>{ED083AE6-46FA-4A59-8FB0-9F97EB10719F}</a:tableStyleId>
              </a:tblPr>
              <a:tblGrid>
                <a:gridCol w="4432631">
                  <a:extLst>
                    <a:ext uri="{9D8B030D-6E8A-4147-A177-3AD203B41FA5}">
                      <a16:colId xmlns:a16="http://schemas.microsoft.com/office/drawing/2014/main" val="1815314248"/>
                    </a:ext>
                  </a:extLst>
                </a:gridCol>
                <a:gridCol w="6921652">
                  <a:extLst>
                    <a:ext uri="{9D8B030D-6E8A-4147-A177-3AD203B41FA5}">
                      <a16:colId xmlns:a16="http://schemas.microsoft.com/office/drawing/2014/main" val="388629186"/>
                    </a:ext>
                  </a:extLst>
                </a:gridCol>
              </a:tblGrid>
              <a:tr h="432992">
                <a:tc>
                  <a:txBody>
                    <a:bodyPr/>
                    <a:lstStyle/>
                    <a:p>
                      <a:r>
                        <a:rPr lang="en-US" sz="1600" noProof="0">
                          <a:solidFill>
                            <a:schemeClr val="bg1"/>
                          </a:solidFill>
                          <a:latin typeface="+mn-lt"/>
                          <a:cs typeface="Arial" panose="020B0604020202020204" pitchFamily="34" charset="0"/>
                        </a:rPr>
                        <a:t>DEFINITION</a:t>
                      </a:r>
                    </a:p>
                  </a:txBody>
                  <a:tcPr>
                    <a:solidFill>
                      <a:srgbClr val="00B0F0"/>
                    </a:solidFill>
                  </a:tcPr>
                </a:tc>
                <a:tc>
                  <a:txBody>
                    <a:bodyPr/>
                    <a:lstStyle/>
                    <a:p>
                      <a:r>
                        <a:rPr lang="en-US" sz="1600" noProof="0">
                          <a:solidFill>
                            <a:schemeClr val="bg1"/>
                          </a:solidFill>
                          <a:latin typeface="+mn-lt"/>
                          <a:cs typeface="Arial" panose="020B0604020202020204" pitchFamily="34" charset="0"/>
                        </a:rPr>
                        <a:t>EXAMPLE</a:t>
                      </a:r>
                    </a:p>
                  </a:txBody>
                  <a:tcPr>
                    <a:solidFill>
                      <a:srgbClr val="00B0F0"/>
                    </a:solidFill>
                  </a:tcPr>
                </a:tc>
                <a:extLst>
                  <a:ext uri="{0D108BD9-81ED-4DB2-BD59-A6C34878D82A}">
                    <a16:rowId xmlns:a16="http://schemas.microsoft.com/office/drawing/2014/main" val="886218946"/>
                  </a:ext>
                </a:extLst>
              </a:tr>
              <a:tr h="432992">
                <a:tc>
                  <a:txBody>
                    <a:bodyPr/>
                    <a:lstStyle/>
                    <a:p>
                      <a:r>
                        <a:rPr lang="en-US" sz="1600" b="1" noProof="0">
                          <a:solidFill>
                            <a:srgbClr val="172859"/>
                          </a:solidFill>
                          <a:latin typeface="+mn-lt"/>
                          <a:cs typeface="Arial" panose="020B0604020202020204" pitchFamily="34" charset="0"/>
                        </a:rPr>
                        <a:t>MEASURE (method)</a:t>
                      </a:r>
                    </a:p>
                  </a:txBody>
                  <a:tcPr/>
                </a:tc>
                <a:tc>
                  <a:txBody>
                    <a:bodyPr/>
                    <a:lstStyle/>
                    <a:p>
                      <a:r>
                        <a:rPr lang="en-GB" sz="1600" noProof="0">
                          <a:solidFill>
                            <a:srgbClr val="172859"/>
                          </a:solidFill>
                          <a:latin typeface="+mn-lt"/>
                          <a:cs typeface="Arial" panose="020B0604020202020204" pitchFamily="34" charset="0"/>
                        </a:rPr>
                        <a:t>Number of requests not completed correctly.</a:t>
                      </a:r>
                      <a:endParaRPr lang="en-US" sz="1600" noProof="0">
                        <a:solidFill>
                          <a:srgbClr val="172859"/>
                        </a:solidFill>
                        <a:latin typeface="+mn-lt"/>
                        <a:cs typeface="Arial" panose="020B0604020202020204" pitchFamily="34" charset="0"/>
                      </a:endParaRPr>
                    </a:p>
                  </a:txBody>
                  <a:tcPr/>
                </a:tc>
                <a:extLst>
                  <a:ext uri="{0D108BD9-81ED-4DB2-BD59-A6C34878D82A}">
                    <a16:rowId xmlns:a16="http://schemas.microsoft.com/office/drawing/2014/main" val="3474903159"/>
                  </a:ext>
                </a:extLst>
              </a:tr>
              <a:tr h="432992">
                <a:tc>
                  <a:txBody>
                    <a:bodyPr/>
                    <a:lstStyle/>
                    <a:p>
                      <a:r>
                        <a:rPr lang="en-US" sz="1600" b="1" noProof="0">
                          <a:solidFill>
                            <a:srgbClr val="172859"/>
                          </a:solidFill>
                          <a:latin typeface="+mn-lt"/>
                          <a:cs typeface="Arial" panose="020B0604020202020204" pitchFamily="34" charset="0"/>
                        </a:rPr>
                        <a:t>OPERATIONAL DEFINITION (defined)</a:t>
                      </a:r>
                    </a:p>
                  </a:txBody>
                  <a:tcPr/>
                </a:tc>
                <a:tc>
                  <a:txBody>
                    <a:bodyPr/>
                    <a:lstStyle/>
                    <a:p>
                      <a:r>
                        <a:rPr lang="en-GB" sz="1600" noProof="0">
                          <a:solidFill>
                            <a:srgbClr val="172859"/>
                          </a:solidFill>
                          <a:latin typeface="+mn-lt"/>
                          <a:cs typeface="Arial" panose="020B0604020202020204" pitchFamily="34" charset="0"/>
                        </a:rPr>
                        <a:t>A request is considered “not completed correctly” if it requires rework, correction, or resubmission.</a:t>
                      </a:r>
                      <a:endParaRPr lang="en-US" sz="1600" noProof="0">
                        <a:solidFill>
                          <a:srgbClr val="172859"/>
                        </a:solidFill>
                        <a:latin typeface="+mn-lt"/>
                        <a:cs typeface="Arial" panose="020B0604020202020204" pitchFamily="34" charset="0"/>
                      </a:endParaRPr>
                    </a:p>
                  </a:txBody>
                  <a:tcPr/>
                </a:tc>
                <a:extLst>
                  <a:ext uri="{0D108BD9-81ED-4DB2-BD59-A6C34878D82A}">
                    <a16:rowId xmlns:a16="http://schemas.microsoft.com/office/drawing/2014/main" val="4011462862"/>
                  </a:ext>
                </a:extLst>
              </a:tr>
              <a:tr h="432992">
                <a:tc>
                  <a:txBody>
                    <a:bodyPr/>
                    <a:lstStyle/>
                    <a:p>
                      <a:r>
                        <a:rPr lang="en-US" sz="1600" b="1" noProof="0">
                          <a:solidFill>
                            <a:srgbClr val="172859"/>
                          </a:solidFill>
                          <a:latin typeface="+mn-lt"/>
                          <a:cs typeface="Arial"/>
                        </a:rPr>
                        <a:t>UNIT (how)</a:t>
                      </a:r>
                    </a:p>
                  </a:txBody>
                  <a:tcPr/>
                </a:tc>
                <a:tc>
                  <a:txBody>
                    <a:bodyPr/>
                    <a:lstStyle/>
                    <a:p>
                      <a:r>
                        <a:rPr lang="en-GB" sz="1600" noProof="0">
                          <a:solidFill>
                            <a:srgbClr val="172859"/>
                          </a:solidFill>
                          <a:latin typeface="+mn-lt"/>
                          <a:cs typeface="Arial" panose="020B0604020202020204" pitchFamily="34" charset="0"/>
                        </a:rPr>
                        <a:t>Count (#) and % of total requests.</a:t>
                      </a:r>
                      <a:endParaRPr lang="en-US" sz="1600" noProof="0">
                        <a:solidFill>
                          <a:srgbClr val="172859"/>
                        </a:solidFill>
                        <a:latin typeface="+mn-lt"/>
                        <a:cs typeface="Arial" panose="020B0604020202020204" pitchFamily="34" charset="0"/>
                      </a:endParaRPr>
                    </a:p>
                  </a:txBody>
                  <a:tcPr/>
                </a:tc>
                <a:extLst>
                  <a:ext uri="{0D108BD9-81ED-4DB2-BD59-A6C34878D82A}">
                    <a16:rowId xmlns:a16="http://schemas.microsoft.com/office/drawing/2014/main" val="2823669359"/>
                  </a:ext>
                </a:extLst>
              </a:tr>
              <a:tr h="676179">
                <a:tc>
                  <a:txBody>
                    <a:bodyPr/>
                    <a:lstStyle/>
                    <a:p>
                      <a:r>
                        <a:rPr lang="en-GB" sz="1600" b="1" noProof="0">
                          <a:solidFill>
                            <a:srgbClr val="172859"/>
                          </a:solidFill>
                          <a:latin typeface="+mn-lt"/>
                          <a:cs typeface="Arial" panose="020B0604020202020204" pitchFamily="34" charset="0"/>
                        </a:rPr>
                        <a:t>WHY (purpose)</a:t>
                      </a:r>
                      <a:endParaRPr lang="en-US" sz="1600" b="1" noProof="0">
                        <a:solidFill>
                          <a:srgbClr val="172859"/>
                        </a:solidFill>
                        <a:latin typeface="+mn-lt"/>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noProof="0">
                          <a:solidFill>
                            <a:srgbClr val="172859"/>
                          </a:solidFill>
                          <a:latin typeface="+mn-lt"/>
                          <a:cs typeface="Arial" panose="020B0604020202020204" pitchFamily="34" charset="0"/>
                        </a:rPr>
                        <a:t>To understand the volume of errors and identify trends or common causes of failure.</a:t>
                      </a:r>
                      <a:endParaRPr lang="en-US" sz="1600" noProof="0">
                        <a:solidFill>
                          <a:srgbClr val="172859"/>
                        </a:solidFill>
                        <a:latin typeface="+mn-lt"/>
                        <a:cs typeface="Arial" panose="020B0604020202020204" pitchFamily="34" charset="0"/>
                      </a:endParaRPr>
                    </a:p>
                  </a:txBody>
                  <a:tcPr/>
                </a:tc>
                <a:extLst>
                  <a:ext uri="{0D108BD9-81ED-4DB2-BD59-A6C34878D82A}">
                    <a16:rowId xmlns:a16="http://schemas.microsoft.com/office/drawing/2014/main" val="1235970473"/>
                  </a:ext>
                </a:extLst>
              </a:tr>
              <a:tr h="4329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a:solidFill>
                            <a:srgbClr val="172859"/>
                          </a:solidFill>
                          <a:latin typeface="+mn-lt"/>
                          <a:cs typeface="Arial" panose="020B0604020202020204" pitchFamily="34" charset="0"/>
                        </a:rPr>
                        <a:t>WHO (responsible)</a:t>
                      </a:r>
                    </a:p>
                  </a:txBody>
                  <a:tcPr/>
                </a:tc>
                <a:tc>
                  <a:txBody>
                    <a:bodyPr/>
                    <a:lstStyle/>
                    <a:p>
                      <a:r>
                        <a:rPr lang="en-GB" sz="1600" noProof="0">
                          <a:solidFill>
                            <a:srgbClr val="172859"/>
                          </a:solidFill>
                          <a:latin typeface="+mn-lt"/>
                          <a:cs typeface="Arial" panose="020B0604020202020204" pitchFamily="34" charset="0"/>
                        </a:rPr>
                        <a:t>Name of person responsible for data collection.</a:t>
                      </a:r>
                      <a:endParaRPr lang="en-US" sz="1600" noProof="0">
                        <a:solidFill>
                          <a:srgbClr val="172859"/>
                        </a:solidFill>
                        <a:latin typeface="+mn-lt"/>
                        <a:cs typeface="Arial" panose="020B0604020202020204" pitchFamily="34" charset="0"/>
                      </a:endParaRPr>
                    </a:p>
                  </a:txBody>
                  <a:tcPr/>
                </a:tc>
                <a:extLst>
                  <a:ext uri="{0D108BD9-81ED-4DB2-BD59-A6C34878D82A}">
                    <a16:rowId xmlns:a16="http://schemas.microsoft.com/office/drawing/2014/main" val="42540836"/>
                  </a:ext>
                </a:extLst>
              </a:tr>
              <a:tr h="432992">
                <a:tc>
                  <a:txBody>
                    <a:bodyPr/>
                    <a:lstStyle/>
                    <a:p>
                      <a:r>
                        <a:rPr lang="en-US" sz="1600" b="1" noProof="0">
                          <a:solidFill>
                            <a:srgbClr val="172859"/>
                          </a:solidFill>
                          <a:latin typeface="+mn-lt"/>
                          <a:cs typeface="Arial" panose="020B0604020202020204" pitchFamily="34" charset="0"/>
                        </a:rPr>
                        <a:t>HOW (method)</a:t>
                      </a:r>
                    </a:p>
                  </a:txBody>
                  <a:tcPr/>
                </a:tc>
                <a:tc>
                  <a:txBody>
                    <a:bodyPr/>
                    <a:lstStyle/>
                    <a:p>
                      <a:r>
                        <a:rPr lang="en-GB" sz="1600" noProof="0">
                          <a:solidFill>
                            <a:srgbClr val="172859"/>
                          </a:solidFill>
                          <a:latin typeface="+mn-lt"/>
                          <a:cs typeface="Arial" panose="020B0604020202020204" pitchFamily="34" charset="0"/>
                        </a:rPr>
                        <a:t>System reports, manual logs, or workflow tracking tools.</a:t>
                      </a:r>
                      <a:endParaRPr lang="en-US" sz="1600" noProof="0">
                        <a:solidFill>
                          <a:srgbClr val="172859"/>
                        </a:solidFill>
                        <a:latin typeface="+mn-lt"/>
                        <a:cs typeface="Arial" panose="020B0604020202020204" pitchFamily="34" charset="0"/>
                      </a:endParaRPr>
                    </a:p>
                  </a:txBody>
                  <a:tcPr/>
                </a:tc>
                <a:extLst>
                  <a:ext uri="{0D108BD9-81ED-4DB2-BD59-A6C34878D82A}">
                    <a16:rowId xmlns:a16="http://schemas.microsoft.com/office/drawing/2014/main" val="2840827166"/>
                  </a:ext>
                </a:extLst>
              </a:tr>
              <a:tr h="432992">
                <a:tc>
                  <a:txBody>
                    <a:bodyPr/>
                    <a:lstStyle/>
                    <a:p>
                      <a:r>
                        <a:rPr lang="en-US" sz="1600" b="1" noProof="0">
                          <a:solidFill>
                            <a:srgbClr val="172859"/>
                          </a:solidFill>
                          <a:latin typeface="+mn-lt"/>
                          <a:cs typeface="Arial" panose="020B0604020202020204" pitchFamily="34" charset="0"/>
                        </a:rPr>
                        <a:t>WHEN (frequency/sample size)</a:t>
                      </a:r>
                    </a:p>
                  </a:txBody>
                  <a:tcPr/>
                </a:tc>
                <a:tc>
                  <a:txBody>
                    <a:bodyPr/>
                    <a:lstStyle/>
                    <a:p>
                      <a:r>
                        <a:rPr lang="en-GB" sz="1600" noProof="0">
                          <a:solidFill>
                            <a:srgbClr val="172859"/>
                          </a:solidFill>
                          <a:latin typeface="+mn-lt"/>
                          <a:cs typeface="Arial" panose="020B0604020202020204" pitchFamily="34" charset="0"/>
                        </a:rPr>
                        <a:t>Daily recording, with weekly review.</a:t>
                      </a:r>
                      <a:endParaRPr lang="en-US" sz="1600" noProof="0">
                        <a:solidFill>
                          <a:srgbClr val="172859"/>
                        </a:solidFill>
                        <a:latin typeface="+mn-lt"/>
                        <a:cs typeface="Arial" panose="020B0604020202020204" pitchFamily="34" charset="0"/>
                      </a:endParaRPr>
                    </a:p>
                  </a:txBody>
                  <a:tcPr/>
                </a:tc>
                <a:extLst>
                  <a:ext uri="{0D108BD9-81ED-4DB2-BD59-A6C34878D82A}">
                    <a16:rowId xmlns:a16="http://schemas.microsoft.com/office/drawing/2014/main" val="4243974469"/>
                  </a:ext>
                </a:extLst>
              </a:tr>
              <a:tr h="432992">
                <a:tc>
                  <a:txBody>
                    <a:bodyPr/>
                    <a:lstStyle/>
                    <a:p>
                      <a:pPr marL="0" algn="l" defTabSz="914400" rtl="0" eaLnBrk="1" latinLnBrk="0" hangingPunct="1"/>
                      <a:r>
                        <a:rPr lang="en-GB" sz="1600" b="1" kern="1200">
                          <a:solidFill>
                            <a:srgbClr val="172859"/>
                          </a:solidFill>
                          <a:latin typeface="+mn-lt"/>
                          <a:ea typeface="+mn-ea"/>
                          <a:cs typeface="Arial" panose="020B0604020202020204" pitchFamily="34" charset="0"/>
                        </a:rPr>
                        <a:t>WHERE (location/source)</a:t>
                      </a:r>
                      <a:endParaRPr lang="en-US" sz="1600" b="1" kern="1200">
                        <a:solidFill>
                          <a:srgbClr val="172859"/>
                        </a:solidFill>
                        <a:latin typeface="+mn-lt"/>
                        <a:ea typeface="+mn-ea"/>
                        <a:cs typeface="Arial" panose="020B0604020202020204" pitchFamily="34" charset="0"/>
                      </a:endParaRPr>
                    </a:p>
                  </a:txBody>
                  <a:tcPr/>
                </a:tc>
                <a:tc>
                  <a:txBody>
                    <a:bodyPr/>
                    <a:lstStyle/>
                    <a:p>
                      <a:pPr marL="0" algn="l" defTabSz="914400" rtl="0" eaLnBrk="1" latinLnBrk="0" hangingPunct="1"/>
                      <a:r>
                        <a:rPr lang="en-GB" sz="1600" kern="1200">
                          <a:solidFill>
                            <a:srgbClr val="172859"/>
                          </a:solidFill>
                          <a:latin typeface="+mn-lt"/>
                          <a:ea typeface="+mn-ea"/>
                          <a:cs typeface="Arial" panose="020B0604020202020204" pitchFamily="34" charset="0"/>
                        </a:rPr>
                        <a:t>Operational system, shared service platform, or data reporting tool (e.g. CRM, ERP, ticketing system).</a:t>
                      </a:r>
                      <a:endParaRPr lang="en-US" sz="1600" kern="1200">
                        <a:solidFill>
                          <a:srgbClr val="172859"/>
                        </a:solidFill>
                        <a:latin typeface="+mn-lt"/>
                        <a:ea typeface="+mn-ea"/>
                        <a:cs typeface="Arial" panose="020B0604020202020204" pitchFamily="34" charset="0"/>
                      </a:endParaRPr>
                    </a:p>
                  </a:txBody>
                  <a:tcPr/>
                </a:tc>
                <a:extLst>
                  <a:ext uri="{0D108BD9-81ED-4DB2-BD59-A6C34878D82A}">
                    <a16:rowId xmlns:a16="http://schemas.microsoft.com/office/drawing/2014/main" val="3787503166"/>
                  </a:ext>
                </a:extLst>
              </a:tr>
            </a:tbl>
          </a:graphicData>
        </a:graphic>
      </p:graphicFrame>
    </p:spTree>
    <p:extLst>
      <p:ext uri="{BB962C8B-B14F-4D97-AF65-F5344CB8AC3E}">
        <p14:creationId xmlns:p14="http://schemas.microsoft.com/office/powerpoint/2010/main" val="29545230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B385ADB-EC3C-0340-A3B5-5A2E763A22AF}"/>
              </a:ext>
            </a:extLst>
          </p:cNvPr>
          <p:cNvSpPr>
            <a:spLocks noGrp="1"/>
          </p:cNvSpPr>
          <p:nvPr>
            <p:ph type="body" sz="quarter" idx="10"/>
          </p:nvPr>
        </p:nvSpPr>
        <p:spPr>
          <a:xfrm>
            <a:off x="533400" y="1534622"/>
            <a:ext cx="5562600" cy="4216539"/>
          </a:xfrm>
        </p:spPr>
        <p:txBody>
          <a:bodyPr/>
          <a:lstStyle/>
          <a:p>
            <a:r>
              <a:rPr lang="en-US">
                <a:latin typeface="Trebuchet MS" panose="020B0603020202020204" pitchFamily="34" charset="0"/>
              </a:rPr>
              <a:t>Thank you</a:t>
            </a:r>
          </a:p>
          <a:p>
            <a:endParaRPr lang="en-US" sz="2400" b="0">
              <a:latin typeface="Trebuchet MS" panose="020B0603020202020204" pitchFamily="34" charset="0"/>
            </a:endParaRPr>
          </a:p>
          <a:p>
            <a:r>
              <a:rPr lang="en-US" sz="2400" b="0">
                <a:latin typeface="Trebuchet MS" panose="020B0603020202020204" pitchFamily="34" charset="0"/>
              </a:rPr>
              <a:t>Thank you for your participation. You have now completed the learning for this module. </a:t>
            </a:r>
          </a:p>
          <a:p>
            <a:endParaRPr lang="en-US" sz="2400" b="0">
              <a:latin typeface="Trebuchet MS" panose="020B0603020202020204" pitchFamily="34" charset="0"/>
            </a:endParaRPr>
          </a:p>
          <a:p>
            <a:r>
              <a:rPr lang="en-US" sz="2400" b="0">
                <a:latin typeface="Trebuchet MS" panose="020B0603020202020204" pitchFamily="34" charset="0"/>
              </a:rPr>
              <a:t>Once your attendance has been captured, your module end test will be available. Slides for this session will also be available for review. </a:t>
            </a:r>
          </a:p>
        </p:txBody>
      </p:sp>
      <p:sp>
        <p:nvSpPr>
          <p:cNvPr id="6" name="Rectangle 5">
            <a:extLst>
              <a:ext uri="{FF2B5EF4-FFF2-40B4-BE49-F238E27FC236}">
                <a16:creationId xmlns:a16="http://schemas.microsoft.com/office/drawing/2014/main" id="{22FCE6DB-793A-EB37-1422-6EB8844E720D}"/>
              </a:ext>
            </a:extLst>
          </p:cNvPr>
          <p:cNvSpPr/>
          <p:nvPr/>
        </p:nvSpPr>
        <p:spPr>
          <a:xfrm>
            <a:off x="213756" y="5652655"/>
            <a:ext cx="2458192" cy="926275"/>
          </a:xfrm>
          <a:prstGeom prst="rect">
            <a:avLst/>
          </a:prstGeom>
          <a:solidFill>
            <a:srgbClr val="2440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Trebuchet MS" panose="020B0603020202020204" pitchFamily="34" charset="0"/>
            </a:endParaRPr>
          </a:p>
        </p:txBody>
      </p:sp>
    </p:spTree>
    <p:custDataLst>
      <p:tags r:id="rId1"/>
    </p:custDataLst>
    <p:extLst>
      <p:ext uri="{BB962C8B-B14F-4D97-AF65-F5344CB8AC3E}">
        <p14:creationId xmlns:p14="http://schemas.microsoft.com/office/powerpoint/2010/main" val="7152966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Ingeus Generic">
  <a:themeElements>
    <a:clrScheme name="Custom 5">
      <a:dk1>
        <a:srgbClr val="6B635B"/>
      </a:dk1>
      <a:lt1>
        <a:srgbClr val="FFFFFF"/>
      </a:lt1>
      <a:dk2>
        <a:srgbClr val="F58233"/>
      </a:dk2>
      <a:lt2>
        <a:srgbClr val="FBBA00"/>
      </a:lt2>
      <a:accent1>
        <a:srgbClr val="EC008C"/>
      </a:accent1>
      <a:accent2>
        <a:srgbClr val="8DC63F"/>
      </a:accent2>
      <a:accent3>
        <a:srgbClr val="00AF74"/>
      </a:accent3>
      <a:accent4>
        <a:srgbClr val="27AAE1"/>
      </a:accent4>
      <a:accent5>
        <a:srgbClr val="2B3990"/>
      </a:accent5>
      <a:accent6>
        <a:srgbClr val="9FA1A2"/>
      </a:accent6>
      <a:hlink>
        <a:srgbClr val="6B635B"/>
      </a:hlink>
      <a:folHlink>
        <a:srgbClr val="6B635B"/>
      </a:folHlink>
    </a:clrScheme>
    <a:fontScheme name="Custom 7">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8982c3a-aa8a-40f4-beae-7464567f5c95">
      <Terms xmlns="http://schemas.microsoft.com/office/infopath/2007/PartnerControls"/>
    </lcf76f155ced4ddcb4097134ff3c332f>
    <TaxCatchAll xmlns="5f2719aa-8549-4aa0-9718-54854450c270"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5D28FA20BD2FE48BF0090F2482EA240" ma:contentTypeVersion="12" ma:contentTypeDescription="Create a new document." ma:contentTypeScope="" ma:versionID="2fa18cf9dfb3640b544f21b035a49950">
  <xsd:schema xmlns:xsd="http://www.w3.org/2001/XMLSchema" xmlns:xs="http://www.w3.org/2001/XMLSchema" xmlns:p="http://schemas.microsoft.com/office/2006/metadata/properties" xmlns:ns2="c8982c3a-aa8a-40f4-beae-7464567f5c95" xmlns:ns3="5f2719aa-8549-4aa0-9718-54854450c270" targetNamespace="http://schemas.microsoft.com/office/2006/metadata/properties" ma:root="true" ma:fieldsID="1514f7be33d9c2f3fc87f8d7868ccd8c" ns2:_="" ns3:_="">
    <xsd:import namespace="c8982c3a-aa8a-40f4-beae-7464567f5c95"/>
    <xsd:import namespace="5f2719aa-8549-4aa0-9718-54854450c27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982c3a-aa8a-40f4-beae-7464567f5c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1e537eb2-d2b7-44a8-833a-5538858146a5"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f2719aa-8549-4aa0-9718-54854450c270"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53a8935-bef3-42e8-a216-44c478a2c40c}" ma:internalName="TaxCatchAll" ma:showField="CatchAllData" ma:web="5f2719aa-8549-4aa0-9718-54854450c2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E0AEA08-BF45-4C02-8466-9F33D89780DF}">
  <ds:schemaRefs>
    <ds:schemaRef ds:uri="http://schemas.microsoft.com/sharepoint/v3/contenttype/forms"/>
  </ds:schemaRefs>
</ds:datastoreItem>
</file>

<file path=customXml/itemProps2.xml><?xml version="1.0" encoding="utf-8"?>
<ds:datastoreItem xmlns:ds="http://schemas.openxmlformats.org/officeDocument/2006/customXml" ds:itemID="{6C3A51D0-7C6A-4D2B-8829-36E1ED29FFDC}">
  <ds:schemaRefs>
    <ds:schemaRef ds:uri="http://purl.org/dc/terms/"/>
    <ds:schemaRef ds:uri="http://purl.org/dc/dcmitype/"/>
    <ds:schemaRef ds:uri="http://schemas.openxmlformats.org/package/2006/metadata/core-properties"/>
    <ds:schemaRef ds:uri="http://purl.org/dc/elements/1.1/"/>
    <ds:schemaRef ds:uri="4867e260-efc0-4c04-89a7-fe69bd504a77"/>
    <ds:schemaRef ds:uri="http://schemas.microsoft.com/office/2006/documentManagement/types"/>
    <ds:schemaRef ds:uri="http://schemas.microsoft.com/office/2006/metadata/properties"/>
    <ds:schemaRef ds:uri="http://schemas.microsoft.com/office/infopath/2007/PartnerControls"/>
    <ds:schemaRef ds:uri="http://www.w3.org/XML/1998/namespace"/>
    <ds:schemaRef ds:uri="c8982c3a-aa8a-40f4-beae-7464567f5c95"/>
    <ds:schemaRef ds:uri="5f2719aa-8549-4aa0-9718-54854450c270"/>
  </ds:schemaRefs>
</ds:datastoreItem>
</file>

<file path=customXml/itemProps3.xml><?xml version="1.0" encoding="utf-8"?>
<ds:datastoreItem xmlns:ds="http://schemas.openxmlformats.org/officeDocument/2006/customXml" ds:itemID="{767A5410-500C-4905-A217-C133E246BD5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982c3a-aa8a-40f4-beae-7464567f5c95"/>
    <ds:schemaRef ds:uri="5f2719aa-8549-4aa0-9718-54854450c27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64</TotalTime>
  <Words>6732</Words>
  <Application>Microsoft Office PowerPoint</Application>
  <PresentationFormat>Widescreen</PresentationFormat>
  <Paragraphs>529</Paragraphs>
  <Slides>33</Slides>
  <Notes>33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33</vt:i4>
      </vt:variant>
    </vt:vector>
  </HeadingPairs>
  <TitlesOfParts>
    <vt:vector size="40" baseType="lpstr">
      <vt:lpstr>Arial</vt:lpstr>
      <vt:lpstr>Calibri</vt:lpstr>
      <vt:lpstr>Courier New</vt:lpstr>
      <vt:lpstr>Trebuchet MS</vt:lpstr>
      <vt:lpstr>Wingdings</vt:lpstr>
      <vt:lpstr>Ingeus Generic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Measure the process</dc:title>
  <dc:creator>Steven Foster</dc:creator>
  <cp:lastModifiedBy>Steven Foster</cp:lastModifiedBy>
  <cp:revision>2</cp:revision>
  <dcterms:created xsi:type="dcterms:W3CDTF">2026-09-08T11:14:22Z</dcterms:created>
  <dcterms:modified xsi:type="dcterms:W3CDTF">2026-09-22T12:47:10Z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0x01010035D28FA20BD2FE48BF0090F2482EA240</vt:lpwstr>
  </property>
  <property fmtid="{D5CDD505-2E9C-101B-9397-08002B2CF9AE}" pid="3" name="MSIP_Label_03429321-b149-4a39-bd49-743598a7657b_Enabled">
    <vt:lpwstr>true</vt:lpwstr>
  </property>
  <property fmtid="{D5CDD505-2E9C-101B-9397-08002B2CF9AE}" pid="4" name="MSIP_Label_03429321-b149-4a39-bd49-743598a7657b_SetDate">
    <vt:lpwstr>2022-04-16T06:31:01Z</vt:lpwstr>
  </property>
  <property fmtid="{D5CDD505-2E9C-101B-9397-08002B2CF9AE}" pid="5" name="MSIP_Label_03429321-b149-4a39-bd49-743598a7657b_Method">
    <vt:lpwstr>Privileged</vt:lpwstr>
  </property>
  <property fmtid="{D5CDD505-2E9C-101B-9397-08002B2CF9AE}" pid="6" name="MSIP_Label_03429321-b149-4a39-bd49-743598a7657b_Name">
    <vt:lpwstr>Internal</vt:lpwstr>
  </property>
  <property fmtid="{D5CDD505-2E9C-101B-9397-08002B2CF9AE}" pid="7" name="MSIP_Label_03429321-b149-4a39-bd49-743598a7657b_SiteId">
    <vt:lpwstr>5090ac83-b577-4b0b-9a7d-be03f24a6c0c</vt:lpwstr>
  </property>
  <property fmtid="{D5CDD505-2E9C-101B-9397-08002B2CF9AE}" pid="8" name="MSIP_Label_03429321-b149-4a39-bd49-743598a7657b_ActionId">
    <vt:lpwstr>37e84fa7-fb5c-465a-b937-35c0a8952bdb</vt:lpwstr>
  </property>
  <property fmtid="{D5CDD505-2E9C-101B-9397-08002B2CF9AE}" pid="9" name="MSIP_Label_03429321-b149-4a39-bd49-743598a7657b_ContentBits">
    <vt:lpwstr>0</vt:lpwstr>
  </property>
  <property fmtid="{D5CDD505-2E9C-101B-9397-08002B2CF9AE}" pid="10" name="MediaServiceImageTags">
    <vt:lpwstr/>
  </property>
</Properties>
</file>