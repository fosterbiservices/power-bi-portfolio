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tags/tag1.xml" ContentType="application/vnd.openxmlformats-officedocument.presentationml.tags+xml"/>
  <Override PartName="/ppt/notesSlides/notesSlide33.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79" r:id="rId5"/>
  </p:sldMasterIdLst>
  <p:notesMasterIdLst>
    <p:notesMasterId r:id="rId39"/>
  </p:notesMasterIdLst>
  <p:sldIdLst>
    <p:sldId id="291" r:id="rId6"/>
    <p:sldId id="292" r:id="rId7"/>
    <p:sldId id="308" r:id="rId8"/>
    <p:sldId id="296" r:id="rId9"/>
    <p:sldId id="261" r:id="rId10"/>
    <p:sldId id="1875" r:id="rId11"/>
    <p:sldId id="1876" r:id="rId12"/>
    <p:sldId id="448" r:id="rId13"/>
    <p:sldId id="1883" r:id="rId14"/>
    <p:sldId id="447" r:id="rId15"/>
    <p:sldId id="1877" r:id="rId16"/>
    <p:sldId id="1878" r:id="rId17"/>
    <p:sldId id="1869" r:id="rId18"/>
    <p:sldId id="449" r:id="rId19"/>
    <p:sldId id="1879" r:id="rId20"/>
    <p:sldId id="451" r:id="rId21"/>
    <p:sldId id="1870" r:id="rId22"/>
    <p:sldId id="452" r:id="rId23"/>
    <p:sldId id="453" r:id="rId24"/>
    <p:sldId id="1884" r:id="rId25"/>
    <p:sldId id="1886" r:id="rId26"/>
    <p:sldId id="1881" r:id="rId27"/>
    <p:sldId id="1871" r:id="rId28"/>
    <p:sldId id="1887" r:id="rId29"/>
    <p:sldId id="1872" r:id="rId30"/>
    <p:sldId id="454" r:id="rId31"/>
    <p:sldId id="1889" r:id="rId32"/>
    <p:sldId id="1880" r:id="rId33"/>
    <p:sldId id="458" r:id="rId34"/>
    <p:sldId id="1890" r:id="rId35"/>
    <p:sldId id="1882" r:id="rId36"/>
    <p:sldId id="457" r:id="rId37"/>
    <p:sldId id="269"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75780DC-B2A9-4971-8274-58387774E8A5}">
          <p14:sldIdLst>
            <p14:sldId id="291"/>
            <p14:sldId id="292"/>
            <p14:sldId id="308"/>
            <p14:sldId id="296"/>
            <p14:sldId id="261"/>
            <p14:sldId id="1875"/>
            <p14:sldId id="1876"/>
            <p14:sldId id="448"/>
            <p14:sldId id="1883"/>
            <p14:sldId id="447"/>
            <p14:sldId id="1877"/>
            <p14:sldId id="1878"/>
            <p14:sldId id="1869"/>
            <p14:sldId id="449"/>
            <p14:sldId id="1879"/>
            <p14:sldId id="451"/>
            <p14:sldId id="1870"/>
            <p14:sldId id="452"/>
            <p14:sldId id="453"/>
            <p14:sldId id="1884"/>
            <p14:sldId id="1886"/>
            <p14:sldId id="1881"/>
            <p14:sldId id="1871"/>
            <p14:sldId id="1887"/>
            <p14:sldId id="1872"/>
            <p14:sldId id="454"/>
            <p14:sldId id="1889"/>
            <p14:sldId id="1880"/>
            <p14:sldId id="458"/>
            <p14:sldId id="1890"/>
            <p14:sldId id="1882"/>
            <p14:sldId id="457"/>
            <p14:sldId id="269"/>
          </p14:sldIdLst>
        </p14:section>
        <p14:section name="archive" id="{D5B3814F-9832-47A6-94A8-D9669A73B97D}">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E222813-7724-1D42-4B2C-3379BCCE06FA}" name="Collette Westerman" initials="CW" userId="S::collette.westerman@apmnet.us::70971be8-b4f5-4d64-968f-f4ff17e2e5d7" providerId="AD"/>
  <p188:author id="{AC282253-4FD2-1AE3-E96E-B1DC47324813}" name="Collette Westerman" initials="CW" userId="S::CWesterman@ingeus.co.uk::a207cbfe-ed5d-43cc-8115-c956b16f173a" providerId="AD"/>
  <p188:author id="{09F2ECA0-26A8-7578-492D-90B644F47049}" name="Kathryn Hunter" initials="KH" userId="S::kathryn.hunter@apmnet.us::839972a9-d21b-428c-87ba-d117b348d05a" providerId="AD"/>
  <p188:author id="{D383E5A5-2255-06AB-3F51-F83E85683658}" name="Lisa Jasper" initials="LJ" userId="S::lisa.jasper@apmnet.us::8c711746-4ef3-45f3-ae7d-7f963619675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F74"/>
    <a:srgbClr val="EC008C"/>
    <a:srgbClr val="172859"/>
    <a:srgbClr val="FDBA1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6020" autoAdjust="0"/>
  </p:normalViewPr>
  <p:slideViewPr>
    <p:cSldViewPr snapToGrid="0">
      <p:cViewPr varScale="1">
        <p:scale>
          <a:sx n="85" d="100"/>
          <a:sy n="85" d="100"/>
        </p:scale>
        <p:origin x="155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theme" Target="theme/theme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presProps" Target="presProps.xml"/><Relationship Id="rId45" Type="http://schemas.microsoft.com/office/2018/10/relationships/authors" Target="author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ven Foster" userId="b197d458-afbd-42d6-89b1-f38d5c9fbecb" providerId="ADAL" clId="{4BFBAA04-0A30-404A-8E60-303A904DFABF}"/>
    <pc:docChg chg="undo custSel modSld">
      <pc:chgData name="Steven Foster" userId="b197d458-afbd-42d6-89b1-f38d5c9fbecb" providerId="ADAL" clId="{4BFBAA04-0A30-404A-8E60-303A904DFABF}" dt="2026-09-22T12:47:09.690" v="90" actId="20577"/>
      <pc:docMkLst>
        <pc:docMk/>
      </pc:docMkLst>
      <pc:sldChg chg="modSp mod">
        <pc:chgData name="Steven Foster" userId="b197d458-afbd-42d6-89b1-f38d5c9fbecb" providerId="ADAL" clId="{4BFBAA04-0A30-404A-8E60-303A904DFABF}" dt="2026-09-22T12:47:09.690" v="90" actId="20577"/>
        <pc:sldMkLst>
          <pc:docMk/>
          <pc:sldMk cId="3161517947" sldId="292"/>
        </pc:sldMkLst>
        <pc:spChg chg="mod">
          <ac:chgData name="Steven Foster" userId="b197d458-afbd-42d6-89b1-f38d5c9fbecb" providerId="ADAL" clId="{4BFBAA04-0A30-404A-8E60-303A904DFABF}" dt="2026-09-22T12:47:09.690" v="90" actId="20577"/>
          <ac:spMkLst>
            <pc:docMk/>
            <pc:sldMk cId="3161517947" sldId="292"/>
            <ac:spMk id="7" creationId="{3FF8775C-D23D-46B1-A586-AC0645F3760E}"/>
          </ac:spMkLst>
        </pc:spChg>
      </pc:sldChg>
      <pc:sldChg chg="modSp">
        <pc:chgData name="Steven Foster" userId="b197d458-afbd-42d6-89b1-f38d5c9fbecb" providerId="ADAL" clId="{4BFBAA04-0A30-404A-8E60-303A904DFABF}" dt="2026-09-16T13:15:48.785" v="0"/>
        <pc:sldMkLst>
          <pc:docMk/>
          <pc:sldMk cId="1996576383" sldId="449"/>
        </pc:sldMkLst>
        <pc:graphicFrameChg chg="mod">
          <ac:chgData name="Steven Foster" userId="b197d458-afbd-42d6-89b1-f38d5c9fbecb" providerId="ADAL" clId="{4BFBAA04-0A30-404A-8E60-303A904DFABF}" dt="2026-09-16T13:15:48.785" v="0"/>
          <ac:graphicFrameMkLst>
            <pc:docMk/>
            <pc:sldMk cId="1996576383" sldId="449"/>
            <ac:graphicFrameMk id="3" creationId="{2E9D9004-EBBD-4BE5-835C-A7AD606B20D0}"/>
          </ac:graphicFrameMkLst>
        </pc:graphicFrameChg>
      </pc:sldChg>
      <pc:sldChg chg="modAnim">
        <pc:chgData name="Steven Foster" userId="b197d458-afbd-42d6-89b1-f38d5c9fbecb" providerId="ADAL" clId="{4BFBAA04-0A30-404A-8E60-303A904DFABF}" dt="2026-09-16T13:16:32.835" v="1"/>
        <pc:sldMkLst>
          <pc:docMk/>
          <pc:sldMk cId="3587072226" sldId="451"/>
        </pc:sldMkLst>
      </pc:sldChg>
      <pc:sldChg chg="modAnim">
        <pc:chgData name="Steven Foster" userId="b197d458-afbd-42d6-89b1-f38d5c9fbecb" providerId="ADAL" clId="{4BFBAA04-0A30-404A-8E60-303A904DFABF}" dt="2026-09-16T13:26:16.935" v="88"/>
        <pc:sldMkLst>
          <pc:docMk/>
          <pc:sldMk cId="2685807340" sldId="452"/>
        </pc:sldMkLst>
      </pc:sldChg>
      <pc:sldChg chg="addSp delSp modSp mod addAnim delAnim modAnim">
        <pc:chgData name="Steven Foster" userId="b197d458-afbd-42d6-89b1-f38d5c9fbecb" providerId="ADAL" clId="{4BFBAA04-0A30-404A-8E60-303A904DFABF}" dt="2026-09-16T13:23:55.227" v="74"/>
        <pc:sldMkLst>
          <pc:docMk/>
          <pc:sldMk cId="3391802837" sldId="1879"/>
        </pc:sldMkLst>
        <pc:spChg chg="add del">
          <ac:chgData name="Steven Foster" userId="b197d458-afbd-42d6-89b1-f38d5c9fbecb" providerId="ADAL" clId="{4BFBAA04-0A30-404A-8E60-303A904DFABF}" dt="2026-09-16T13:23:08.608" v="40" actId="478"/>
          <ac:spMkLst>
            <pc:docMk/>
            <pc:sldMk cId="3391802837" sldId="1879"/>
            <ac:spMk id="13" creationId="{FF0C1CCE-7774-706C-B3E5-81BC2389BA9D}"/>
          </ac:spMkLst>
        </pc:spChg>
        <pc:spChg chg="mod">
          <ac:chgData name="Steven Foster" userId="b197d458-afbd-42d6-89b1-f38d5c9fbecb" providerId="ADAL" clId="{4BFBAA04-0A30-404A-8E60-303A904DFABF}" dt="2026-09-16T13:23:38.565" v="71" actId="20577"/>
          <ac:spMkLst>
            <pc:docMk/>
            <pc:sldMk cId="3391802837" sldId="1879"/>
            <ac:spMk id="16" creationId="{95C06C71-D9B6-2DAC-9D1A-24FF9E5296DC}"/>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1#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2D369AA-59C0-49E1-B55E-B70432456B9A}" type="doc">
      <dgm:prSet loTypeId="urn:microsoft.com/office/officeart/2005/8/layout/cycle8" loCatId="cycle" qsTypeId="urn:microsoft.com/office/officeart/2005/8/quickstyle/simple1#1" qsCatId="simple" csTypeId="urn:microsoft.com/office/officeart/2005/8/colors/accent1_2#1" csCatId="accent1" phldr="1"/>
      <dgm:spPr/>
      <dgm:t>
        <a:bodyPr/>
        <a:lstStyle/>
        <a:p>
          <a:endParaRPr lang="en-GB"/>
        </a:p>
      </dgm:t>
    </dgm:pt>
    <dgm:pt modelId="{D6618069-B0EC-4200-9E36-A2D5FA553F52}">
      <dgm:prSet phldrT="[Text]"/>
      <dgm:spPr>
        <a:xfrm>
          <a:off x="1062917" y="134435"/>
          <a:ext cx="1824320" cy="1824320"/>
        </a:xfrm>
        <a:prstGeom prst="pie">
          <a:avLst>
            <a:gd name="adj1" fmla="val 16200000"/>
            <a:gd name="adj2" fmla="val 20520000"/>
          </a:avLst>
        </a:prstGeom>
        <a:solidFill>
          <a:srgbClr val="00AF74"/>
        </a:solidFill>
        <a:ln w="12700" cap="flat" cmpd="sng" algn="ctr">
          <a:solidFill>
            <a:srgbClr val="FFFFFF">
              <a:hueOff val="0"/>
              <a:satOff val="0"/>
              <a:lumOff val="0"/>
              <a:alphaOff val="0"/>
            </a:srgbClr>
          </a:solidFill>
          <a:prstDash val="solid"/>
          <a:miter lim="800000"/>
        </a:ln>
        <a:effectLst/>
      </dgm:spPr>
      <dgm:t>
        <a:bodyPr/>
        <a:lstStyle/>
        <a:p>
          <a:pPr>
            <a:buNone/>
          </a:pPr>
          <a:r>
            <a:rPr lang="en-US" noProof="0">
              <a:solidFill>
                <a:srgbClr val="FFFFFF"/>
              </a:solidFill>
              <a:latin typeface="Arial" panose="020B0604020202020204" pitchFamily="34" charset="0"/>
              <a:ea typeface="+mn-ea"/>
              <a:cs typeface="Arial" panose="020B0604020202020204" pitchFamily="34" charset="0"/>
            </a:rPr>
            <a:t>Define</a:t>
          </a:r>
        </a:p>
      </dgm:t>
    </dgm:pt>
    <dgm:pt modelId="{893EE6D8-CE80-42FD-B96D-4B0C4CCFFA5F}" type="parTrans" cxnId="{804081B6-634C-48F7-BE19-0675DFCD041F}">
      <dgm:prSet/>
      <dgm:spPr/>
      <dgm:t>
        <a:bodyPr/>
        <a:lstStyle/>
        <a:p>
          <a:endParaRPr lang="en-GB"/>
        </a:p>
      </dgm:t>
    </dgm:pt>
    <dgm:pt modelId="{E2E703FF-F63F-4A79-96BF-A0500BFFB256}" type="sibTrans" cxnId="{804081B6-634C-48F7-BE19-0675DFCD041F}">
      <dgm:prSet/>
      <dgm:spPr/>
      <dgm:t>
        <a:bodyPr/>
        <a:lstStyle/>
        <a:p>
          <a:endParaRPr lang="en-GB"/>
        </a:p>
      </dgm:t>
    </dgm:pt>
    <dgm:pt modelId="{43434F5F-A1D0-4D7B-93B7-E3D3DB8C0F0B}">
      <dgm:prSet phldrT="[Text]"/>
      <dgm:spPr>
        <a:xfrm>
          <a:off x="1078554" y="183083"/>
          <a:ext cx="1824320" cy="1824320"/>
        </a:xfrm>
        <a:prstGeom prst="pie">
          <a:avLst>
            <a:gd name="adj1" fmla="val 20520000"/>
            <a:gd name="adj2" fmla="val 3240000"/>
          </a:avLst>
        </a:prstGeom>
        <a:solidFill>
          <a:srgbClr val="27AAE1"/>
        </a:solidFill>
        <a:ln w="12700" cap="flat" cmpd="sng" algn="ctr">
          <a:solidFill>
            <a:srgbClr val="FFFFFF">
              <a:hueOff val="0"/>
              <a:satOff val="0"/>
              <a:lumOff val="0"/>
              <a:alphaOff val="0"/>
            </a:srgbClr>
          </a:solidFill>
          <a:prstDash val="solid"/>
          <a:miter lim="800000"/>
        </a:ln>
        <a:effectLst/>
      </dgm:spPr>
      <dgm:t>
        <a:bodyPr/>
        <a:lstStyle/>
        <a:p>
          <a:pPr>
            <a:buNone/>
          </a:pPr>
          <a:r>
            <a:rPr lang="en-US" noProof="0">
              <a:solidFill>
                <a:srgbClr val="FFFFFF"/>
              </a:solidFill>
              <a:latin typeface="Trebuchet MS"/>
              <a:ea typeface="+mn-ea"/>
              <a:cs typeface="+mn-cs"/>
            </a:rPr>
            <a:t>Measure</a:t>
          </a:r>
        </a:p>
      </dgm:t>
    </dgm:pt>
    <dgm:pt modelId="{CC653188-7757-47F5-980D-2F580D5D046C}" type="parTrans" cxnId="{65D8C6C9-1A10-491C-9E4D-E64E01660637}">
      <dgm:prSet/>
      <dgm:spPr/>
      <dgm:t>
        <a:bodyPr/>
        <a:lstStyle/>
        <a:p>
          <a:endParaRPr lang="en-GB"/>
        </a:p>
      </dgm:t>
    </dgm:pt>
    <dgm:pt modelId="{BAD65EFA-967E-4883-AE14-C7953EF71C1F}" type="sibTrans" cxnId="{65D8C6C9-1A10-491C-9E4D-E64E01660637}">
      <dgm:prSet/>
      <dgm:spPr/>
      <dgm:t>
        <a:bodyPr/>
        <a:lstStyle/>
        <a:p>
          <a:endParaRPr lang="en-GB"/>
        </a:p>
      </dgm:t>
    </dgm:pt>
    <dgm:pt modelId="{27BF821D-2F3E-49CD-9B37-04D0FA768287}">
      <dgm:prSet phldrT="[Text]"/>
      <dgm:spPr>
        <a:xfrm>
          <a:off x="1037289" y="213054"/>
          <a:ext cx="1824320" cy="1824320"/>
        </a:xfrm>
        <a:prstGeom prst="pie">
          <a:avLst>
            <a:gd name="adj1" fmla="val 3240000"/>
            <a:gd name="adj2" fmla="val 7560000"/>
          </a:avLst>
        </a:prstGeom>
        <a:solidFill>
          <a:srgbClr val="EC008C"/>
        </a:solidFill>
        <a:ln w="12700" cap="flat" cmpd="sng" algn="ctr">
          <a:solidFill>
            <a:srgbClr val="FFFFFF">
              <a:hueOff val="0"/>
              <a:satOff val="0"/>
              <a:lumOff val="0"/>
              <a:alphaOff val="0"/>
            </a:srgbClr>
          </a:solidFill>
          <a:prstDash val="solid"/>
          <a:miter lim="800000"/>
        </a:ln>
        <a:effectLst/>
      </dgm:spPr>
      <dgm:t>
        <a:bodyPr/>
        <a:lstStyle/>
        <a:p>
          <a:pPr>
            <a:buNone/>
          </a:pPr>
          <a:r>
            <a:rPr lang="en-US" noProof="0">
              <a:solidFill>
                <a:srgbClr val="FFFFFF"/>
              </a:solidFill>
              <a:latin typeface="Trebuchet MS"/>
              <a:ea typeface="+mn-ea"/>
              <a:cs typeface="+mn-cs"/>
            </a:rPr>
            <a:t>Analyze</a:t>
          </a:r>
        </a:p>
        <a:p>
          <a:pPr>
            <a:buNone/>
          </a:pPr>
          <a:endParaRPr lang="en-US" noProof="0">
            <a:solidFill>
              <a:srgbClr val="FFFFFF"/>
            </a:solidFill>
            <a:latin typeface="Trebuchet MS"/>
            <a:ea typeface="+mn-ea"/>
            <a:cs typeface="+mn-cs"/>
          </a:endParaRPr>
        </a:p>
      </dgm:t>
    </dgm:pt>
    <dgm:pt modelId="{D1698C79-E725-47CC-941A-190C96E6E135}" type="parTrans" cxnId="{F2C731B1-6208-471C-8AA5-21AEAFEA8436}">
      <dgm:prSet/>
      <dgm:spPr/>
      <dgm:t>
        <a:bodyPr/>
        <a:lstStyle/>
        <a:p>
          <a:endParaRPr lang="en-GB"/>
        </a:p>
      </dgm:t>
    </dgm:pt>
    <dgm:pt modelId="{66444982-89CC-4ADF-9DDF-851D4855A8D8}" type="sibTrans" cxnId="{F2C731B1-6208-471C-8AA5-21AEAFEA8436}">
      <dgm:prSet/>
      <dgm:spPr/>
      <dgm:t>
        <a:bodyPr/>
        <a:lstStyle/>
        <a:p>
          <a:endParaRPr lang="en-GB"/>
        </a:p>
      </dgm:t>
    </dgm:pt>
    <dgm:pt modelId="{17623FF4-83D1-409E-B2C9-D3BD0C35F949}">
      <dgm:prSet/>
      <dgm:spPr>
        <a:xfrm>
          <a:off x="1062917" y="134435"/>
          <a:ext cx="1824320" cy="1824320"/>
        </a:xfrm>
        <a:prstGeom prst="pie">
          <a:avLst>
            <a:gd name="adj1" fmla="val 16200000"/>
            <a:gd name="adj2" fmla="val 20520000"/>
          </a:avLst>
        </a:prstGeom>
        <a:solidFill>
          <a:srgbClr val="00AF74"/>
        </a:solidFill>
        <a:ln w="12700" cap="flat" cmpd="sng" algn="ctr">
          <a:solidFill>
            <a:srgbClr val="FFFFFF">
              <a:hueOff val="0"/>
              <a:satOff val="0"/>
              <a:lumOff val="0"/>
              <a:alphaOff val="0"/>
            </a:srgbClr>
          </a:solidFill>
          <a:prstDash val="solid"/>
          <a:miter lim="800000"/>
        </a:ln>
        <a:effectLst/>
      </dgm:spPr>
      <dgm:t>
        <a:bodyPr/>
        <a:lstStyle/>
        <a:p>
          <a:pPr>
            <a:buChar char="•"/>
          </a:pPr>
          <a:endParaRPr lang="en-US" noProof="0">
            <a:solidFill>
              <a:srgbClr val="FFFFFF"/>
            </a:solidFill>
            <a:latin typeface="Trebuchet MS"/>
            <a:ea typeface="+mn-ea"/>
            <a:cs typeface="+mn-cs"/>
          </a:endParaRPr>
        </a:p>
      </dgm:t>
    </dgm:pt>
    <dgm:pt modelId="{C5298539-7CF6-43EF-ACF5-4ED8AC1B4A67}" type="parTrans" cxnId="{E02ACA6B-C3D3-4D90-B61C-6E8277B25FF2}">
      <dgm:prSet/>
      <dgm:spPr/>
      <dgm:t>
        <a:bodyPr/>
        <a:lstStyle/>
        <a:p>
          <a:endParaRPr lang="en-GB"/>
        </a:p>
      </dgm:t>
    </dgm:pt>
    <dgm:pt modelId="{A170FA3D-9235-415D-8D21-809B23642B3F}" type="sibTrans" cxnId="{E02ACA6B-C3D3-4D90-B61C-6E8277B25FF2}">
      <dgm:prSet/>
      <dgm:spPr/>
      <dgm:t>
        <a:bodyPr/>
        <a:lstStyle/>
        <a:p>
          <a:endParaRPr lang="en-GB"/>
        </a:p>
      </dgm:t>
    </dgm:pt>
    <dgm:pt modelId="{61F0A2E3-1D9E-4CEC-86A0-B0FE6E70E7B1}">
      <dgm:prSet/>
      <dgm:spPr>
        <a:xfrm>
          <a:off x="996025" y="183083"/>
          <a:ext cx="1824320" cy="1824320"/>
        </a:xfrm>
        <a:prstGeom prst="pie">
          <a:avLst>
            <a:gd name="adj1" fmla="val 7560000"/>
            <a:gd name="adj2" fmla="val 11880000"/>
          </a:avLst>
        </a:prstGeom>
        <a:solidFill>
          <a:srgbClr val="FBBA00"/>
        </a:solidFill>
        <a:ln w="12700" cap="flat" cmpd="sng" algn="ctr">
          <a:solidFill>
            <a:srgbClr val="FFFFFF">
              <a:hueOff val="0"/>
              <a:satOff val="0"/>
              <a:lumOff val="0"/>
              <a:alphaOff val="0"/>
            </a:srgbClr>
          </a:solidFill>
          <a:prstDash val="solid"/>
          <a:miter lim="800000"/>
        </a:ln>
        <a:effectLst/>
      </dgm:spPr>
      <dgm:t>
        <a:bodyPr/>
        <a:lstStyle/>
        <a:p>
          <a:pPr>
            <a:buNone/>
          </a:pPr>
          <a:r>
            <a:rPr lang="en-US" noProof="0">
              <a:solidFill>
                <a:srgbClr val="FFFFFF"/>
              </a:solidFill>
              <a:latin typeface="Trebuchet MS"/>
              <a:ea typeface="+mn-ea"/>
              <a:cs typeface="+mn-cs"/>
            </a:rPr>
            <a:t>Improve</a:t>
          </a:r>
        </a:p>
      </dgm:t>
    </dgm:pt>
    <dgm:pt modelId="{13F9578B-8F2E-4E59-AA8C-9F45715DF7BE}" type="parTrans" cxnId="{49807935-D82D-4A28-9444-CF41A811697A}">
      <dgm:prSet/>
      <dgm:spPr/>
      <dgm:t>
        <a:bodyPr/>
        <a:lstStyle/>
        <a:p>
          <a:endParaRPr lang="en-GB"/>
        </a:p>
      </dgm:t>
    </dgm:pt>
    <dgm:pt modelId="{5B0F3261-B8F3-4EF6-8025-08F245E8EF09}" type="sibTrans" cxnId="{49807935-D82D-4A28-9444-CF41A811697A}">
      <dgm:prSet/>
      <dgm:spPr/>
      <dgm:t>
        <a:bodyPr/>
        <a:lstStyle/>
        <a:p>
          <a:endParaRPr lang="en-GB"/>
        </a:p>
      </dgm:t>
    </dgm:pt>
    <dgm:pt modelId="{3607FCD8-6657-4836-95A4-7A279A1F256B}">
      <dgm:prSet/>
      <dgm:spPr>
        <a:xfrm>
          <a:off x="1011662" y="134435"/>
          <a:ext cx="1824320" cy="1824320"/>
        </a:xfrm>
        <a:prstGeom prst="pie">
          <a:avLst>
            <a:gd name="adj1" fmla="val 11880000"/>
            <a:gd name="adj2" fmla="val 16200000"/>
          </a:avLst>
        </a:prstGeom>
        <a:solidFill>
          <a:srgbClr val="7030A0"/>
        </a:solidFill>
        <a:ln w="12700" cap="flat" cmpd="sng" algn="ctr">
          <a:solidFill>
            <a:srgbClr val="FFFFFF">
              <a:hueOff val="0"/>
              <a:satOff val="0"/>
              <a:lumOff val="0"/>
              <a:alphaOff val="0"/>
            </a:srgbClr>
          </a:solidFill>
          <a:prstDash val="solid"/>
          <a:miter lim="800000"/>
        </a:ln>
        <a:effectLst/>
      </dgm:spPr>
      <dgm:t>
        <a:bodyPr/>
        <a:lstStyle/>
        <a:p>
          <a:pPr>
            <a:buNone/>
          </a:pPr>
          <a:r>
            <a:rPr lang="en-US" noProof="0">
              <a:solidFill>
                <a:srgbClr val="FFFFFF"/>
              </a:solidFill>
              <a:latin typeface="Trebuchet MS"/>
              <a:ea typeface="+mn-ea"/>
              <a:cs typeface="+mn-cs"/>
            </a:rPr>
            <a:t>Control</a:t>
          </a:r>
        </a:p>
        <a:p>
          <a:pPr>
            <a:buNone/>
          </a:pPr>
          <a:endParaRPr lang="en-US" noProof="0">
            <a:solidFill>
              <a:srgbClr val="FFFFFF"/>
            </a:solidFill>
            <a:latin typeface="Trebuchet MS"/>
            <a:ea typeface="+mn-ea"/>
            <a:cs typeface="+mn-cs"/>
          </a:endParaRPr>
        </a:p>
      </dgm:t>
    </dgm:pt>
    <dgm:pt modelId="{E598C32C-35DB-47E0-A1F6-E475AD071A4B}" type="parTrans" cxnId="{956A859B-4D0E-406D-A476-6E0872DFC719}">
      <dgm:prSet/>
      <dgm:spPr/>
      <dgm:t>
        <a:bodyPr/>
        <a:lstStyle/>
        <a:p>
          <a:endParaRPr lang="en-GB"/>
        </a:p>
      </dgm:t>
    </dgm:pt>
    <dgm:pt modelId="{69B2B37B-26AE-4264-84DC-19FA2B13C444}" type="sibTrans" cxnId="{956A859B-4D0E-406D-A476-6E0872DFC719}">
      <dgm:prSet/>
      <dgm:spPr/>
      <dgm:t>
        <a:bodyPr/>
        <a:lstStyle/>
        <a:p>
          <a:endParaRPr lang="en-GB"/>
        </a:p>
      </dgm:t>
    </dgm:pt>
    <dgm:pt modelId="{50B73C20-8720-412A-ABE2-B41B774F189B}" type="pres">
      <dgm:prSet presAssocID="{52D369AA-59C0-49E1-B55E-B70432456B9A}" presName="compositeShape" presStyleCnt="0">
        <dgm:presLayoutVars>
          <dgm:chMax val="7"/>
          <dgm:dir/>
          <dgm:resizeHandles val="exact"/>
        </dgm:presLayoutVars>
      </dgm:prSet>
      <dgm:spPr/>
    </dgm:pt>
    <dgm:pt modelId="{8C235FE3-3F71-44C2-A46B-539B833DE24C}" type="pres">
      <dgm:prSet presAssocID="{52D369AA-59C0-49E1-B55E-B70432456B9A}" presName="wedge1" presStyleLbl="node1" presStyleIdx="0" presStyleCnt="5"/>
      <dgm:spPr/>
    </dgm:pt>
    <dgm:pt modelId="{90038AF1-24CC-43B0-9B1B-D923A7B56C3C}" type="pres">
      <dgm:prSet presAssocID="{52D369AA-59C0-49E1-B55E-B70432456B9A}" presName="dummy1a" presStyleCnt="0"/>
      <dgm:spPr/>
    </dgm:pt>
    <dgm:pt modelId="{71E81969-F2BB-4CC9-867D-9E0708DF02FF}" type="pres">
      <dgm:prSet presAssocID="{52D369AA-59C0-49E1-B55E-B70432456B9A}" presName="dummy1b" presStyleCnt="0"/>
      <dgm:spPr/>
    </dgm:pt>
    <dgm:pt modelId="{DCE22BBA-999E-458F-ADE2-6AD635E0B027}" type="pres">
      <dgm:prSet presAssocID="{52D369AA-59C0-49E1-B55E-B70432456B9A}" presName="wedge1Tx" presStyleLbl="node1" presStyleIdx="0" presStyleCnt="5">
        <dgm:presLayoutVars>
          <dgm:chMax val="0"/>
          <dgm:chPref val="0"/>
          <dgm:bulletEnabled val="1"/>
        </dgm:presLayoutVars>
      </dgm:prSet>
      <dgm:spPr/>
    </dgm:pt>
    <dgm:pt modelId="{EDCE5F9B-1D88-4D8D-9083-55DD36D07A64}" type="pres">
      <dgm:prSet presAssocID="{52D369AA-59C0-49E1-B55E-B70432456B9A}" presName="wedge2" presStyleLbl="node1" presStyleIdx="1" presStyleCnt="5"/>
      <dgm:spPr/>
    </dgm:pt>
    <dgm:pt modelId="{CF151D6C-DD1F-432A-9488-CEF8ED585BC2}" type="pres">
      <dgm:prSet presAssocID="{52D369AA-59C0-49E1-B55E-B70432456B9A}" presName="dummy2a" presStyleCnt="0"/>
      <dgm:spPr/>
    </dgm:pt>
    <dgm:pt modelId="{94572E03-695E-4870-97D9-5D3958380E35}" type="pres">
      <dgm:prSet presAssocID="{52D369AA-59C0-49E1-B55E-B70432456B9A}" presName="dummy2b" presStyleCnt="0"/>
      <dgm:spPr/>
    </dgm:pt>
    <dgm:pt modelId="{9A004783-E531-48C1-8181-A872C2478DAA}" type="pres">
      <dgm:prSet presAssocID="{52D369AA-59C0-49E1-B55E-B70432456B9A}" presName="wedge2Tx" presStyleLbl="node1" presStyleIdx="1" presStyleCnt="5">
        <dgm:presLayoutVars>
          <dgm:chMax val="0"/>
          <dgm:chPref val="0"/>
          <dgm:bulletEnabled val="1"/>
        </dgm:presLayoutVars>
      </dgm:prSet>
      <dgm:spPr/>
    </dgm:pt>
    <dgm:pt modelId="{A5E52B60-80D4-45E8-AB32-72C8832C4F04}" type="pres">
      <dgm:prSet presAssocID="{52D369AA-59C0-49E1-B55E-B70432456B9A}" presName="wedge3" presStyleLbl="node1" presStyleIdx="2" presStyleCnt="5"/>
      <dgm:spPr/>
    </dgm:pt>
    <dgm:pt modelId="{5206D377-FF06-4A93-85A7-58B4AD85BDAC}" type="pres">
      <dgm:prSet presAssocID="{52D369AA-59C0-49E1-B55E-B70432456B9A}" presName="dummy3a" presStyleCnt="0"/>
      <dgm:spPr/>
    </dgm:pt>
    <dgm:pt modelId="{F113BEB2-4F0E-4611-BCBE-814660A4A7D5}" type="pres">
      <dgm:prSet presAssocID="{52D369AA-59C0-49E1-B55E-B70432456B9A}" presName="dummy3b" presStyleCnt="0"/>
      <dgm:spPr/>
    </dgm:pt>
    <dgm:pt modelId="{54C2283A-AC5E-45E9-B06B-8E6497C8CC06}" type="pres">
      <dgm:prSet presAssocID="{52D369AA-59C0-49E1-B55E-B70432456B9A}" presName="wedge3Tx" presStyleLbl="node1" presStyleIdx="2" presStyleCnt="5">
        <dgm:presLayoutVars>
          <dgm:chMax val="0"/>
          <dgm:chPref val="0"/>
          <dgm:bulletEnabled val="1"/>
        </dgm:presLayoutVars>
      </dgm:prSet>
      <dgm:spPr/>
    </dgm:pt>
    <dgm:pt modelId="{45CD1A6F-7DD7-4DE4-B175-D658CA85DBBD}" type="pres">
      <dgm:prSet presAssocID="{52D369AA-59C0-49E1-B55E-B70432456B9A}" presName="wedge4" presStyleLbl="node1" presStyleIdx="3" presStyleCnt="5"/>
      <dgm:spPr/>
    </dgm:pt>
    <dgm:pt modelId="{BADB538E-E5E0-42D9-8D41-A1BA0A54E760}" type="pres">
      <dgm:prSet presAssocID="{52D369AA-59C0-49E1-B55E-B70432456B9A}" presName="dummy4a" presStyleCnt="0"/>
      <dgm:spPr/>
    </dgm:pt>
    <dgm:pt modelId="{91C2630D-E657-4FDB-80ED-2B152AB0CF09}" type="pres">
      <dgm:prSet presAssocID="{52D369AA-59C0-49E1-B55E-B70432456B9A}" presName="dummy4b" presStyleCnt="0"/>
      <dgm:spPr/>
    </dgm:pt>
    <dgm:pt modelId="{49429826-AA5F-47CA-B11A-ABD6DE54C821}" type="pres">
      <dgm:prSet presAssocID="{52D369AA-59C0-49E1-B55E-B70432456B9A}" presName="wedge4Tx" presStyleLbl="node1" presStyleIdx="3" presStyleCnt="5">
        <dgm:presLayoutVars>
          <dgm:chMax val="0"/>
          <dgm:chPref val="0"/>
          <dgm:bulletEnabled val="1"/>
        </dgm:presLayoutVars>
      </dgm:prSet>
      <dgm:spPr/>
    </dgm:pt>
    <dgm:pt modelId="{3B487735-59B4-41E9-BDAB-5D244BF18F68}" type="pres">
      <dgm:prSet presAssocID="{52D369AA-59C0-49E1-B55E-B70432456B9A}" presName="wedge5" presStyleLbl="node1" presStyleIdx="4" presStyleCnt="5"/>
      <dgm:spPr/>
    </dgm:pt>
    <dgm:pt modelId="{939A2975-E45D-4D75-835C-838DA7CA4783}" type="pres">
      <dgm:prSet presAssocID="{52D369AA-59C0-49E1-B55E-B70432456B9A}" presName="dummy5a" presStyleCnt="0"/>
      <dgm:spPr/>
    </dgm:pt>
    <dgm:pt modelId="{76229039-77BD-4536-8D9F-CEC0D2D14777}" type="pres">
      <dgm:prSet presAssocID="{52D369AA-59C0-49E1-B55E-B70432456B9A}" presName="dummy5b" presStyleCnt="0"/>
      <dgm:spPr/>
    </dgm:pt>
    <dgm:pt modelId="{85604DE5-89B7-4180-B562-F4BF7B9539D2}" type="pres">
      <dgm:prSet presAssocID="{52D369AA-59C0-49E1-B55E-B70432456B9A}" presName="wedge5Tx" presStyleLbl="node1" presStyleIdx="4" presStyleCnt="5">
        <dgm:presLayoutVars>
          <dgm:chMax val="0"/>
          <dgm:chPref val="0"/>
          <dgm:bulletEnabled val="1"/>
        </dgm:presLayoutVars>
      </dgm:prSet>
      <dgm:spPr/>
    </dgm:pt>
    <dgm:pt modelId="{1B3C0182-CF0B-417D-8862-5551CF080ABD}" type="pres">
      <dgm:prSet presAssocID="{E2E703FF-F63F-4A79-96BF-A0500BFFB256}" presName="arrowWedge1" presStyleLbl="fgSibTrans2D1" presStyleIdx="0" presStyleCnt="5"/>
      <dgm:spPr>
        <a:xfrm>
          <a:off x="949897" y="21500"/>
          <a:ext cx="2050188" cy="2050188"/>
        </a:xfrm>
        <a:prstGeom prst="circularArrow">
          <a:avLst>
            <a:gd name="adj1" fmla="val 5085"/>
            <a:gd name="adj2" fmla="val 327528"/>
            <a:gd name="adj3" fmla="val 20192361"/>
            <a:gd name="adj4" fmla="val 16200324"/>
            <a:gd name="adj5" fmla="val 5932"/>
          </a:avLst>
        </a:prstGeom>
        <a:solidFill>
          <a:srgbClr val="6B635B"/>
        </a:solidFill>
        <a:ln>
          <a:noFill/>
        </a:ln>
        <a:effectLst/>
      </dgm:spPr>
    </dgm:pt>
    <dgm:pt modelId="{943B39FA-B7B3-4946-B395-D611843A2FD5}" type="pres">
      <dgm:prSet presAssocID="{BAD65EFA-967E-4883-AE14-C7953EF71C1F}" presName="arrowWedge2" presStyleLbl="fgSibTrans2D1" presStyleIdx="1" presStyleCnt="5"/>
      <dgm:spPr>
        <a:xfrm>
          <a:off x="965746" y="70133"/>
          <a:ext cx="2050188" cy="2050188"/>
        </a:xfrm>
        <a:prstGeom prst="circularArrow">
          <a:avLst>
            <a:gd name="adj1" fmla="val 5085"/>
            <a:gd name="adj2" fmla="val 327528"/>
            <a:gd name="adj3" fmla="val 2912753"/>
            <a:gd name="adj4" fmla="val 20519953"/>
            <a:gd name="adj5" fmla="val 5932"/>
          </a:avLst>
        </a:prstGeom>
        <a:solidFill>
          <a:srgbClr val="6B635B"/>
        </a:solidFill>
        <a:ln>
          <a:noFill/>
        </a:ln>
        <a:effectLst/>
      </dgm:spPr>
    </dgm:pt>
    <dgm:pt modelId="{F382579C-1F35-4CBE-B203-942B20126A0F}" type="pres">
      <dgm:prSet presAssocID="{66444982-89CC-4ADF-9DDF-851D4855A8D8}" presName="arrowWedge3" presStyleLbl="fgSibTrans2D1" presStyleIdx="2" presStyleCnt="5"/>
      <dgm:spPr>
        <a:xfrm>
          <a:off x="924355" y="100196"/>
          <a:ext cx="2050188" cy="2050188"/>
        </a:xfrm>
        <a:prstGeom prst="circularArrow">
          <a:avLst>
            <a:gd name="adj1" fmla="val 5085"/>
            <a:gd name="adj2" fmla="val 327528"/>
            <a:gd name="adj3" fmla="val 7232777"/>
            <a:gd name="adj4" fmla="val 3239695"/>
            <a:gd name="adj5" fmla="val 5932"/>
          </a:avLst>
        </a:prstGeom>
        <a:solidFill>
          <a:srgbClr val="6B635B"/>
        </a:solidFill>
        <a:ln>
          <a:noFill/>
        </a:ln>
        <a:effectLst/>
      </dgm:spPr>
    </dgm:pt>
    <dgm:pt modelId="{CDF1F5E0-2273-4303-AC97-73925993329B}" type="pres">
      <dgm:prSet presAssocID="{5B0F3261-B8F3-4EF6-8025-08F245E8EF09}" presName="arrowWedge4" presStyleLbl="fgSibTrans2D1" presStyleIdx="3" presStyleCnt="5"/>
      <dgm:spPr>
        <a:xfrm>
          <a:off x="882965" y="70133"/>
          <a:ext cx="2050188" cy="2050188"/>
        </a:xfrm>
        <a:prstGeom prst="circularArrow">
          <a:avLst>
            <a:gd name="adj1" fmla="val 5085"/>
            <a:gd name="adj2" fmla="val 327528"/>
            <a:gd name="adj3" fmla="val 11552519"/>
            <a:gd name="adj4" fmla="val 7559718"/>
            <a:gd name="adj5" fmla="val 5932"/>
          </a:avLst>
        </a:prstGeom>
        <a:solidFill>
          <a:srgbClr val="6B635B"/>
        </a:solidFill>
        <a:ln>
          <a:noFill/>
        </a:ln>
        <a:effectLst/>
      </dgm:spPr>
    </dgm:pt>
    <dgm:pt modelId="{578C926A-45BB-4DF8-A8E0-D69C701E431E}" type="pres">
      <dgm:prSet presAssocID="{69B2B37B-26AE-4264-84DC-19FA2B13C444}" presName="arrowWedge5" presStyleLbl="fgSibTrans2D1" presStyleIdx="4" presStyleCnt="5"/>
      <dgm:spPr>
        <a:xfrm>
          <a:off x="898814" y="21500"/>
          <a:ext cx="2050188" cy="2050188"/>
        </a:xfrm>
        <a:prstGeom prst="circularArrow">
          <a:avLst>
            <a:gd name="adj1" fmla="val 5085"/>
            <a:gd name="adj2" fmla="val 327528"/>
            <a:gd name="adj3" fmla="val 15872148"/>
            <a:gd name="adj4" fmla="val 11880111"/>
            <a:gd name="adj5" fmla="val 5932"/>
          </a:avLst>
        </a:prstGeom>
        <a:solidFill>
          <a:srgbClr val="6B635B"/>
        </a:solidFill>
        <a:ln>
          <a:noFill/>
        </a:ln>
        <a:effectLst/>
      </dgm:spPr>
    </dgm:pt>
  </dgm:ptLst>
  <dgm:cxnLst>
    <dgm:cxn modelId="{80E0BF16-C569-4180-B274-29A4561BD76A}" type="presOf" srcId="{27BF821D-2F3E-49CD-9B37-04D0FA768287}" destId="{54C2283A-AC5E-45E9-B06B-8E6497C8CC06}" srcOrd="1" destOrd="0" presId="urn:microsoft.com/office/officeart/2005/8/layout/cycle8"/>
    <dgm:cxn modelId="{31770029-1BAD-49B4-A767-7516DFF61D5B}" type="presOf" srcId="{17623FF4-83D1-409E-B2C9-D3BD0C35F949}" destId="{8C235FE3-3F71-44C2-A46B-539B833DE24C}" srcOrd="0" destOrd="1" presId="urn:microsoft.com/office/officeart/2005/8/layout/cycle8"/>
    <dgm:cxn modelId="{49807935-D82D-4A28-9444-CF41A811697A}" srcId="{52D369AA-59C0-49E1-B55E-B70432456B9A}" destId="{61F0A2E3-1D9E-4CEC-86A0-B0FE6E70E7B1}" srcOrd="3" destOrd="0" parTransId="{13F9578B-8F2E-4E59-AA8C-9F45715DF7BE}" sibTransId="{5B0F3261-B8F3-4EF6-8025-08F245E8EF09}"/>
    <dgm:cxn modelId="{77886068-65C1-4DE8-90B9-36CAC78D28B5}" type="presOf" srcId="{17623FF4-83D1-409E-B2C9-D3BD0C35F949}" destId="{DCE22BBA-999E-458F-ADE2-6AD635E0B027}" srcOrd="1" destOrd="1" presId="urn:microsoft.com/office/officeart/2005/8/layout/cycle8"/>
    <dgm:cxn modelId="{E02ACA6B-C3D3-4D90-B61C-6E8277B25FF2}" srcId="{D6618069-B0EC-4200-9E36-A2D5FA553F52}" destId="{17623FF4-83D1-409E-B2C9-D3BD0C35F949}" srcOrd="0" destOrd="0" parTransId="{C5298539-7CF6-43EF-ACF5-4ED8AC1B4A67}" sibTransId="{A170FA3D-9235-415D-8D21-809B23642B3F}"/>
    <dgm:cxn modelId="{CD5B734D-355E-4F53-BDB3-B027EB54C335}" type="presOf" srcId="{61F0A2E3-1D9E-4CEC-86A0-B0FE6E70E7B1}" destId="{49429826-AA5F-47CA-B11A-ABD6DE54C821}" srcOrd="1" destOrd="0" presId="urn:microsoft.com/office/officeart/2005/8/layout/cycle8"/>
    <dgm:cxn modelId="{3321FE52-A8B8-4A6C-AC9C-6F68280E5C1A}" type="presOf" srcId="{43434F5F-A1D0-4D7B-93B7-E3D3DB8C0F0B}" destId="{9A004783-E531-48C1-8181-A872C2478DAA}" srcOrd="1" destOrd="0" presId="urn:microsoft.com/office/officeart/2005/8/layout/cycle8"/>
    <dgm:cxn modelId="{80EA788F-BC8B-445D-9DE6-5E1576DBBAB1}" type="presOf" srcId="{3607FCD8-6657-4836-95A4-7A279A1F256B}" destId="{3B487735-59B4-41E9-BDAB-5D244BF18F68}" srcOrd="0" destOrd="0" presId="urn:microsoft.com/office/officeart/2005/8/layout/cycle8"/>
    <dgm:cxn modelId="{956A859B-4D0E-406D-A476-6E0872DFC719}" srcId="{52D369AA-59C0-49E1-B55E-B70432456B9A}" destId="{3607FCD8-6657-4836-95A4-7A279A1F256B}" srcOrd="4" destOrd="0" parTransId="{E598C32C-35DB-47E0-A1F6-E475AD071A4B}" sibTransId="{69B2B37B-26AE-4264-84DC-19FA2B13C444}"/>
    <dgm:cxn modelId="{851BA8A4-9B3D-48C7-9A10-E466CFA74B4A}" type="presOf" srcId="{D6618069-B0EC-4200-9E36-A2D5FA553F52}" destId="{8C235FE3-3F71-44C2-A46B-539B833DE24C}" srcOrd="0" destOrd="0" presId="urn:microsoft.com/office/officeart/2005/8/layout/cycle8"/>
    <dgm:cxn modelId="{40525CA9-711A-4555-8430-04F5EC60DCDF}" type="presOf" srcId="{3607FCD8-6657-4836-95A4-7A279A1F256B}" destId="{85604DE5-89B7-4180-B562-F4BF7B9539D2}" srcOrd="1" destOrd="0" presId="urn:microsoft.com/office/officeart/2005/8/layout/cycle8"/>
    <dgm:cxn modelId="{F2C731B1-6208-471C-8AA5-21AEAFEA8436}" srcId="{52D369AA-59C0-49E1-B55E-B70432456B9A}" destId="{27BF821D-2F3E-49CD-9B37-04D0FA768287}" srcOrd="2" destOrd="0" parTransId="{D1698C79-E725-47CC-941A-190C96E6E135}" sibTransId="{66444982-89CC-4ADF-9DDF-851D4855A8D8}"/>
    <dgm:cxn modelId="{804081B6-634C-48F7-BE19-0675DFCD041F}" srcId="{52D369AA-59C0-49E1-B55E-B70432456B9A}" destId="{D6618069-B0EC-4200-9E36-A2D5FA553F52}" srcOrd="0" destOrd="0" parTransId="{893EE6D8-CE80-42FD-B96D-4B0C4CCFFA5F}" sibTransId="{E2E703FF-F63F-4A79-96BF-A0500BFFB256}"/>
    <dgm:cxn modelId="{0A828DC2-5466-4E4B-8B06-DC2AF9159DE7}" type="presOf" srcId="{61F0A2E3-1D9E-4CEC-86A0-B0FE6E70E7B1}" destId="{45CD1A6F-7DD7-4DE4-B175-D658CA85DBBD}" srcOrd="0" destOrd="0" presId="urn:microsoft.com/office/officeart/2005/8/layout/cycle8"/>
    <dgm:cxn modelId="{78276EC5-638E-4FB2-ACB7-01621011D25E}" type="presOf" srcId="{27BF821D-2F3E-49CD-9B37-04D0FA768287}" destId="{A5E52B60-80D4-45E8-AB32-72C8832C4F04}" srcOrd="0" destOrd="0" presId="urn:microsoft.com/office/officeart/2005/8/layout/cycle8"/>
    <dgm:cxn modelId="{65D8C6C9-1A10-491C-9E4D-E64E01660637}" srcId="{52D369AA-59C0-49E1-B55E-B70432456B9A}" destId="{43434F5F-A1D0-4D7B-93B7-E3D3DB8C0F0B}" srcOrd="1" destOrd="0" parTransId="{CC653188-7757-47F5-980D-2F580D5D046C}" sibTransId="{BAD65EFA-967E-4883-AE14-C7953EF71C1F}"/>
    <dgm:cxn modelId="{10D097CA-E7CD-4428-8B11-E9F7EA003D0A}" type="presOf" srcId="{D6618069-B0EC-4200-9E36-A2D5FA553F52}" destId="{DCE22BBA-999E-458F-ADE2-6AD635E0B027}" srcOrd="1" destOrd="0" presId="urn:microsoft.com/office/officeart/2005/8/layout/cycle8"/>
    <dgm:cxn modelId="{952FC0D1-ACC3-489B-9B7D-E2B9EC3D23F4}" type="presOf" srcId="{52D369AA-59C0-49E1-B55E-B70432456B9A}" destId="{50B73C20-8720-412A-ABE2-B41B774F189B}" srcOrd="0" destOrd="0" presId="urn:microsoft.com/office/officeart/2005/8/layout/cycle8"/>
    <dgm:cxn modelId="{6A173FDB-54F1-4B5C-AC26-42035B875450}" type="presOf" srcId="{43434F5F-A1D0-4D7B-93B7-E3D3DB8C0F0B}" destId="{EDCE5F9B-1D88-4D8D-9083-55DD36D07A64}" srcOrd="0" destOrd="0" presId="urn:microsoft.com/office/officeart/2005/8/layout/cycle8"/>
    <dgm:cxn modelId="{F0697471-CBB1-4158-933D-B4B3F75E0604}" type="presParOf" srcId="{50B73C20-8720-412A-ABE2-B41B774F189B}" destId="{8C235FE3-3F71-44C2-A46B-539B833DE24C}" srcOrd="0" destOrd="0" presId="urn:microsoft.com/office/officeart/2005/8/layout/cycle8"/>
    <dgm:cxn modelId="{168EB40C-5A6D-4F3F-BF2C-FCF94CCE2D39}" type="presParOf" srcId="{50B73C20-8720-412A-ABE2-B41B774F189B}" destId="{90038AF1-24CC-43B0-9B1B-D923A7B56C3C}" srcOrd="1" destOrd="0" presId="urn:microsoft.com/office/officeart/2005/8/layout/cycle8"/>
    <dgm:cxn modelId="{569908DA-43D7-45B1-8009-0FA68FF133C5}" type="presParOf" srcId="{50B73C20-8720-412A-ABE2-B41B774F189B}" destId="{71E81969-F2BB-4CC9-867D-9E0708DF02FF}" srcOrd="2" destOrd="0" presId="urn:microsoft.com/office/officeart/2005/8/layout/cycle8"/>
    <dgm:cxn modelId="{120B6D63-67B5-4651-89B8-2F4AFC748633}" type="presParOf" srcId="{50B73C20-8720-412A-ABE2-B41B774F189B}" destId="{DCE22BBA-999E-458F-ADE2-6AD635E0B027}" srcOrd="3" destOrd="0" presId="urn:microsoft.com/office/officeart/2005/8/layout/cycle8"/>
    <dgm:cxn modelId="{84303F93-7770-4778-B60E-02E295CCDB18}" type="presParOf" srcId="{50B73C20-8720-412A-ABE2-B41B774F189B}" destId="{EDCE5F9B-1D88-4D8D-9083-55DD36D07A64}" srcOrd="4" destOrd="0" presId="urn:microsoft.com/office/officeart/2005/8/layout/cycle8"/>
    <dgm:cxn modelId="{10C0342C-209A-4EE1-BB67-4E82BD92DDB7}" type="presParOf" srcId="{50B73C20-8720-412A-ABE2-B41B774F189B}" destId="{CF151D6C-DD1F-432A-9488-CEF8ED585BC2}" srcOrd="5" destOrd="0" presId="urn:microsoft.com/office/officeart/2005/8/layout/cycle8"/>
    <dgm:cxn modelId="{D088F9FD-84AC-4D71-B185-0A3300C456C8}" type="presParOf" srcId="{50B73C20-8720-412A-ABE2-B41B774F189B}" destId="{94572E03-695E-4870-97D9-5D3958380E35}" srcOrd="6" destOrd="0" presId="urn:microsoft.com/office/officeart/2005/8/layout/cycle8"/>
    <dgm:cxn modelId="{876BFD5D-E2AD-4F6B-9D62-8D6CA971713B}" type="presParOf" srcId="{50B73C20-8720-412A-ABE2-B41B774F189B}" destId="{9A004783-E531-48C1-8181-A872C2478DAA}" srcOrd="7" destOrd="0" presId="urn:microsoft.com/office/officeart/2005/8/layout/cycle8"/>
    <dgm:cxn modelId="{B9611131-DF8C-44CB-96EC-2C6187ABC38E}" type="presParOf" srcId="{50B73C20-8720-412A-ABE2-B41B774F189B}" destId="{A5E52B60-80D4-45E8-AB32-72C8832C4F04}" srcOrd="8" destOrd="0" presId="urn:microsoft.com/office/officeart/2005/8/layout/cycle8"/>
    <dgm:cxn modelId="{490646F5-EF01-44D1-947D-C692A4CDBA66}" type="presParOf" srcId="{50B73C20-8720-412A-ABE2-B41B774F189B}" destId="{5206D377-FF06-4A93-85A7-58B4AD85BDAC}" srcOrd="9" destOrd="0" presId="urn:microsoft.com/office/officeart/2005/8/layout/cycle8"/>
    <dgm:cxn modelId="{ECCF5117-1E10-477D-9559-5C5ECCAC164D}" type="presParOf" srcId="{50B73C20-8720-412A-ABE2-B41B774F189B}" destId="{F113BEB2-4F0E-4611-BCBE-814660A4A7D5}" srcOrd="10" destOrd="0" presId="urn:microsoft.com/office/officeart/2005/8/layout/cycle8"/>
    <dgm:cxn modelId="{15C2D79C-91A3-47CD-8374-199DEC331890}" type="presParOf" srcId="{50B73C20-8720-412A-ABE2-B41B774F189B}" destId="{54C2283A-AC5E-45E9-B06B-8E6497C8CC06}" srcOrd="11" destOrd="0" presId="urn:microsoft.com/office/officeart/2005/8/layout/cycle8"/>
    <dgm:cxn modelId="{D6E4223E-9B2A-4E44-AEAB-45457981423F}" type="presParOf" srcId="{50B73C20-8720-412A-ABE2-B41B774F189B}" destId="{45CD1A6F-7DD7-4DE4-B175-D658CA85DBBD}" srcOrd="12" destOrd="0" presId="urn:microsoft.com/office/officeart/2005/8/layout/cycle8"/>
    <dgm:cxn modelId="{816B34C5-1FCC-4A31-9A69-5F5054EF6618}" type="presParOf" srcId="{50B73C20-8720-412A-ABE2-B41B774F189B}" destId="{BADB538E-E5E0-42D9-8D41-A1BA0A54E760}" srcOrd="13" destOrd="0" presId="urn:microsoft.com/office/officeart/2005/8/layout/cycle8"/>
    <dgm:cxn modelId="{E58EBEFA-592C-400E-B377-C856EA82807F}" type="presParOf" srcId="{50B73C20-8720-412A-ABE2-B41B774F189B}" destId="{91C2630D-E657-4FDB-80ED-2B152AB0CF09}" srcOrd="14" destOrd="0" presId="urn:microsoft.com/office/officeart/2005/8/layout/cycle8"/>
    <dgm:cxn modelId="{CCD18F65-0485-48C6-909E-7BCBB943D79E}" type="presParOf" srcId="{50B73C20-8720-412A-ABE2-B41B774F189B}" destId="{49429826-AA5F-47CA-B11A-ABD6DE54C821}" srcOrd="15" destOrd="0" presId="urn:microsoft.com/office/officeart/2005/8/layout/cycle8"/>
    <dgm:cxn modelId="{63846FA1-5D85-42C9-933E-037704582F50}" type="presParOf" srcId="{50B73C20-8720-412A-ABE2-B41B774F189B}" destId="{3B487735-59B4-41E9-BDAB-5D244BF18F68}" srcOrd="16" destOrd="0" presId="urn:microsoft.com/office/officeart/2005/8/layout/cycle8"/>
    <dgm:cxn modelId="{D4A25B8E-ECDA-4E18-8745-075786C360BE}" type="presParOf" srcId="{50B73C20-8720-412A-ABE2-B41B774F189B}" destId="{939A2975-E45D-4D75-835C-838DA7CA4783}" srcOrd="17" destOrd="0" presId="urn:microsoft.com/office/officeart/2005/8/layout/cycle8"/>
    <dgm:cxn modelId="{D9F9CDC3-0A72-4389-BC90-F9E89F90FB55}" type="presParOf" srcId="{50B73C20-8720-412A-ABE2-B41B774F189B}" destId="{76229039-77BD-4536-8D9F-CEC0D2D14777}" srcOrd="18" destOrd="0" presId="urn:microsoft.com/office/officeart/2005/8/layout/cycle8"/>
    <dgm:cxn modelId="{B6377646-4E5F-4A6C-8830-F8F204A6839B}" type="presParOf" srcId="{50B73C20-8720-412A-ABE2-B41B774F189B}" destId="{85604DE5-89B7-4180-B562-F4BF7B9539D2}" srcOrd="19" destOrd="0" presId="urn:microsoft.com/office/officeart/2005/8/layout/cycle8"/>
    <dgm:cxn modelId="{6F3AA099-86CA-4C4C-A96A-80F24A60A4FF}" type="presParOf" srcId="{50B73C20-8720-412A-ABE2-B41B774F189B}" destId="{1B3C0182-CF0B-417D-8862-5551CF080ABD}" srcOrd="20" destOrd="0" presId="urn:microsoft.com/office/officeart/2005/8/layout/cycle8"/>
    <dgm:cxn modelId="{5A889218-F07E-4117-9BF5-4D3C479D9E0F}" type="presParOf" srcId="{50B73C20-8720-412A-ABE2-B41B774F189B}" destId="{943B39FA-B7B3-4946-B395-D611843A2FD5}" srcOrd="21" destOrd="0" presId="urn:microsoft.com/office/officeart/2005/8/layout/cycle8"/>
    <dgm:cxn modelId="{DF53E29A-B27D-4573-A778-472B14395646}" type="presParOf" srcId="{50B73C20-8720-412A-ABE2-B41B774F189B}" destId="{F382579C-1F35-4CBE-B203-942B20126A0F}" srcOrd="22" destOrd="0" presId="urn:microsoft.com/office/officeart/2005/8/layout/cycle8"/>
    <dgm:cxn modelId="{5AC306C3-10BC-426E-8737-A1813C15BCD0}" type="presParOf" srcId="{50B73C20-8720-412A-ABE2-B41B774F189B}" destId="{CDF1F5E0-2273-4303-AC97-73925993329B}" srcOrd="23" destOrd="0" presId="urn:microsoft.com/office/officeart/2005/8/layout/cycle8"/>
    <dgm:cxn modelId="{F6E7CDAB-577A-4E47-87DF-7F49B00FF327}" type="presParOf" srcId="{50B73C20-8720-412A-ABE2-B41B774F189B}" destId="{578C926A-45BB-4DF8-A8E0-D69C701E431E}" srcOrd="24" destOrd="0" presId="urn:microsoft.com/office/officeart/2005/8/layout/cycle8"/>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2D369AA-59C0-49E1-B55E-B70432456B9A}" type="doc">
      <dgm:prSet loTypeId="urn:microsoft.com/office/officeart/2005/8/layout/cycle8" loCatId="cycle" qsTypeId="urn:microsoft.com/office/officeart/2005/8/quickstyle/simple1#2" qsCatId="simple" csTypeId="urn:microsoft.com/office/officeart/2005/8/colors/accent0_1#1" csCatId="mainScheme" phldr="1"/>
      <dgm:spPr/>
      <dgm:t>
        <a:bodyPr/>
        <a:lstStyle/>
        <a:p>
          <a:endParaRPr lang="en-GB"/>
        </a:p>
      </dgm:t>
    </dgm:pt>
    <dgm:pt modelId="{D6618069-B0EC-4200-9E36-A2D5FA553F52}">
      <dgm:prSet phldrT="[Text]"/>
      <dgm:spPr>
        <a:xfrm>
          <a:off x="1062917" y="134435"/>
          <a:ext cx="1824320" cy="1824320"/>
        </a:xfrm>
        <a:prstGeom prst="pie">
          <a:avLst>
            <a:gd name="adj1" fmla="val 16200000"/>
            <a:gd name="adj2" fmla="val 20520000"/>
          </a:avLst>
        </a:prstGeom>
      </dgm:spPr>
      <dgm:t>
        <a:bodyPr/>
        <a:lstStyle/>
        <a:p>
          <a:pPr>
            <a:buNone/>
          </a:pPr>
          <a:r>
            <a:rPr lang="en-US" noProof="0">
              <a:latin typeface="Arial" panose="020B0604020202020204" pitchFamily="34" charset="0"/>
              <a:ea typeface="+mn-ea"/>
              <a:cs typeface="Arial" panose="020B0604020202020204" pitchFamily="34" charset="0"/>
            </a:rPr>
            <a:t>Define</a:t>
          </a:r>
        </a:p>
      </dgm:t>
    </dgm:pt>
    <dgm:pt modelId="{893EE6D8-CE80-42FD-B96D-4B0C4CCFFA5F}" type="parTrans" cxnId="{804081B6-634C-48F7-BE19-0675DFCD041F}">
      <dgm:prSet/>
      <dgm:spPr/>
      <dgm:t>
        <a:bodyPr/>
        <a:lstStyle/>
        <a:p>
          <a:endParaRPr lang="en-GB"/>
        </a:p>
      </dgm:t>
    </dgm:pt>
    <dgm:pt modelId="{E2E703FF-F63F-4A79-96BF-A0500BFFB256}" type="sibTrans" cxnId="{804081B6-634C-48F7-BE19-0675DFCD041F}">
      <dgm:prSet/>
      <dgm:spPr/>
      <dgm:t>
        <a:bodyPr/>
        <a:lstStyle/>
        <a:p>
          <a:endParaRPr lang="en-GB"/>
        </a:p>
      </dgm:t>
    </dgm:pt>
    <dgm:pt modelId="{43434F5F-A1D0-4D7B-93B7-E3D3DB8C0F0B}">
      <dgm:prSet phldrT="[Text]"/>
      <dgm:spPr>
        <a:xfrm>
          <a:off x="1078554" y="183083"/>
          <a:ext cx="1824320" cy="1824320"/>
        </a:xfrm>
        <a:prstGeom prst="pie">
          <a:avLst>
            <a:gd name="adj1" fmla="val 20520000"/>
            <a:gd name="adj2" fmla="val 3240000"/>
          </a:avLst>
        </a:prstGeom>
        <a:solidFill>
          <a:schemeClr val="accent4"/>
        </a:solidFill>
      </dgm:spPr>
      <dgm:t>
        <a:bodyPr/>
        <a:lstStyle/>
        <a:p>
          <a:pPr>
            <a:buNone/>
          </a:pPr>
          <a:r>
            <a:rPr lang="en-US" b="1" noProof="0">
              <a:solidFill>
                <a:schemeClr val="bg1"/>
              </a:solidFill>
              <a:latin typeface="Trebuchet MS"/>
              <a:ea typeface="+mn-ea"/>
              <a:cs typeface="+mn-cs"/>
            </a:rPr>
            <a:t>Measure</a:t>
          </a:r>
        </a:p>
      </dgm:t>
    </dgm:pt>
    <dgm:pt modelId="{CC653188-7757-47F5-980D-2F580D5D046C}" type="parTrans" cxnId="{65D8C6C9-1A10-491C-9E4D-E64E01660637}">
      <dgm:prSet/>
      <dgm:spPr/>
      <dgm:t>
        <a:bodyPr/>
        <a:lstStyle/>
        <a:p>
          <a:endParaRPr lang="en-GB"/>
        </a:p>
      </dgm:t>
    </dgm:pt>
    <dgm:pt modelId="{BAD65EFA-967E-4883-AE14-C7953EF71C1F}" type="sibTrans" cxnId="{65D8C6C9-1A10-491C-9E4D-E64E01660637}">
      <dgm:prSet/>
      <dgm:spPr/>
      <dgm:t>
        <a:bodyPr/>
        <a:lstStyle/>
        <a:p>
          <a:endParaRPr lang="en-GB"/>
        </a:p>
      </dgm:t>
    </dgm:pt>
    <dgm:pt modelId="{27BF821D-2F3E-49CD-9B37-04D0FA768287}">
      <dgm:prSet phldrT="[Text]"/>
      <dgm:spPr>
        <a:xfrm>
          <a:off x="1037289" y="213054"/>
          <a:ext cx="1824320" cy="1824320"/>
        </a:xfrm>
        <a:prstGeom prst="pie">
          <a:avLst>
            <a:gd name="adj1" fmla="val 3240000"/>
            <a:gd name="adj2" fmla="val 7560000"/>
          </a:avLst>
        </a:prstGeom>
      </dgm:spPr>
      <dgm:t>
        <a:bodyPr/>
        <a:lstStyle/>
        <a:p>
          <a:pPr>
            <a:buNone/>
          </a:pPr>
          <a:r>
            <a:rPr lang="en-US" noProof="0">
              <a:latin typeface="Trebuchet MS"/>
              <a:ea typeface="+mn-ea"/>
              <a:cs typeface="+mn-cs"/>
            </a:rPr>
            <a:t>Analyze</a:t>
          </a:r>
        </a:p>
        <a:p>
          <a:pPr>
            <a:buNone/>
          </a:pPr>
          <a:endParaRPr lang="en-US" noProof="0">
            <a:latin typeface="Trebuchet MS"/>
            <a:ea typeface="+mn-ea"/>
            <a:cs typeface="+mn-cs"/>
          </a:endParaRPr>
        </a:p>
      </dgm:t>
    </dgm:pt>
    <dgm:pt modelId="{D1698C79-E725-47CC-941A-190C96E6E135}" type="parTrans" cxnId="{F2C731B1-6208-471C-8AA5-21AEAFEA8436}">
      <dgm:prSet/>
      <dgm:spPr/>
      <dgm:t>
        <a:bodyPr/>
        <a:lstStyle/>
        <a:p>
          <a:endParaRPr lang="en-GB"/>
        </a:p>
      </dgm:t>
    </dgm:pt>
    <dgm:pt modelId="{66444982-89CC-4ADF-9DDF-851D4855A8D8}" type="sibTrans" cxnId="{F2C731B1-6208-471C-8AA5-21AEAFEA8436}">
      <dgm:prSet/>
      <dgm:spPr/>
      <dgm:t>
        <a:bodyPr/>
        <a:lstStyle/>
        <a:p>
          <a:endParaRPr lang="en-GB"/>
        </a:p>
      </dgm:t>
    </dgm:pt>
    <dgm:pt modelId="{17623FF4-83D1-409E-B2C9-D3BD0C35F949}">
      <dgm:prSet/>
      <dgm:spPr>
        <a:xfrm>
          <a:off x="1062917" y="134435"/>
          <a:ext cx="1824320" cy="1824320"/>
        </a:xfrm>
        <a:prstGeom prst="pie">
          <a:avLst>
            <a:gd name="adj1" fmla="val 16200000"/>
            <a:gd name="adj2" fmla="val 20520000"/>
          </a:avLst>
        </a:prstGeom>
      </dgm:spPr>
      <dgm:t>
        <a:bodyPr/>
        <a:lstStyle/>
        <a:p>
          <a:pPr>
            <a:buChar char="•"/>
          </a:pPr>
          <a:endParaRPr lang="en-US" noProof="0">
            <a:solidFill>
              <a:srgbClr val="FFFFFF"/>
            </a:solidFill>
            <a:latin typeface="Arial" panose="020B0604020202020204" pitchFamily="34" charset="0"/>
            <a:ea typeface="+mn-ea"/>
            <a:cs typeface="Arial" panose="020B0604020202020204" pitchFamily="34" charset="0"/>
          </a:endParaRPr>
        </a:p>
      </dgm:t>
    </dgm:pt>
    <dgm:pt modelId="{C5298539-7CF6-43EF-ACF5-4ED8AC1B4A67}" type="parTrans" cxnId="{E02ACA6B-C3D3-4D90-B61C-6E8277B25FF2}">
      <dgm:prSet/>
      <dgm:spPr/>
      <dgm:t>
        <a:bodyPr/>
        <a:lstStyle/>
        <a:p>
          <a:endParaRPr lang="en-GB"/>
        </a:p>
      </dgm:t>
    </dgm:pt>
    <dgm:pt modelId="{A170FA3D-9235-415D-8D21-809B23642B3F}" type="sibTrans" cxnId="{E02ACA6B-C3D3-4D90-B61C-6E8277B25FF2}">
      <dgm:prSet/>
      <dgm:spPr/>
      <dgm:t>
        <a:bodyPr/>
        <a:lstStyle/>
        <a:p>
          <a:endParaRPr lang="en-GB"/>
        </a:p>
      </dgm:t>
    </dgm:pt>
    <dgm:pt modelId="{61F0A2E3-1D9E-4CEC-86A0-B0FE6E70E7B1}">
      <dgm:prSet/>
      <dgm:spPr>
        <a:xfrm>
          <a:off x="996025" y="183083"/>
          <a:ext cx="1824320" cy="1824320"/>
        </a:xfrm>
        <a:prstGeom prst="pie">
          <a:avLst>
            <a:gd name="adj1" fmla="val 7560000"/>
            <a:gd name="adj2" fmla="val 11880000"/>
          </a:avLst>
        </a:prstGeom>
      </dgm:spPr>
      <dgm:t>
        <a:bodyPr/>
        <a:lstStyle/>
        <a:p>
          <a:pPr>
            <a:buNone/>
          </a:pPr>
          <a:r>
            <a:rPr lang="en-US" noProof="0">
              <a:latin typeface="Trebuchet MS"/>
              <a:ea typeface="+mn-ea"/>
              <a:cs typeface="+mn-cs"/>
            </a:rPr>
            <a:t>Improve</a:t>
          </a:r>
        </a:p>
      </dgm:t>
    </dgm:pt>
    <dgm:pt modelId="{13F9578B-8F2E-4E59-AA8C-9F45715DF7BE}" type="parTrans" cxnId="{49807935-D82D-4A28-9444-CF41A811697A}">
      <dgm:prSet/>
      <dgm:spPr/>
      <dgm:t>
        <a:bodyPr/>
        <a:lstStyle/>
        <a:p>
          <a:endParaRPr lang="en-GB"/>
        </a:p>
      </dgm:t>
    </dgm:pt>
    <dgm:pt modelId="{5B0F3261-B8F3-4EF6-8025-08F245E8EF09}" type="sibTrans" cxnId="{49807935-D82D-4A28-9444-CF41A811697A}">
      <dgm:prSet/>
      <dgm:spPr/>
      <dgm:t>
        <a:bodyPr/>
        <a:lstStyle/>
        <a:p>
          <a:endParaRPr lang="en-GB"/>
        </a:p>
      </dgm:t>
    </dgm:pt>
    <dgm:pt modelId="{3607FCD8-6657-4836-95A4-7A279A1F256B}">
      <dgm:prSet/>
      <dgm:spPr>
        <a:xfrm>
          <a:off x="1011662" y="134435"/>
          <a:ext cx="1824320" cy="1824320"/>
        </a:xfrm>
        <a:prstGeom prst="pie">
          <a:avLst>
            <a:gd name="adj1" fmla="val 11880000"/>
            <a:gd name="adj2" fmla="val 16200000"/>
          </a:avLst>
        </a:prstGeom>
      </dgm:spPr>
      <dgm:t>
        <a:bodyPr/>
        <a:lstStyle/>
        <a:p>
          <a:pPr>
            <a:buNone/>
          </a:pPr>
          <a:r>
            <a:rPr lang="en-US" noProof="0">
              <a:latin typeface="Trebuchet MS"/>
              <a:ea typeface="+mn-ea"/>
              <a:cs typeface="+mn-cs"/>
            </a:rPr>
            <a:t>Control</a:t>
          </a:r>
        </a:p>
        <a:p>
          <a:pPr>
            <a:buNone/>
          </a:pPr>
          <a:endParaRPr lang="en-US" noProof="0">
            <a:latin typeface="Trebuchet MS"/>
            <a:ea typeface="+mn-ea"/>
            <a:cs typeface="+mn-cs"/>
          </a:endParaRPr>
        </a:p>
      </dgm:t>
    </dgm:pt>
    <dgm:pt modelId="{E598C32C-35DB-47E0-A1F6-E475AD071A4B}" type="parTrans" cxnId="{956A859B-4D0E-406D-A476-6E0872DFC719}">
      <dgm:prSet/>
      <dgm:spPr/>
      <dgm:t>
        <a:bodyPr/>
        <a:lstStyle/>
        <a:p>
          <a:endParaRPr lang="en-GB"/>
        </a:p>
      </dgm:t>
    </dgm:pt>
    <dgm:pt modelId="{69B2B37B-26AE-4264-84DC-19FA2B13C444}" type="sibTrans" cxnId="{956A859B-4D0E-406D-A476-6E0872DFC719}">
      <dgm:prSet/>
      <dgm:spPr/>
      <dgm:t>
        <a:bodyPr/>
        <a:lstStyle/>
        <a:p>
          <a:endParaRPr lang="en-GB"/>
        </a:p>
      </dgm:t>
    </dgm:pt>
    <dgm:pt modelId="{50B73C20-8720-412A-ABE2-B41B774F189B}" type="pres">
      <dgm:prSet presAssocID="{52D369AA-59C0-49E1-B55E-B70432456B9A}" presName="compositeShape" presStyleCnt="0">
        <dgm:presLayoutVars>
          <dgm:chMax val="7"/>
          <dgm:dir/>
          <dgm:resizeHandles val="exact"/>
        </dgm:presLayoutVars>
      </dgm:prSet>
      <dgm:spPr/>
    </dgm:pt>
    <dgm:pt modelId="{8C235FE3-3F71-44C2-A46B-539B833DE24C}" type="pres">
      <dgm:prSet presAssocID="{52D369AA-59C0-49E1-B55E-B70432456B9A}" presName="wedge1" presStyleLbl="node1" presStyleIdx="0" presStyleCnt="5" custLinFactNeighborX="128" custLinFactNeighborY="-6"/>
      <dgm:spPr/>
    </dgm:pt>
    <dgm:pt modelId="{90038AF1-24CC-43B0-9B1B-D923A7B56C3C}" type="pres">
      <dgm:prSet presAssocID="{52D369AA-59C0-49E1-B55E-B70432456B9A}" presName="dummy1a" presStyleCnt="0"/>
      <dgm:spPr/>
    </dgm:pt>
    <dgm:pt modelId="{71E81969-F2BB-4CC9-867D-9E0708DF02FF}" type="pres">
      <dgm:prSet presAssocID="{52D369AA-59C0-49E1-B55E-B70432456B9A}" presName="dummy1b" presStyleCnt="0"/>
      <dgm:spPr/>
    </dgm:pt>
    <dgm:pt modelId="{DCE22BBA-999E-458F-ADE2-6AD635E0B027}" type="pres">
      <dgm:prSet presAssocID="{52D369AA-59C0-49E1-B55E-B70432456B9A}" presName="wedge1Tx" presStyleLbl="node1" presStyleIdx="0" presStyleCnt="5">
        <dgm:presLayoutVars>
          <dgm:chMax val="0"/>
          <dgm:chPref val="0"/>
          <dgm:bulletEnabled val="1"/>
        </dgm:presLayoutVars>
      </dgm:prSet>
      <dgm:spPr/>
    </dgm:pt>
    <dgm:pt modelId="{EDCE5F9B-1D88-4D8D-9083-55DD36D07A64}" type="pres">
      <dgm:prSet presAssocID="{52D369AA-59C0-49E1-B55E-B70432456B9A}" presName="wedge2" presStyleLbl="node1" presStyleIdx="1" presStyleCnt="5" custLinFactNeighborX="9626" custLinFactNeighborY="4157"/>
      <dgm:spPr/>
    </dgm:pt>
    <dgm:pt modelId="{CF151D6C-DD1F-432A-9488-CEF8ED585BC2}" type="pres">
      <dgm:prSet presAssocID="{52D369AA-59C0-49E1-B55E-B70432456B9A}" presName="dummy2a" presStyleCnt="0"/>
      <dgm:spPr/>
    </dgm:pt>
    <dgm:pt modelId="{94572E03-695E-4870-97D9-5D3958380E35}" type="pres">
      <dgm:prSet presAssocID="{52D369AA-59C0-49E1-B55E-B70432456B9A}" presName="dummy2b" presStyleCnt="0"/>
      <dgm:spPr/>
    </dgm:pt>
    <dgm:pt modelId="{9A004783-E531-48C1-8181-A872C2478DAA}" type="pres">
      <dgm:prSet presAssocID="{52D369AA-59C0-49E1-B55E-B70432456B9A}" presName="wedge2Tx" presStyleLbl="node1" presStyleIdx="1" presStyleCnt="5">
        <dgm:presLayoutVars>
          <dgm:chMax val="0"/>
          <dgm:chPref val="0"/>
          <dgm:bulletEnabled val="1"/>
        </dgm:presLayoutVars>
      </dgm:prSet>
      <dgm:spPr/>
    </dgm:pt>
    <dgm:pt modelId="{A5E52B60-80D4-45E8-AB32-72C8832C4F04}" type="pres">
      <dgm:prSet presAssocID="{52D369AA-59C0-49E1-B55E-B70432456B9A}" presName="wedge3" presStyleLbl="node1" presStyleIdx="2" presStyleCnt="5"/>
      <dgm:spPr/>
    </dgm:pt>
    <dgm:pt modelId="{5206D377-FF06-4A93-85A7-58B4AD85BDAC}" type="pres">
      <dgm:prSet presAssocID="{52D369AA-59C0-49E1-B55E-B70432456B9A}" presName="dummy3a" presStyleCnt="0"/>
      <dgm:spPr/>
    </dgm:pt>
    <dgm:pt modelId="{F113BEB2-4F0E-4611-BCBE-814660A4A7D5}" type="pres">
      <dgm:prSet presAssocID="{52D369AA-59C0-49E1-B55E-B70432456B9A}" presName="dummy3b" presStyleCnt="0"/>
      <dgm:spPr/>
    </dgm:pt>
    <dgm:pt modelId="{54C2283A-AC5E-45E9-B06B-8E6497C8CC06}" type="pres">
      <dgm:prSet presAssocID="{52D369AA-59C0-49E1-B55E-B70432456B9A}" presName="wedge3Tx" presStyleLbl="node1" presStyleIdx="2" presStyleCnt="5">
        <dgm:presLayoutVars>
          <dgm:chMax val="0"/>
          <dgm:chPref val="0"/>
          <dgm:bulletEnabled val="1"/>
        </dgm:presLayoutVars>
      </dgm:prSet>
      <dgm:spPr/>
    </dgm:pt>
    <dgm:pt modelId="{45CD1A6F-7DD7-4DE4-B175-D658CA85DBBD}" type="pres">
      <dgm:prSet presAssocID="{52D369AA-59C0-49E1-B55E-B70432456B9A}" presName="wedge4" presStyleLbl="node1" presStyleIdx="3" presStyleCnt="5"/>
      <dgm:spPr/>
    </dgm:pt>
    <dgm:pt modelId="{BADB538E-E5E0-42D9-8D41-A1BA0A54E760}" type="pres">
      <dgm:prSet presAssocID="{52D369AA-59C0-49E1-B55E-B70432456B9A}" presName="dummy4a" presStyleCnt="0"/>
      <dgm:spPr/>
    </dgm:pt>
    <dgm:pt modelId="{91C2630D-E657-4FDB-80ED-2B152AB0CF09}" type="pres">
      <dgm:prSet presAssocID="{52D369AA-59C0-49E1-B55E-B70432456B9A}" presName="dummy4b" presStyleCnt="0"/>
      <dgm:spPr/>
    </dgm:pt>
    <dgm:pt modelId="{49429826-AA5F-47CA-B11A-ABD6DE54C821}" type="pres">
      <dgm:prSet presAssocID="{52D369AA-59C0-49E1-B55E-B70432456B9A}" presName="wedge4Tx" presStyleLbl="node1" presStyleIdx="3" presStyleCnt="5">
        <dgm:presLayoutVars>
          <dgm:chMax val="0"/>
          <dgm:chPref val="0"/>
          <dgm:bulletEnabled val="1"/>
        </dgm:presLayoutVars>
      </dgm:prSet>
      <dgm:spPr/>
    </dgm:pt>
    <dgm:pt modelId="{3B487735-59B4-41E9-BDAB-5D244BF18F68}" type="pres">
      <dgm:prSet presAssocID="{52D369AA-59C0-49E1-B55E-B70432456B9A}" presName="wedge5" presStyleLbl="node1" presStyleIdx="4" presStyleCnt="5"/>
      <dgm:spPr/>
    </dgm:pt>
    <dgm:pt modelId="{939A2975-E45D-4D75-835C-838DA7CA4783}" type="pres">
      <dgm:prSet presAssocID="{52D369AA-59C0-49E1-B55E-B70432456B9A}" presName="dummy5a" presStyleCnt="0"/>
      <dgm:spPr/>
    </dgm:pt>
    <dgm:pt modelId="{76229039-77BD-4536-8D9F-CEC0D2D14777}" type="pres">
      <dgm:prSet presAssocID="{52D369AA-59C0-49E1-B55E-B70432456B9A}" presName="dummy5b" presStyleCnt="0"/>
      <dgm:spPr/>
    </dgm:pt>
    <dgm:pt modelId="{85604DE5-89B7-4180-B562-F4BF7B9539D2}" type="pres">
      <dgm:prSet presAssocID="{52D369AA-59C0-49E1-B55E-B70432456B9A}" presName="wedge5Tx" presStyleLbl="node1" presStyleIdx="4" presStyleCnt="5">
        <dgm:presLayoutVars>
          <dgm:chMax val="0"/>
          <dgm:chPref val="0"/>
          <dgm:bulletEnabled val="1"/>
        </dgm:presLayoutVars>
      </dgm:prSet>
      <dgm:spPr/>
    </dgm:pt>
    <dgm:pt modelId="{1B3C0182-CF0B-417D-8862-5551CF080ABD}" type="pres">
      <dgm:prSet presAssocID="{E2E703FF-F63F-4A79-96BF-A0500BFFB256}" presName="arrowWedge1" presStyleLbl="fgSibTrans2D1" presStyleIdx="0" presStyleCnt="5"/>
      <dgm:spPr>
        <a:xfrm>
          <a:off x="949897" y="21500"/>
          <a:ext cx="2050188" cy="2050188"/>
        </a:xfrm>
        <a:prstGeom prst="circularArrow">
          <a:avLst>
            <a:gd name="adj1" fmla="val 5085"/>
            <a:gd name="adj2" fmla="val 327528"/>
            <a:gd name="adj3" fmla="val 20192361"/>
            <a:gd name="adj4" fmla="val 16200324"/>
            <a:gd name="adj5" fmla="val 5932"/>
          </a:avLst>
        </a:prstGeom>
      </dgm:spPr>
    </dgm:pt>
    <dgm:pt modelId="{943B39FA-B7B3-4946-B395-D611843A2FD5}" type="pres">
      <dgm:prSet presAssocID="{BAD65EFA-967E-4883-AE14-C7953EF71C1F}" presName="arrowWedge2" presStyleLbl="fgSibTrans2D1" presStyleIdx="1" presStyleCnt="5"/>
      <dgm:spPr>
        <a:xfrm>
          <a:off x="965746" y="70133"/>
          <a:ext cx="2050188" cy="2050188"/>
        </a:xfrm>
        <a:prstGeom prst="circularArrow">
          <a:avLst>
            <a:gd name="adj1" fmla="val 5085"/>
            <a:gd name="adj2" fmla="val 327528"/>
            <a:gd name="adj3" fmla="val 2912753"/>
            <a:gd name="adj4" fmla="val 20519953"/>
            <a:gd name="adj5" fmla="val 5932"/>
          </a:avLst>
        </a:prstGeom>
      </dgm:spPr>
    </dgm:pt>
    <dgm:pt modelId="{F382579C-1F35-4CBE-B203-942B20126A0F}" type="pres">
      <dgm:prSet presAssocID="{66444982-89CC-4ADF-9DDF-851D4855A8D8}" presName="arrowWedge3" presStyleLbl="fgSibTrans2D1" presStyleIdx="2" presStyleCnt="5"/>
      <dgm:spPr>
        <a:xfrm>
          <a:off x="924355" y="100196"/>
          <a:ext cx="2050188" cy="2050188"/>
        </a:xfrm>
        <a:prstGeom prst="circularArrow">
          <a:avLst>
            <a:gd name="adj1" fmla="val 5085"/>
            <a:gd name="adj2" fmla="val 327528"/>
            <a:gd name="adj3" fmla="val 7232777"/>
            <a:gd name="adj4" fmla="val 3239695"/>
            <a:gd name="adj5" fmla="val 5932"/>
          </a:avLst>
        </a:prstGeom>
      </dgm:spPr>
    </dgm:pt>
    <dgm:pt modelId="{CDF1F5E0-2273-4303-AC97-73925993329B}" type="pres">
      <dgm:prSet presAssocID="{5B0F3261-B8F3-4EF6-8025-08F245E8EF09}" presName="arrowWedge4" presStyleLbl="fgSibTrans2D1" presStyleIdx="3" presStyleCnt="5"/>
      <dgm:spPr>
        <a:xfrm>
          <a:off x="882965" y="70133"/>
          <a:ext cx="2050188" cy="2050188"/>
        </a:xfrm>
        <a:prstGeom prst="circularArrow">
          <a:avLst>
            <a:gd name="adj1" fmla="val 5085"/>
            <a:gd name="adj2" fmla="val 327528"/>
            <a:gd name="adj3" fmla="val 11552519"/>
            <a:gd name="adj4" fmla="val 7559718"/>
            <a:gd name="adj5" fmla="val 5932"/>
          </a:avLst>
        </a:prstGeom>
      </dgm:spPr>
    </dgm:pt>
    <dgm:pt modelId="{578C926A-45BB-4DF8-A8E0-D69C701E431E}" type="pres">
      <dgm:prSet presAssocID="{69B2B37B-26AE-4264-84DC-19FA2B13C444}" presName="arrowWedge5" presStyleLbl="fgSibTrans2D1" presStyleIdx="4" presStyleCnt="5"/>
      <dgm:spPr>
        <a:xfrm>
          <a:off x="898814" y="21500"/>
          <a:ext cx="2050188" cy="2050188"/>
        </a:xfrm>
        <a:prstGeom prst="circularArrow">
          <a:avLst>
            <a:gd name="adj1" fmla="val 5085"/>
            <a:gd name="adj2" fmla="val 327528"/>
            <a:gd name="adj3" fmla="val 15872148"/>
            <a:gd name="adj4" fmla="val 11880111"/>
            <a:gd name="adj5" fmla="val 5932"/>
          </a:avLst>
        </a:prstGeom>
      </dgm:spPr>
    </dgm:pt>
  </dgm:ptLst>
  <dgm:cxnLst>
    <dgm:cxn modelId="{80E0BF16-C569-4180-B274-29A4561BD76A}" type="presOf" srcId="{27BF821D-2F3E-49CD-9B37-04D0FA768287}" destId="{54C2283A-AC5E-45E9-B06B-8E6497C8CC06}" srcOrd="1" destOrd="0" presId="urn:microsoft.com/office/officeart/2005/8/layout/cycle8"/>
    <dgm:cxn modelId="{31770029-1BAD-49B4-A767-7516DFF61D5B}" type="presOf" srcId="{17623FF4-83D1-409E-B2C9-D3BD0C35F949}" destId="{8C235FE3-3F71-44C2-A46B-539B833DE24C}" srcOrd="0" destOrd="1" presId="urn:microsoft.com/office/officeart/2005/8/layout/cycle8"/>
    <dgm:cxn modelId="{49807935-D82D-4A28-9444-CF41A811697A}" srcId="{52D369AA-59C0-49E1-B55E-B70432456B9A}" destId="{61F0A2E3-1D9E-4CEC-86A0-B0FE6E70E7B1}" srcOrd="3" destOrd="0" parTransId="{13F9578B-8F2E-4E59-AA8C-9F45715DF7BE}" sibTransId="{5B0F3261-B8F3-4EF6-8025-08F245E8EF09}"/>
    <dgm:cxn modelId="{77886068-65C1-4DE8-90B9-36CAC78D28B5}" type="presOf" srcId="{17623FF4-83D1-409E-B2C9-D3BD0C35F949}" destId="{DCE22BBA-999E-458F-ADE2-6AD635E0B027}" srcOrd="1" destOrd="1" presId="urn:microsoft.com/office/officeart/2005/8/layout/cycle8"/>
    <dgm:cxn modelId="{E02ACA6B-C3D3-4D90-B61C-6E8277B25FF2}" srcId="{D6618069-B0EC-4200-9E36-A2D5FA553F52}" destId="{17623FF4-83D1-409E-B2C9-D3BD0C35F949}" srcOrd="0" destOrd="0" parTransId="{C5298539-7CF6-43EF-ACF5-4ED8AC1B4A67}" sibTransId="{A170FA3D-9235-415D-8D21-809B23642B3F}"/>
    <dgm:cxn modelId="{CD5B734D-355E-4F53-BDB3-B027EB54C335}" type="presOf" srcId="{61F0A2E3-1D9E-4CEC-86A0-B0FE6E70E7B1}" destId="{49429826-AA5F-47CA-B11A-ABD6DE54C821}" srcOrd="1" destOrd="0" presId="urn:microsoft.com/office/officeart/2005/8/layout/cycle8"/>
    <dgm:cxn modelId="{3321FE52-A8B8-4A6C-AC9C-6F68280E5C1A}" type="presOf" srcId="{43434F5F-A1D0-4D7B-93B7-E3D3DB8C0F0B}" destId="{9A004783-E531-48C1-8181-A872C2478DAA}" srcOrd="1" destOrd="0" presId="urn:microsoft.com/office/officeart/2005/8/layout/cycle8"/>
    <dgm:cxn modelId="{80EA788F-BC8B-445D-9DE6-5E1576DBBAB1}" type="presOf" srcId="{3607FCD8-6657-4836-95A4-7A279A1F256B}" destId="{3B487735-59B4-41E9-BDAB-5D244BF18F68}" srcOrd="0" destOrd="0" presId="urn:microsoft.com/office/officeart/2005/8/layout/cycle8"/>
    <dgm:cxn modelId="{956A859B-4D0E-406D-A476-6E0872DFC719}" srcId="{52D369AA-59C0-49E1-B55E-B70432456B9A}" destId="{3607FCD8-6657-4836-95A4-7A279A1F256B}" srcOrd="4" destOrd="0" parTransId="{E598C32C-35DB-47E0-A1F6-E475AD071A4B}" sibTransId="{69B2B37B-26AE-4264-84DC-19FA2B13C444}"/>
    <dgm:cxn modelId="{851BA8A4-9B3D-48C7-9A10-E466CFA74B4A}" type="presOf" srcId="{D6618069-B0EC-4200-9E36-A2D5FA553F52}" destId="{8C235FE3-3F71-44C2-A46B-539B833DE24C}" srcOrd="0" destOrd="0" presId="urn:microsoft.com/office/officeart/2005/8/layout/cycle8"/>
    <dgm:cxn modelId="{40525CA9-711A-4555-8430-04F5EC60DCDF}" type="presOf" srcId="{3607FCD8-6657-4836-95A4-7A279A1F256B}" destId="{85604DE5-89B7-4180-B562-F4BF7B9539D2}" srcOrd="1" destOrd="0" presId="urn:microsoft.com/office/officeart/2005/8/layout/cycle8"/>
    <dgm:cxn modelId="{F2C731B1-6208-471C-8AA5-21AEAFEA8436}" srcId="{52D369AA-59C0-49E1-B55E-B70432456B9A}" destId="{27BF821D-2F3E-49CD-9B37-04D0FA768287}" srcOrd="2" destOrd="0" parTransId="{D1698C79-E725-47CC-941A-190C96E6E135}" sibTransId="{66444982-89CC-4ADF-9DDF-851D4855A8D8}"/>
    <dgm:cxn modelId="{804081B6-634C-48F7-BE19-0675DFCD041F}" srcId="{52D369AA-59C0-49E1-B55E-B70432456B9A}" destId="{D6618069-B0EC-4200-9E36-A2D5FA553F52}" srcOrd="0" destOrd="0" parTransId="{893EE6D8-CE80-42FD-B96D-4B0C4CCFFA5F}" sibTransId="{E2E703FF-F63F-4A79-96BF-A0500BFFB256}"/>
    <dgm:cxn modelId="{0A828DC2-5466-4E4B-8B06-DC2AF9159DE7}" type="presOf" srcId="{61F0A2E3-1D9E-4CEC-86A0-B0FE6E70E7B1}" destId="{45CD1A6F-7DD7-4DE4-B175-D658CA85DBBD}" srcOrd="0" destOrd="0" presId="urn:microsoft.com/office/officeart/2005/8/layout/cycle8"/>
    <dgm:cxn modelId="{78276EC5-638E-4FB2-ACB7-01621011D25E}" type="presOf" srcId="{27BF821D-2F3E-49CD-9B37-04D0FA768287}" destId="{A5E52B60-80D4-45E8-AB32-72C8832C4F04}" srcOrd="0" destOrd="0" presId="urn:microsoft.com/office/officeart/2005/8/layout/cycle8"/>
    <dgm:cxn modelId="{65D8C6C9-1A10-491C-9E4D-E64E01660637}" srcId="{52D369AA-59C0-49E1-B55E-B70432456B9A}" destId="{43434F5F-A1D0-4D7B-93B7-E3D3DB8C0F0B}" srcOrd="1" destOrd="0" parTransId="{CC653188-7757-47F5-980D-2F580D5D046C}" sibTransId="{BAD65EFA-967E-4883-AE14-C7953EF71C1F}"/>
    <dgm:cxn modelId="{10D097CA-E7CD-4428-8B11-E9F7EA003D0A}" type="presOf" srcId="{D6618069-B0EC-4200-9E36-A2D5FA553F52}" destId="{DCE22BBA-999E-458F-ADE2-6AD635E0B027}" srcOrd="1" destOrd="0" presId="urn:microsoft.com/office/officeart/2005/8/layout/cycle8"/>
    <dgm:cxn modelId="{952FC0D1-ACC3-489B-9B7D-E2B9EC3D23F4}" type="presOf" srcId="{52D369AA-59C0-49E1-B55E-B70432456B9A}" destId="{50B73C20-8720-412A-ABE2-B41B774F189B}" srcOrd="0" destOrd="0" presId="urn:microsoft.com/office/officeart/2005/8/layout/cycle8"/>
    <dgm:cxn modelId="{6A173FDB-54F1-4B5C-AC26-42035B875450}" type="presOf" srcId="{43434F5F-A1D0-4D7B-93B7-E3D3DB8C0F0B}" destId="{EDCE5F9B-1D88-4D8D-9083-55DD36D07A64}" srcOrd="0" destOrd="0" presId="urn:microsoft.com/office/officeart/2005/8/layout/cycle8"/>
    <dgm:cxn modelId="{F0697471-CBB1-4158-933D-B4B3F75E0604}" type="presParOf" srcId="{50B73C20-8720-412A-ABE2-B41B774F189B}" destId="{8C235FE3-3F71-44C2-A46B-539B833DE24C}" srcOrd="0" destOrd="0" presId="urn:microsoft.com/office/officeart/2005/8/layout/cycle8"/>
    <dgm:cxn modelId="{168EB40C-5A6D-4F3F-BF2C-FCF94CCE2D39}" type="presParOf" srcId="{50B73C20-8720-412A-ABE2-B41B774F189B}" destId="{90038AF1-24CC-43B0-9B1B-D923A7B56C3C}" srcOrd="1" destOrd="0" presId="urn:microsoft.com/office/officeart/2005/8/layout/cycle8"/>
    <dgm:cxn modelId="{569908DA-43D7-45B1-8009-0FA68FF133C5}" type="presParOf" srcId="{50B73C20-8720-412A-ABE2-B41B774F189B}" destId="{71E81969-F2BB-4CC9-867D-9E0708DF02FF}" srcOrd="2" destOrd="0" presId="urn:microsoft.com/office/officeart/2005/8/layout/cycle8"/>
    <dgm:cxn modelId="{120B6D63-67B5-4651-89B8-2F4AFC748633}" type="presParOf" srcId="{50B73C20-8720-412A-ABE2-B41B774F189B}" destId="{DCE22BBA-999E-458F-ADE2-6AD635E0B027}" srcOrd="3" destOrd="0" presId="urn:microsoft.com/office/officeart/2005/8/layout/cycle8"/>
    <dgm:cxn modelId="{84303F93-7770-4778-B60E-02E295CCDB18}" type="presParOf" srcId="{50B73C20-8720-412A-ABE2-B41B774F189B}" destId="{EDCE5F9B-1D88-4D8D-9083-55DD36D07A64}" srcOrd="4" destOrd="0" presId="urn:microsoft.com/office/officeart/2005/8/layout/cycle8"/>
    <dgm:cxn modelId="{10C0342C-209A-4EE1-BB67-4E82BD92DDB7}" type="presParOf" srcId="{50B73C20-8720-412A-ABE2-B41B774F189B}" destId="{CF151D6C-DD1F-432A-9488-CEF8ED585BC2}" srcOrd="5" destOrd="0" presId="urn:microsoft.com/office/officeart/2005/8/layout/cycle8"/>
    <dgm:cxn modelId="{D088F9FD-84AC-4D71-B185-0A3300C456C8}" type="presParOf" srcId="{50B73C20-8720-412A-ABE2-B41B774F189B}" destId="{94572E03-695E-4870-97D9-5D3958380E35}" srcOrd="6" destOrd="0" presId="urn:microsoft.com/office/officeart/2005/8/layout/cycle8"/>
    <dgm:cxn modelId="{876BFD5D-E2AD-4F6B-9D62-8D6CA971713B}" type="presParOf" srcId="{50B73C20-8720-412A-ABE2-B41B774F189B}" destId="{9A004783-E531-48C1-8181-A872C2478DAA}" srcOrd="7" destOrd="0" presId="urn:microsoft.com/office/officeart/2005/8/layout/cycle8"/>
    <dgm:cxn modelId="{B9611131-DF8C-44CB-96EC-2C6187ABC38E}" type="presParOf" srcId="{50B73C20-8720-412A-ABE2-B41B774F189B}" destId="{A5E52B60-80D4-45E8-AB32-72C8832C4F04}" srcOrd="8" destOrd="0" presId="urn:microsoft.com/office/officeart/2005/8/layout/cycle8"/>
    <dgm:cxn modelId="{490646F5-EF01-44D1-947D-C692A4CDBA66}" type="presParOf" srcId="{50B73C20-8720-412A-ABE2-B41B774F189B}" destId="{5206D377-FF06-4A93-85A7-58B4AD85BDAC}" srcOrd="9" destOrd="0" presId="urn:microsoft.com/office/officeart/2005/8/layout/cycle8"/>
    <dgm:cxn modelId="{ECCF5117-1E10-477D-9559-5C5ECCAC164D}" type="presParOf" srcId="{50B73C20-8720-412A-ABE2-B41B774F189B}" destId="{F113BEB2-4F0E-4611-BCBE-814660A4A7D5}" srcOrd="10" destOrd="0" presId="urn:microsoft.com/office/officeart/2005/8/layout/cycle8"/>
    <dgm:cxn modelId="{15C2D79C-91A3-47CD-8374-199DEC331890}" type="presParOf" srcId="{50B73C20-8720-412A-ABE2-B41B774F189B}" destId="{54C2283A-AC5E-45E9-B06B-8E6497C8CC06}" srcOrd="11" destOrd="0" presId="urn:microsoft.com/office/officeart/2005/8/layout/cycle8"/>
    <dgm:cxn modelId="{D6E4223E-9B2A-4E44-AEAB-45457981423F}" type="presParOf" srcId="{50B73C20-8720-412A-ABE2-B41B774F189B}" destId="{45CD1A6F-7DD7-4DE4-B175-D658CA85DBBD}" srcOrd="12" destOrd="0" presId="urn:microsoft.com/office/officeart/2005/8/layout/cycle8"/>
    <dgm:cxn modelId="{816B34C5-1FCC-4A31-9A69-5F5054EF6618}" type="presParOf" srcId="{50B73C20-8720-412A-ABE2-B41B774F189B}" destId="{BADB538E-E5E0-42D9-8D41-A1BA0A54E760}" srcOrd="13" destOrd="0" presId="urn:microsoft.com/office/officeart/2005/8/layout/cycle8"/>
    <dgm:cxn modelId="{E58EBEFA-592C-400E-B377-C856EA82807F}" type="presParOf" srcId="{50B73C20-8720-412A-ABE2-B41B774F189B}" destId="{91C2630D-E657-4FDB-80ED-2B152AB0CF09}" srcOrd="14" destOrd="0" presId="urn:microsoft.com/office/officeart/2005/8/layout/cycle8"/>
    <dgm:cxn modelId="{CCD18F65-0485-48C6-909E-7BCBB943D79E}" type="presParOf" srcId="{50B73C20-8720-412A-ABE2-B41B774F189B}" destId="{49429826-AA5F-47CA-B11A-ABD6DE54C821}" srcOrd="15" destOrd="0" presId="urn:microsoft.com/office/officeart/2005/8/layout/cycle8"/>
    <dgm:cxn modelId="{63846FA1-5D85-42C9-933E-037704582F50}" type="presParOf" srcId="{50B73C20-8720-412A-ABE2-B41B774F189B}" destId="{3B487735-59B4-41E9-BDAB-5D244BF18F68}" srcOrd="16" destOrd="0" presId="urn:microsoft.com/office/officeart/2005/8/layout/cycle8"/>
    <dgm:cxn modelId="{D4A25B8E-ECDA-4E18-8745-075786C360BE}" type="presParOf" srcId="{50B73C20-8720-412A-ABE2-B41B774F189B}" destId="{939A2975-E45D-4D75-835C-838DA7CA4783}" srcOrd="17" destOrd="0" presId="urn:microsoft.com/office/officeart/2005/8/layout/cycle8"/>
    <dgm:cxn modelId="{D9F9CDC3-0A72-4389-BC90-F9E89F90FB55}" type="presParOf" srcId="{50B73C20-8720-412A-ABE2-B41B774F189B}" destId="{76229039-77BD-4536-8D9F-CEC0D2D14777}" srcOrd="18" destOrd="0" presId="urn:microsoft.com/office/officeart/2005/8/layout/cycle8"/>
    <dgm:cxn modelId="{B6377646-4E5F-4A6C-8830-F8F204A6839B}" type="presParOf" srcId="{50B73C20-8720-412A-ABE2-B41B774F189B}" destId="{85604DE5-89B7-4180-B562-F4BF7B9539D2}" srcOrd="19" destOrd="0" presId="urn:microsoft.com/office/officeart/2005/8/layout/cycle8"/>
    <dgm:cxn modelId="{6F3AA099-86CA-4C4C-A96A-80F24A60A4FF}" type="presParOf" srcId="{50B73C20-8720-412A-ABE2-B41B774F189B}" destId="{1B3C0182-CF0B-417D-8862-5551CF080ABD}" srcOrd="20" destOrd="0" presId="urn:microsoft.com/office/officeart/2005/8/layout/cycle8"/>
    <dgm:cxn modelId="{5A889218-F07E-4117-9BF5-4D3C479D9E0F}" type="presParOf" srcId="{50B73C20-8720-412A-ABE2-B41B774F189B}" destId="{943B39FA-B7B3-4946-B395-D611843A2FD5}" srcOrd="21" destOrd="0" presId="urn:microsoft.com/office/officeart/2005/8/layout/cycle8"/>
    <dgm:cxn modelId="{DF53E29A-B27D-4573-A778-472B14395646}" type="presParOf" srcId="{50B73C20-8720-412A-ABE2-B41B774F189B}" destId="{F382579C-1F35-4CBE-B203-942B20126A0F}" srcOrd="22" destOrd="0" presId="urn:microsoft.com/office/officeart/2005/8/layout/cycle8"/>
    <dgm:cxn modelId="{5AC306C3-10BC-426E-8737-A1813C15BCD0}" type="presParOf" srcId="{50B73C20-8720-412A-ABE2-B41B774F189B}" destId="{CDF1F5E0-2273-4303-AC97-73925993329B}" srcOrd="23" destOrd="0" presId="urn:microsoft.com/office/officeart/2005/8/layout/cycle8"/>
    <dgm:cxn modelId="{F6E7CDAB-577A-4E47-87DF-7F49B00FF327}" type="presParOf" srcId="{50B73C20-8720-412A-ABE2-B41B774F189B}" destId="{578C926A-45BB-4DF8-A8E0-D69C701E431E}" srcOrd="24" destOrd="0" presId="urn:microsoft.com/office/officeart/2005/8/layout/cycle8"/>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ACAAAA1-9166-4621-B38C-6E7EA8BBE198}" type="doc">
      <dgm:prSet loTypeId="urn:microsoft.com/office/officeart/2005/8/layout/hChevron3" loCatId="process" qsTypeId="urn:microsoft.com/office/officeart/2005/8/quickstyle/simple5#1" qsCatId="simple" csTypeId="urn:microsoft.com/office/officeart/2005/8/colors/accent1_2#2" csCatId="accent1" phldr="1"/>
      <dgm:spPr/>
      <dgm:t>
        <a:bodyPr/>
        <a:lstStyle/>
        <a:p>
          <a:endParaRPr lang="en-US"/>
        </a:p>
      </dgm:t>
    </dgm:pt>
    <dgm:pt modelId="{5DC43FB9-F7B5-4341-8481-F4F4490D5069}">
      <dgm:prSet phldrT="[Text]" custT="1"/>
      <dgm:spPr>
        <a:solidFill>
          <a:schemeClr val="tx2"/>
        </a:solidFill>
        <a:effectLst/>
      </dgm:spPr>
      <dgm:t>
        <a:bodyPr/>
        <a:lstStyle/>
        <a:p>
          <a:pPr algn="ctr"/>
          <a:r>
            <a:rPr lang="en-US" sz="1800" b="1" noProof="0" dirty="0">
              <a:solidFill>
                <a:schemeClr val="bg1"/>
              </a:solidFill>
              <a:latin typeface="+mn-lt"/>
              <a:cs typeface="Arial" panose="020B0604020202020204" pitchFamily="34" charset="0"/>
            </a:rPr>
            <a:t>Select what to measure</a:t>
          </a:r>
        </a:p>
      </dgm:t>
    </dgm:pt>
    <dgm:pt modelId="{57EB6F99-85C9-4774-B2CC-A3CB8B4B46E3}" type="parTrans" cxnId="{4C73EA4F-304E-40E7-940F-082CF5CFE393}">
      <dgm:prSet/>
      <dgm:spPr/>
      <dgm:t>
        <a:bodyPr/>
        <a:lstStyle/>
        <a:p>
          <a:pPr algn="ctr"/>
          <a:endParaRPr lang="en-GB" sz="1800" b="1">
            <a:latin typeface="+mn-lt"/>
            <a:cs typeface="Arial" panose="020B0604020202020204" pitchFamily="34" charset="0"/>
          </a:endParaRPr>
        </a:p>
      </dgm:t>
    </dgm:pt>
    <dgm:pt modelId="{FAF3D4C6-8E6A-4C79-8602-3AFC07EFF118}" type="sibTrans" cxnId="{4C73EA4F-304E-40E7-940F-082CF5CFE393}">
      <dgm:prSet/>
      <dgm:spPr/>
      <dgm:t>
        <a:bodyPr/>
        <a:lstStyle/>
        <a:p>
          <a:pPr algn="ctr"/>
          <a:endParaRPr lang="en-GB" sz="1800" b="1">
            <a:latin typeface="+mn-lt"/>
            <a:cs typeface="Arial" panose="020B0604020202020204" pitchFamily="34" charset="0"/>
          </a:endParaRPr>
        </a:p>
      </dgm:t>
    </dgm:pt>
    <dgm:pt modelId="{676A2A38-B1E1-4186-8BCF-5501ACA8EB24}">
      <dgm:prSet phldrT="[Text]" custT="1"/>
      <dgm:spPr>
        <a:solidFill>
          <a:schemeClr val="accent1"/>
        </a:solidFill>
        <a:effectLst/>
      </dgm:spPr>
      <dgm:t>
        <a:bodyPr/>
        <a:lstStyle/>
        <a:p>
          <a:pPr algn="ctr"/>
          <a:r>
            <a:rPr lang="en-US" sz="1800" b="1" noProof="0">
              <a:solidFill>
                <a:schemeClr val="bg1"/>
              </a:solidFill>
              <a:latin typeface="+mn-lt"/>
              <a:cs typeface="Arial" panose="020B0604020202020204" pitchFamily="34" charset="0"/>
            </a:rPr>
            <a:t>Define operational definitions</a:t>
          </a:r>
        </a:p>
      </dgm:t>
    </dgm:pt>
    <dgm:pt modelId="{6D3B9E73-8764-4C25-AA52-047770DCE89F}" type="parTrans" cxnId="{AB0BF37A-6389-4F67-811D-396688E63BC7}">
      <dgm:prSet/>
      <dgm:spPr/>
      <dgm:t>
        <a:bodyPr/>
        <a:lstStyle/>
        <a:p>
          <a:pPr algn="ctr"/>
          <a:endParaRPr lang="en-GB" sz="1800" b="1">
            <a:latin typeface="+mn-lt"/>
            <a:cs typeface="Arial" panose="020B0604020202020204" pitchFamily="34" charset="0"/>
          </a:endParaRPr>
        </a:p>
      </dgm:t>
    </dgm:pt>
    <dgm:pt modelId="{92DC7D91-8F21-403B-8990-24BBEF4E4CDA}" type="sibTrans" cxnId="{AB0BF37A-6389-4F67-811D-396688E63BC7}">
      <dgm:prSet/>
      <dgm:spPr/>
      <dgm:t>
        <a:bodyPr/>
        <a:lstStyle/>
        <a:p>
          <a:pPr algn="ctr"/>
          <a:endParaRPr lang="en-GB" sz="1800" b="1">
            <a:latin typeface="+mn-lt"/>
            <a:cs typeface="Arial" panose="020B0604020202020204" pitchFamily="34" charset="0"/>
          </a:endParaRPr>
        </a:p>
      </dgm:t>
    </dgm:pt>
    <dgm:pt modelId="{DD2182FA-0411-4537-A443-7AD87301307E}">
      <dgm:prSet phldrT="[Text]" custT="1"/>
      <dgm:spPr>
        <a:solidFill>
          <a:schemeClr val="accent3"/>
        </a:solidFill>
        <a:ln>
          <a:noFill/>
        </a:ln>
        <a:effectLst/>
      </dgm:spPr>
      <dgm:t>
        <a:bodyPr spcFirstLastPara="0" vert="horz" wrap="square" lIns="96012" tIns="48006" rIns="24003" bIns="48006" numCol="1" spcCol="1270" anchor="ctr" anchorCtr="0"/>
        <a:lstStyle/>
        <a:p>
          <a:pPr algn="ctr"/>
          <a:r>
            <a:rPr lang="en-US" sz="1800" b="1" noProof="0">
              <a:solidFill>
                <a:schemeClr val="bg1"/>
              </a:solidFill>
              <a:latin typeface="+mn-lt"/>
              <a:cs typeface="Arial" panose="020B0604020202020204" pitchFamily="34" charset="0"/>
            </a:rPr>
            <a:t>Identify data sources</a:t>
          </a:r>
        </a:p>
      </dgm:t>
    </dgm:pt>
    <dgm:pt modelId="{1576897F-2715-413F-A576-4676B7F66624}" type="parTrans" cxnId="{8BE558A0-65FF-4AF4-B5F4-8444BB716576}">
      <dgm:prSet/>
      <dgm:spPr/>
      <dgm:t>
        <a:bodyPr/>
        <a:lstStyle/>
        <a:p>
          <a:pPr algn="ctr"/>
          <a:endParaRPr lang="en-GB" sz="1800" b="1">
            <a:latin typeface="+mn-lt"/>
            <a:cs typeface="Arial" panose="020B0604020202020204" pitchFamily="34" charset="0"/>
          </a:endParaRPr>
        </a:p>
      </dgm:t>
    </dgm:pt>
    <dgm:pt modelId="{ABB84739-BBF9-47E9-9C9F-7405DF1C2E86}" type="sibTrans" cxnId="{8BE558A0-65FF-4AF4-B5F4-8444BB716576}">
      <dgm:prSet/>
      <dgm:spPr/>
      <dgm:t>
        <a:bodyPr/>
        <a:lstStyle/>
        <a:p>
          <a:pPr algn="ctr"/>
          <a:endParaRPr lang="en-GB" sz="1800" b="1">
            <a:latin typeface="+mn-lt"/>
            <a:cs typeface="Arial" panose="020B0604020202020204" pitchFamily="34" charset="0"/>
          </a:endParaRPr>
        </a:p>
      </dgm:t>
    </dgm:pt>
    <dgm:pt modelId="{567726F5-67AC-41D9-8203-A0D8104545EF}">
      <dgm:prSet phldrT="[Text]" custT="1"/>
      <dgm:spPr>
        <a:solidFill>
          <a:schemeClr val="accent4"/>
        </a:solidFill>
        <a:ln>
          <a:noFill/>
        </a:ln>
        <a:effectLst/>
      </dgm:spPr>
      <dgm:t>
        <a:bodyPr spcFirstLastPara="0" vert="horz" wrap="square" lIns="72009" tIns="48006" rIns="24003" bIns="48006" numCol="1" spcCol="1270" anchor="ctr" anchorCtr="0"/>
        <a:lstStyle/>
        <a:p>
          <a:pPr marL="0" lvl="0" indent="0" algn="ctr" defTabSz="800100">
            <a:lnSpc>
              <a:spcPct val="90000"/>
            </a:lnSpc>
            <a:spcBef>
              <a:spcPct val="0"/>
            </a:spcBef>
            <a:spcAft>
              <a:spcPct val="35000"/>
            </a:spcAft>
            <a:buNone/>
          </a:pPr>
          <a:r>
            <a:rPr lang="en-US" sz="1800" b="1" kern="1200" noProof="0">
              <a:solidFill>
                <a:schemeClr val="bg1"/>
              </a:solidFill>
              <a:latin typeface="+mn-lt"/>
              <a:ea typeface="+mn-ea"/>
              <a:cs typeface="Arial" panose="020B0604020202020204" pitchFamily="34" charset="0"/>
            </a:rPr>
            <a:t>Develop a collection and sampling plan</a:t>
          </a:r>
        </a:p>
      </dgm:t>
    </dgm:pt>
    <dgm:pt modelId="{F2FBC948-0259-424E-9339-15A988756E49}" type="parTrans" cxnId="{D6F617BB-5F34-4EC3-B454-43F8AFE17133}">
      <dgm:prSet/>
      <dgm:spPr/>
      <dgm:t>
        <a:bodyPr/>
        <a:lstStyle/>
        <a:p>
          <a:pPr algn="ctr"/>
          <a:endParaRPr lang="en-GB" sz="1800" b="1">
            <a:latin typeface="+mn-lt"/>
            <a:cs typeface="Arial" panose="020B0604020202020204" pitchFamily="34" charset="0"/>
          </a:endParaRPr>
        </a:p>
      </dgm:t>
    </dgm:pt>
    <dgm:pt modelId="{8ED59AA5-5FA0-4A27-BA3B-380E8FB0D91A}" type="sibTrans" cxnId="{D6F617BB-5F34-4EC3-B454-43F8AFE17133}">
      <dgm:prSet/>
      <dgm:spPr/>
      <dgm:t>
        <a:bodyPr/>
        <a:lstStyle/>
        <a:p>
          <a:pPr algn="ctr"/>
          <a:endParaRPr lang="en-GB" sz="1800" b="1">
            <a:latin typeface="+mn-lt"/>
            <a:cs typeface="Arial" panose="020B0604020202020204" pitchFamily="34" charset="0"/>
          </a:endParaRPr>
        </a:p>
      </dgm:t>
    </dgm:pt>
    <dgm:pt modelId="{050B13B3-4195-45DB-9086-2675F0974BFB}">
      <dgm:prSet phldrT="[Text]" custT="1"/>
      <dgm:spPr>
        <a:solidFill>
          <a:srgbClr val="7030A0"/>
        </a:solidFill>
        <a:ln>
          <a:noFill/>
        </a:ln>
        <a:effectLst/>
      </dgm:spPr>
      <dgm:t>
        <a:bodyPr spcFirstLastPara="0" vert="horz" wrap="square" lIns="96012" tIns="48006" rIns="24003" bIns="48006" numCol="1" spcCol="1270" anchor="ctr" anchorCtr="0"/>
        <a:lstStyle/>
        <a:p>
          <a:pPr marL="0" lvl="0" indent="0" algn="ctr" defTabSz="800100">
            <a:lnSpc>
              <a:spcPct val="90000"/>
            </a:lnSpc>
            <a:spcBef>
              <a:spcPct val="0"/>
            </a:spcBef>
            <a:spcAft>
              <a:spcPct val="35000"/>
            </a:spcAft>
            <a:buNone/>
          </a:pPr>
          <a:r>
            <a:rPr lang="en-US" sz="1800" b="1" kern="1200" noProof="0">
              <a:solidFill>
                <a:schemeClr val="bg1"/>
              </a:solidFill>
              <a:latin typeface="+mn-lt"/>
              <a:ea typeface="+mn-ea"/>
              <a:cs typeface="Arial" panose="020B0604020202020204" pitchFamily="34" charset="0"/>
            </a:rPr>
            <a:t>Implement and refine measures</a:t>
          </a:r>
        </a:p>
      </dgm:t>
    </dgm:pt>
    <dgm:pt modelId="{AECCB57D-24B1-4E24-BAA2-374BCAEA1D78}" type="parTrans" cxnId="{472F50D7-2A52-4875-94A3-0753B9BB023A}">
      <dgm:prSet/>
      <dgm:spPr/>
      <dgm:t>
        <a:bodyPr/>
        <a:lstStyle/>
        <a:p>
          <a:pPr algn="ctr"/>
          <a:endParaRPr lang="en-GB" sz="1800" b="1">
            <a:latin typeface="+mn-lt"/>
            <a:cs typeface="Arial" panose="020B0604020202020204" pitchFamily="34" charset="0"/>
          </a:endParaRPr>
        </a:p>
      </dgm:t>
    </dgm:pt>
    <dgm:pt modelId="{203117A1-6489-45DA-891D-906927354F19}" type="sibTrans" cxnId="{472F50D7-2A52-4875-94A3-0753B9BB023A}">
      <dgm:prSet/>
      <dgm:spPr/>
      <dgm:t>
        <a:bodyPr/>
        <a:lstStyle/>
        <a:p>
          <a:pPr algn="ctr"/>
          <a:endParaRPr lang="en-GB" sz="1800" b="1">
            <a:latin typeface="+mn-lt"/>
            <a:cs typeface="Arial" panose="020B0604020202020204" pitchFamily="34" charset="0"/>
          </a:endParaRPr>
        </a:p>
      </dgm:t>
    </dgm:pt>
    <dgm:pt modelId="{FB022D5B-803B-4B8C-87D9-CA6117339D10}" type="pres">
      <dgm:prSet presAssocID="{CACAAAA1-9166-4621-B38C-6E7EA8BBE198}" presName="Name0" presStyleCnt="0">
        <dgm:presLayoutVars>
          <dgm:dir/>
          <dgm:resizeHandles val="exact"/>
        </dgm:presLayoutVars>
      </dgm:prSet>
      <dgm:spPr/>
    </dgm:pt>
    <dgm:pt modelId="{756CB746-C218-4B8C-870F-056FEB09FB76}" type="pres">
      <dgm:prSet presAssocID="{5DC43FB9-F7B5-4341-8481-F4F4490D5069}" presName="parTxOnly" presStyleLbl="node1" presStyleIdx="0" presStyleCnt="5" custScaleY="142145" custLinFactNeighborX="11702" custLinFactNeighborY="-20769">
        <dgm:presLayoutVars>
          <dgm:bulletEnabled val="1"/>
        </dgm:presLayoutVars>
      </dgm:prSet>
      <dgm:spPr/>
    </dgm:pt>
    <dgm:pt modelId="{2BBC932E-02B3-4B18-BFEB-FF786FD3B55F}" type="pres">
      <dgm:prSet presAssocID="{FAF3D4C6-8E6A-4C79-8602-3AFC07EFF118}" presName="parSpace" presStyleCnt="0"/>
      <dgm:spPr/>
    </dgm:pt>
    <dgm:pt modelId="{003252B5-CA45-46A8-BD94-354EEC568DF8}" type="pres">
      <dgm:prSet presAssocID="{676A2A38-B1E1-4186-8BCF-5501ACA8EB24}" presName="parTxOnly" presStyleLbl="node1" presStyleIdx="1" presStyleCnt="5" custScaleX="118393" custScaleY="142145" custLinFactNeighborX="11702" custLinFactNeighborY="-20769">
        <dgm:presLayoutVars>
          <dgm:bulletEnabled val="1"/>
        </dgm:presLayoutVars>
      </dgm:prSet>
      <dgm:spPr/>
    </dgm:pt>
    <dgm:pt modelId="{B0142427-D630-48BE-A180-AE1A0DE85E31}" type="pres">
      <dgm:prSet presAssocID="{92DC7D91-8F21-403B-8990-24BBEF4E4CDA}" presName="parSpace" presStyleCnt="0"/>
      <dgm:spPr/>
    </dgm:pt>
    <dgm:pt modelId="{E0816AF5-E54C-44FF-A2A2-1410DC767C85}" type="pres">
      <dgm:prSet presAssocID="{DD2182FA-0411-4537-A443-7AD87301307E}" presName="parTxOnly" presStyleLbl="node1" presStyleIdx="2" presStyleCnt="5" custScaleX="107987" custScaleY="142145" custLinFactNeighborX="8301" custLinFactNeighborY="-20769">
        <dgm:presLayoutVars>
          <dgm:bulletEnabled val="1"/>
        </dgm:presLayoutVars>
      </dgm:prSet>
      <dgm:spPr>
        <a:xfrm>
          <a:off x="3957292" y="0"/>
          <a:ext cx="2327421" cy="1225448"/>
        </a:xfrm>
        <a:prstGeom prst="chevron">
          <a:avLst/>
        </a:prstGeom>
      </dgm:spPr>
    </dgm:pt>
    <dgm:pt modelId="{AA186FFD-24D9-4A44-8C37-755994CF78F3}" type="pres">
      <dgm:prSet presAssocID="{ABB84739-BBF9-47E9-9C9F-7405DF1C2E86}" presName="parSpace" presStyleCnt="0"/>
      <dgm:spPr/>
    </dgm:pt>
    <dgm:pt modelId="{501D44B4-1019-487C-B964-9F2908705DCA}" type="pres">
      <dgm:prSet presAssocID="{567726F5-67AC-41D9-8203-A0D8104545EF}" presName="parTxOnly" presStyleLbl="node1" presStyleIdx="3" presStyleCnt="5" custScaleX="130306" custScaleY="142145" custLinFactNeighborX="-2749" custLinFactNeighborY="-20769">
        <dgm:presLayoutVars>
          <dgm:bulletEnabled val="1"/>
        </dgm:presLayoutVars>
      </dgm:prSet>
      <dgm:spPr>
        <a:xfrm>
          <a:off x="5842976" y="0"/>
          <a:ext cx="2808458" cy="1225448"/>
        </a:xfrm>
        <a:prstGeom prst="chevron">
          <a:avLst/>
        </a:prstGeom>
      </dgm:spPr>
    </dgm:pt>
    <dgm:pt modelId="{25E42F8E-B994-4CDA-B5AD-8E846A936206}" type="pres">
      <dgm:prSet presAssocID="{8ED59AA5-5FA0-4A27-BA3B-380E8FB0D91A}" presName="parSpace" presStyleCnt="0"/>
      <dgm:spPr/>
    </dgm:pt>
    <dgm:pt modelId="{88F5A45A-C98C-45F4-842F-68ED04FC8D55}" type="pres">
      <dgm:prSet presAssocID="{050B13B3-4195-45DB-9086-2675F0974BFB}" presName="parTxOnly" presStyleLbl="node1" presStyleIdx="4" presStyleCnt="5" custScaleX="130618" custScaleY="142145" custLinFactNeighborX="-16986" custLinFactNeighborY="-20321">
        <dgm:presLayoutVars>
          <dgm:bulletEnabled val="1"/>
        </dgm:presLayoutVars>
      </dgm:prSet>
      <dgm:spPr>
        <a:xfrm>
          <a:off x="8124129" y="0"/>
          <a:ext cx="2815183" cy="1225448"/>
        </a:xfrm>
        <a:prstGeom prst="chevron">
          <a:avLst/>
        </a:prstGeom>
      </dgm:spPr>
    </dgm:pt>
  </dgm:ptLst>
  <dgm:cxnLst>
    <dgm:cxn modelId="{214C7368-5639-4714-BFB9-5CD9F21AD7A4}" type="presOf" srcId="{5DC43FB9-F7B5-4341-8481-F4F4490D5069}" destId="{756CB746-C218-4B8C-870F-056FEB09FB76}" srcOrd="0" destOrd="0" presId="urn:microsoft.com/office/officeart/2005/8/layout/hChevron3"/>
    <dgm:cxn modelId="{FC36CA68-4080-40AC-B100-956E3D85DABB}" type="presOf" srcId="{CACAAAA1-9166-4621-B38C-6E7EA8BBE198}" destId="{FB022D5B-803B-4B8C-87D9-CA6117339D10}" srcOrd="0" destOrd="0" presId="urn:microsoft.com/office/officeart/2005/8/layout/hChevron3"/>
    <dgm:cxn modelId="{4C73EA4F-304E-40E7-940F-082CF5CFE393}" srcId="{CACAAAA1-9166-4621-B38C-6E7EA8BBE198}" destId="{5DC43FB9-F7B5-4341-8481-F4F4490D5069}" srcOrd="0" destOrd="0" parTransId="{57EB6F99-85C9-4774-B2CC-A3CB8B4B46E3}" sibTransId="{FAF3D4C6-8E6A-4C79-8602-3AFC07EFF118}"/>
    <dgm:cxn modelId="{AB0BF37A-6389-4F67-811D-396688E63BC7}" srcId="{CACAAAA1-9166-4621-B38C-6E7EA8BBE198}" destId="{676A2A38-B1E1-4186-8BCF-5501ACA8EB24}" srcOrd="1" destOrd="0" parTransId="{6D3B9E73-8764-4C25-AA52-047770DCE89F}" sibTransId="{92DC7D91-8F21-403B-8990-24BBEF4E4CDA}"/>
    <dgm:cxn modelId="{576DFB8B-4701-467A-AFEB-18E101B4B076}" type="presOf" srcId="{567726F5-67AC-41D9-8203-A0D8104545EF}" destId="{501D44B4-1019-487C-B964-9F2908705DCA}" srcOrd="0" destOrd="0" presId="urn:microsoft.com/office/officeart/2005/8/layout/hChevron3"/>
    <dgm:cxn modelId="{8BE558A0-65FF-4AF4-B5F4-8444BB716576}" srcId="{CACAAAA1-9166-4621-B38C-6E7EA8BBE198}" destId="{DD2182FA-0411-4537-A443-7AD87301307E}" srcOrd="2" destOrd="0" parTransId="{1576897F-2715-413F-A576-4676B7F66624}" sibTransId="{ABB84739-BBF9-47E9-9C9F-7405DF1C2E86}"/>
    <dgm:cxn modelId="{D6F617BB-5F34-4EC3-B454-43F8AFE17133}" srcId="{CACAAAA1-9166-4621-B38C-6E7EA8BBE198}" destId="{567726F5-67AC-41D9-8203-A0D8104545EF}" srcOrd="3" destOrd="0" parTransId="{F2FBC948-0259-424E-9339-15A988756E49}" sibTransId="{8ED59AA5-5FA0-4A27-BA3B-380E8FB0D91A}"/>
    <dgm:cxn modelId="{4F36FABB-0AD5-4984-B206-384345888B41}" type="presOf" srcId="{050B13B3-4195-45DB-9086-2675F0974BFB}" destId="{88F5A45A-C98C-45F4-842F-68ED04FC8D55}" srcOrd="0" destOrd="0" presId="urn:microsoft.com/office/officeart/2005/8/layout/hChevron3"/>
    <dgm:cxn modelId="{01955FBC-2F81-4BF7-9453-F2E1C33468A6}" type="presOf" srcId="{DD2182FA-0411-4537-A443-7AD87301307E}" destId="{E0816AF5-E54C-44FF-A2A2-1410DC767C85}" srcOrd="0" destOrd="0" presId="urn:microsoft.com/office/officeart/2005/8/layout/hChevron3"/>
    <dgm:cxn modelId="{472F50D7-2A52-4875-94A3-0753B9BB023A}" srcId="{CACAAAA1-9166-4621-B38C-6E7EA8BBE198}" destId="{050B13B3-4195-45DB-9086-2675F0974BFB}" srcOrd="4" destOrd="0" parTransId="{AECCB57D-24B1-4E24-BAA2-374BCAEA1D78}" sibTransId="{203117A1-6489-45DA-891D-906927354F19}"/>
    <dgm:cxn modelId="{E4B573F8-B1F6-4890-978C-466B73124AE2}" type="presOf" srcId="{676A2A38-B1E1-4186-8BCF-5501ACA8EB24}" destId="{003252B5-CA45-46A8-BD94-354EEC568DF8}" srcOrd="0" destOrd="0" presId="urn:microsoft.com/office/officeart/2005/8/layout/hChevron3"/>
    <dgm:cxn modelId="{729E6A4B-CB3E-41B1-AABC-B5D8C62D9A00}" type="presParOf" srcId="{FB022D5B-803B-4B8C-87D9-CA6117339D10}" destId="{756CB746-C218-4B8C-870F-056FEB09FB76}" srcOrd="0" destOrd="0" presId="urn:microsoft.com/office/officeart/2005/8/layout/hChevron3"/>
    <dgm:cxn modelId="{0B27DD82-78B6-41A2-B3D4-B9C055FB95B0}" type="presParOf" srcId="{FB022D5B-803B-4B8C-87D9-CA6117339D10}" destId="{2BBC932E-02B3-4B18-BFEB-FF786FD3B55F}" srcOrd="1" destOrd="0" presId="urn:microsoft.com/office/officeart/2005/8/layout/hChevron3"/>
    <dgm:cxn modelId="{ED4E2BE6-B780-4EBF-91FD-FD22E3F53106}" type="presParOf" srcId="{FB022D5B-803B-4B8C-87D9-CA6117339D10}" destId="{003252B5-CA45-46A8-BD94-354EEC568DF8}" srcOrd="2" destOrd="0" presId="urn:microsoft.com/office/officeart/2005/8/layout/hChevron3"/>
    <dgm:cxn modelId="{C232BFAB-B916-4761-BADB-9270694F49EF}" type="presParOf" srcId="{FB022D5B-803B-4B8C-87D9-CA6117339D10}" destId="{B0142427-D630-48BE-A180-AE1A0DE85E31}" srcOrd="3" destOrd="0" presId="urn:microsoft.com/office/officeart/2005/8/layout/hChevron3"/>
    <dgm:cxn modelId="{1A20BEDF-ED1F-4F46-9D31-2ECC02C5CED0}" type="presParOf" srcId="{FB022D5B-803B-4B8C-87D9-CA6117339D10}" destId="{E0816AF5-E54C-44FF-A2A2-1410DC767C85}" srcOrd="4" destOrd="0" presId="urn:microsoft.com/office/officeart/2005/8/layout/hChevron3"/>
    <dgm:cxn modelId="{E23D2EC2-2663-46CF-9A90-64EF73E269AC}" type="presParOf" srcId="{FB022D5B-803B-4B8C-87D9-CA6117339D10}" destId="{AA186FFD-24D9-4A44-8C37-755994CF78F3}" srcOrd="5" destOrd="0" presId="urn:microsoft.com/office/officeart/2005/8/layout/hChevron3"/>
    <dgm:cxn modelId="{F98B82F3-7D3C-46FA-953E-08E5516DB7BA}" type="presParOf" srcId="{FB022D5B-803B-4B8C-87D9-CA6117339D10}" destId="{501D44B4-1019-487C-B964-9F2908705DCA}" srcOrd="6" destOrd="0" presId="urn:microsoft.com/office/officeart/2005/8/layout/hChevron3"/>
    <dgm:cxn modelId="{E2B78973-FB57-42B1-BA17-D8DEBED5C5D6}" type="presParOf" srcId="{FB022D5B-803B-4B8C-87D9-CA6117339D10}" destId="{25E42F8E-B994-4CDA-B5AD-8E846A936206}" srcOrd="7" destOrd="0" presId="urn:microsoft.com/office/officeart/2005/8/layout/hChevron3"/>
    <dgm:cxn modelId="{D9B7689B-EBE6-4138-9105-B664D4B1D728}" type="presParOf" srcId="{FB022D5B-803B-4B8C-87D9-CA6117339D10}" destId="{88F5A45A-C98C-45F4-842F-68ED04FC8D55}" srcOrd="8" destOrd="0" presId="urn:microsoft.com/office/officeart/2005/8/layout/hChevron3"/>
  </dgm:cxnLst>
  <dgm:bg>
    <a:effect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235FE3-3F71-44C2-A46B-539B833DE24C}">
      <dsp:nvSpPr>
        <dsp:cNvPr id="0" name=""/>
        <dsp:cNvSpPr/>
      </dsp:nvSpPr>
      <dsp:spPr>
        <a:xfrm>
          <a:off x="307888" y="153664"/>
          <a:ext cx="2085273" cy="2085273"/>
        </a:xfrm>
        <a:prstGeom prst="pie">
          <a:avLst>
            <a:gd name="adj1" fmla="val 16200000"/>
            <a:gd name="adj2" fmla="val 20520000"/>
          </a:avLst>
        </a:prstGeom>
        <a:solidFill>
          <a:srgbClr val="00AF74"/>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t" anchorCtr="0">
          <a:noAutofit/>
        </a:bodyPr>
        <a:lstStyle/>
        <a:p>
          <a:pPr marL="0" lvl="0" indent="0" algn="l" defTabSz="355600">
            <a:lnSpc>
              <a:spcPct val="90000"/>
            </a:lnSpc>
            <a:spcBef>
              <a:spcPct val="0"/>
            </a:spcBef>
            <a:spcAft>
              <a:spcPct val="35000"/>
            </a:spcAft>
            <a:buNone/>
          </a:pPr>
          <a:r>
            <a:rPr lang="en-US" sz="800" kern="1200" noProof="0">
              <a:solidFill>
                <a:srgbClr val="FFFFFF"/>
              </a:solidFill>
              <a:latin typeface="Arial" panose="020B0604020202020204" pitchFamily="34" charset="0"/>
              <a:ea typeface="+mn-ea"/>
              <a:cs typeface="Arial" panose="020B0604020202020204" pitchFamily="34" charset="0"/>
            </a:rPr>
            <a:t>Define</a:t>
          </a:r>
        </a:p>
        <a:p>
          <a:pPr marL="57150" lvl="1" indent="-57150" algn="l" defTabSz="266700">
            <a:lnSpc>
              <a:spcPct val="90000"/>
            </a:lnSpc>
            <a:spcBef>
              <a:spcPct val="0"/>
            </a:spcBef>
            <a:spcAft>
              <a:spcPct val="15000"/>
            </a:spcAft>
            <a:buChar char="•"/>
          </a:pPr>
          <a:endParaRPr lang="en-US" sz="600" kern="1200" noProof="0">
            <a:solidFill>
              <a:srgbClr val="FFFFFF"/>
            </a:solidFill>
            <a:latin typeface="Trebuchet MS"/>
            <a:ea typeface="+mn-ea"/>
            <a:cs typeface="+mn-cs"/>
          </a:endParaRPr>
        </a:p>
      </dsp:txBody>
      <dsp:txXfrm>
        <a:off x="1493864" y="569628"/>
        <a:ext cx="473950" cy="315966"/>
      </dsp:txXfrm>
    </dsp:sp>
    <dsp:sp modelId="{EDCE5F9B-1D88-4D8D-9083-55DD36D07A64}">
      <dsp:nvSpPr>
        <dsp:cNvPr id="0" name=""/>
        <dsp:cNvSpPr/>
      </dsp:nvSpPr>
      <dsp:spPr>
        <a:xfrm>
          <a:off x="325762" y="209272"/>
          <a:ext cx="2085273" cy="2085273"/>
        </a:xfrm>
        <a:prstGeom prst="pie">
          <a:avLst>
            <a:gd name="adj1" fmla="val 20520000"/>
            <a:gd name="adj2" fmla="val 3240000"/>
          </a:avLst>
        </a:prstGeom>
        <a:solidFill>
          <a:srgbClr val="27AAE1"/>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kern="1200" noProof="0">
              <a:solidFill>
                <a:srgbClr val="FFFFFF"/>
              </a:solidFill>
              <a:latin typeface="Trebuchet MS"/>
              <a:ea typeface="+mn-ea"/>
              <a:cs typeface="+mn-cs"/>
            </a:rPr>
            <a:t>Measure</a:t>
          </a:r>
        </a:p>
      </dsp:txBody>
      <dsp:txXfrm>
        <a:off x="1759664" y="1234753"/>
        <a:ext cx="438843" cy="351073"/>
      </dsp:txXfrm>
    </dsp:sp>
    <dsp:sp modelId="{A5E52B60-80D4-45E8-AB32-72C8832C4F04}">
      <dsp:nvSpPr>
        <dsp:cNvPr id="0" name=""/>
        <dsp:cNvSpPr/>
      </dsp:nvSpPr>
      <dsp:spPr>
        <a:xfrm>
          <a:off x="278595" y="243530"/>
          <a:ext cx="2085273" cy="2085273"/>
        </a:xfrm>
        <a:prstGeom prst="pie">
          <a:avLst>
            <a:gd name="adj1" fmla="val 3240000"/>
            <a:gd name="adj2" fmla="val 7560000"/>
          </a:avLst>
        </a:prstGeom>
        <a:solidFill>
          <a:srgbClr val="EC008C"/>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kern="1200" noProof="0">
              <a:solidFill>
                <a:srgbClr val="FFFFFF"/>
              </a:solidFill>
              <a:latin typeface="Trebuchet MS"/>
              <a:ea typeface="+mn-ea"/>
              <a:cs typeface="+mn-cs"/>
            </a:rPr>
            <a:t>Analyze</a:t>
          </a:r>
        </a:p>
        <a:p>
          <a:pPr marL="0" lvl="0" indent="0" algn="ctr" defTabSz="355600">
            <a:lnSpc>
              <a:spcPct val="90000"/>
            </a:lnSpc>
            <a:spcBef>
              <a:spcPct val="0"/>
            </a:spcBef>
            <a:spcAft>
              <a:spcPct val="35000"/>
            </a:spcAft>
            <a:buNone/>
          </a:pPr>
          <a:endParaRPr lang="en-US" sz="800" kern="1200" noProof="0">
            <a:solidFill>
              <a:srgbClr val="FFFFFF"/>
            </a:solidFill>
            <a:latin typeface="Trebuchet MS"/>
            <a:ea typeface="+mn-ea"/>
            <a:cs typeface="+mn-cs"/>
          </a:endParaRPr>
        </a:p>
      </dsp:txBody>
      <dsp:txXfrm>
        <a:off x="1110587" y="1788167"/>
        <a:ext cx="421288" cy="386180"/>
      </dsp:txXfrm>
    </dsp:sp>
    <dsp:sp modelId="{45CD1A6F-7DD7-4DE4-B175-D658CA85DBBD}">
      <dsp:nvSpPr>
        <dsp:cNvPr id="0" name=""/>
        <dsp:cNvSpPr/>
      </dsp:nvSpPr>
      <dsp:spPr>
        <a:xfrm>
          <a:off x="231428" y="209272"/>
          <a:ext cx="2085273" cy="2085273"/>
        </a:xfrm>
        <a:prstGeom prst="pie">
          <a:avLst>
            <a:gd name="adj1" fmla="val 7560000"/>
            <a:gd name="adj2" fmla="val 11880000"/>
          </a:avLst>
        </a:prstGeom>
        <a:solidFill>
          <a:srgbClr val="FBBA00"/>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kern="1200" noProof="0">
              <a:solidFill>
                <a:srgbClr val="FFFFFF"/>
              </a:solidFill>
              <a:latin typeface="Trebuchet MS"/>
              <a:ea typeface="+mn-ea"/>
              <a:cs typeface="+mn-cs"/>
            </a:rPr>
            <a:t>Improve</a:t>
          </a:r>
        </a:p>
      </dsp:txBody>
      <dsp:txXfrm>
        <a:off x="443956" y="1234753"/>
        <a:ext cx="438843" cy="351073"/>
      </dsp:txXfrm>
    </dsp:sp>
    <dsp:sp modelId="{3B487735-59B4-41E9-BDAB-5D244BF18F68}">
      <dsp:nvSpPr>
        <dsp:cNvPr id="0" name=""/>
        <dsp:cNvSpPr/>
      </dsp:nvSpPr>
      <dsp:spPr>
        <a:xfrm>
          <a:off x="249302" y="153664"/>
          <a:ext cx="2085273" cy="2085273"/>
        </a:xfrm>
        <a:prstGeom prst="pie">
          <a:avLst>
            <a:gd name="adj1" fmla="val 11880000"/>
            <a:gd name="adj2" fmla="val 16200000"/>
          </a:avLst>
        </a:prstGeom>
        <a:solidFill>
          <a:srgbClr val="7030A0"/>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kern="1200" noProof="0">
              <a:solidFill>
                <a:srgbClr val="FFFFFF"/>
              </a:solidFill>
              <a:latin typeface="Trebuchet MS"/>
              <a:ea typeface="+mn-ea"/>
              <a:cs typeface="+mn-cs"/>
            </a:rPr>
            <a:t>Control</a:t>
          </a:r>
        </a:p>
        <a:p>
          <a:pPr marL="0" lvl="0" indent="0" algn="ctr" defTabSz="355600">
            <a:lnSpc>
              <a:spcPct val="90000"/>
            </a:lnSpc>
            <a:spcBef>
              <a:spcPct val="0"/>
            </a:spcBef>
            <a:spcAft>
              <a:spcPct val="35000"/>
            </a:spcAft>
            <a:buNone/>
          </a:pPr>
          <a:endParaRPr lang="en-US" sz="800" kern="1200" noProof="0">
            <a:solidFill>
              <a:srgbClr val="FFFFFF"/>
            </a:solidFill>
            <a:latin typeface="Trebuchet MS"/>
            <a:ea typeface="+mn-ea"/>
            <a:cs typeface="+mn-cs"/>
          </a:endParaRPr>
        </a:p>
      </dsp:txBody>
      <dsp:txXfrm>
        <a:off x="674649" y="569628"/>
        <a:ext cx="473950" cy="315966"/>
      </dsp:txXfrm>
    </dsp:sp>
    <dsp:sp modelId="{1B3C0182-CF0B-417D-8862-5551CF080ABD}">
      <dsp:nvSpPr>
        <dsp:cNvPr id="0" name=""/>
        <dsp:cNvSpPr/>
      </dsp:nvSpPr>
      <dsp:spPr>
        <a:xfrm>
          <a:off x="178702" y="24576"/>
          <a:ext cx="2343449" cy="2343449"/>
        </a:xfrm>
        <a:prstGeom prst="circularArrow">
          <a:avLst>
            <a:gd name="adj1" fmla="val 5085"/>
            <a:gd name="adj2" fmla="val 327528"/>
            <a:gd name="adj3" fmla="val 20192361"/>
            <a:gd name="adj4" fmla="val 16200324"/>
            <a:gd name="adj5" fmla="val 5932"/>
          </a:avLst>
        </a:prstGeom>
        <a:solidFill>
          <a:srgbClr val="6B635B"/>
        </a:solidFill>
        <a:ln>
          <a:noFill/>
        </a:ln>
        <a:effectLst/>
      </dsp:spPr>
      <dsp:style>
        <a:lnRef idx="0">
          <a:scrgbClr r="0" g="0" b="0"/>
        </a:lnRef>
        <a:fillRef idx="1">
          <a:scrgbClr r="0" g="0" b="0"/>
        </a:fillRef>
        <a:effectRef idx="0">
          <a:scrgbClr r="0" g="0" b="0"/>
        </a:effectRef>
        <a:fontRef idx="minor">
          <a:schemeClr val="lt1"/>
        </a:fontRef>
      </dsp:style>
    </dsp:sp>
    <dsp:sp modelId="{943B39FA-B7B3-4946-B395-D611843A2FD5}">
      <dsp:nvSpPr>
        <dsp:cNvPr id="0" name=""/>
        <dsp:cNvSpPr/>
      </dsp:nvSpPr>
      <dsp:spPr>
        <a:xfrm>
          <a:off x="196818" y="80165"/>
          <a:ext cx="2343449" cy="2343449"/>
        </a:xfrm>
        <a:prstGeom prst="circularArrow">
          <a:avLst>
            <a:gd name="adj1" fmla="val 5085"/>
            <a:gd name="adj2" fmla="val 327528"/>
            <a:gd name="adj3" fmla="val 2912753"/>
            <a:gd name="adj4" fmla="val 20519953"/>
            <a:gd name="adj5" fmla="val 5932"/>
          </a:avLst>
        </a:prstGeom>
        <a:solidFill>
          <a:srgbClr val="6B635B"/>
        </a:solidFill>
        <a:ln>
          <a:noFill/>
        </a:ln>
        <a:effectLst/>
      </dsp:spPr>
      <dsp:style>
        <a:lnRef idx="0">
          <a:scrgbClr r="0" g="0" b="0"/>
        </a:lnRef>
        <a:fillRef idx="1">
          <a:scrgbClr r="0" g="0" b="0"/>
        </a:fillRef>
        <a:effectRef idx="0">
          <a:scrgbClr r="0" g="0" b="0"/>
        </a:effectRef>
        <a:fontRef idx="minor">
          <a:schemeClr val="lt1"/>
        </a:fontRef>
      </dsp:style>
    </dsp:sp>
    <dsp:sp modelId="{F382579C-1F35-4CBE-B203-942B20126A0F}">
      <dsp:nvSpPr>
        <dsp:cNvPr id="0" name=""/>
        <dsp:cNvSpPr/>
      </dsp:nvSpPr>
      <dsp:spPr>
        <a:xfrm>
          <a:off x="149507" y="114528"/>
          <a:ext cx="2343449" cy="2343449"/>
        </a:xfrm>
        <a:prstGeom prst="circularArrow">
          <a:avLst>
            <a:gd name="adj1" fmla="val 5085"/>
            <a:gd name="adj2" fmla="val 327528"/>
            <a:gd name="adj3" fmla="val 7232777"/>
            <a:gd name="adj4" fmla="val 3239695"/>
            <a:gd name="adj5" fmla="val 5932"/>
          </a:avLst>
        </a:prstGeom>
        <a:solidFill>
          <a:srgbClr val="6B635B"/>
        </a:solidFill>
        <a:ln>
          <a:noFill/>
        </a:ln>
        <a:effectLst/>
      </dsp:spPr>
      <dsp:style>
        <a:lnRef idx="0">
          <a:scrgbClr r="0" g="0" b="0"/>
        </a:lnRef>
        <a:fillRef idx="1">
          <a:scrgbClr r="0" g="0" b="0"/>
        </a:fillRef>
        <a:effectRef idx="0">
          <a:scrgbClr r="0" g="0" b="0"/>
        </a:effectRef>
        <a:fontRef idx="minor">
          <a:schemeClr val="lt1"/>
        </a:fontRef>
      </dsp:style>
    </dsp:sp>
    <dsp:sp modelId="{CDF1F5E0-2273-4303-AC97-73925993329B}">
      <dsp:nvSpPr>
        <dsp:cNvPr id="0" name=""/>
        <dsp:cNvSpPr/>
      </dsp:nvSpPr>
      <dsp:spPr>
        <a:xfrm>
          <a:off x="102196" y="80165"/>
          <a:ext cx="2343449" cy="2343449"/>
        </a:xfrm>
        <a:prstGeom prst="circularArrow">
          <a:avLst>
            <a:gd name="adj1" fmla="val 5085"/>
            <a:gd name="adj2" fmla="val 327528"/>
            <a:gd name="adj3" fmla="val 11552519"/>
            <a:gd name="adj4" fmla="val 7559718"/>
            <a:gd name="adj5" fmla="val 5932"/>
          </a:avLst>
        </a:prstGeom>
        <a:solidFill>
          <a:srgbClr val="6B635B"/>
        </a:solidFill>
        <a:ln>
          <a:noFill/>
        </a:ln>
        <a:effectLst/>
      </dsp:spPr>
      <dsp:style>
        <a:lnRef idx="0">
          <a:scrgbClr r="0" g="0" b="0"/>
        </a:lnRef>
        <a:fillRef idx="1">
          <a:scrgbClr r="0" g="0" b="0"/>
        </a:fillRef>
        <a:effectRef idx="0">
          <a:scrgbClr r="0" g="0" b="0"/>
        </a:effectRef>
        <a:fontRef idx="minor">
          <a:schemeClr val="lt1"/>
        </a:fontRef>
      </dsp:style>
    </dsp:sp>
    <dsp:sp modelId="{578C926A-45BB-4DF8-A8E0-D69C701E431E}">
      <dsp:nvSpPr>
        <dsp:cNvPr id="0" name=""/>
        <dsp:cNvSpPr/>
      </dsp:nvSpPr>
      <dsp:spPr>
        <a:xfrm>
          <a:off x="120312" y="24576"/>
          <a:ext cx="2343449" cy="2343449"/>
        </a:xfrm>
        <a:prstGeom prst="circularArrow">
          <a:avLst>
            <a:gd name="adj1" fmla="val 5085"/>
            <a:gd name="adj2" fmla="val 327528"/>
            <a:gd name="adj3" fmla="val 15872148"/>
            <a:gd name="adj4" fmla="val 11880111"/>
            <a:gd name="adj5" fmla="val 5932"/>
          </a:avLst>
        </a:prstGeom>
        <a:solidFill>
          <a:srgbClr val="6B635B"/>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235FE3-3F71-44C2-A46B-539B833DE24C}">
      <dsp:nvSpPr>
        <dsp:cNvPr id="0" name=""/>
        <dsp:cNvSpPr/>
      </dsp:nvSpPr>
      <dsp:spPr>
        <a:xfrm>
          <a:off x="977794" y="279773"/>
          <a:ext cx="3799690" cy="3799690"/>
        </a:xfrm>
        <a:prstGeom prst="pie">
          <a:avLst>
            <a:gd name="adj1" fmla="val 16200000"/>
            <a:gd name="adj2" fmla="val 2052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t" anchorCtr="0">
          <a:noAutofit/>
        </a:bodyPr>
        <a:lstStyle/>
        <a:p>
          <a:pPr marL="0" lvl="0" indent="0" algn="l" defTabSz="666750">
            <a:lnSpc>
              <a:spcPct val="90000"/>
            </a:lnSpc>
            <a:spcBef>
              <a:spcPct val="0"/>
            </a:spcBef>
            <a:spcAft>
              <a:spcPct val="35000"/>
            </a:spcAft>
            <a:buNone/>
          </a:pPr>
          <a:r>
            <a:rPr lang="en-US" sz="1500" kern="1200" noProof="0">
              <a:latin typeface="Arial" panose="020B0604020202020204" pitchFamily="34" charset="0"/>
              <a:ea typeface="+mn-ea"/>
              <a:cs typeface="Arial" panose="020B0604020202020204" pitchFamily="34" charset="0"/>
            </a:rPr>
            <a:t>Define</a:t>
          </a:r>
        </a:p>
        <a:p>
          <a:pPr marL="114300" lvl="1" indent="-114300" algn="l" defTabSz="533400">
            <a:lnSpc>
              <a:spcPct val="90000"/>
            </a:lnSpc>
            <a:spcBef>
              <a:spcPct val="0"/>
            </a:spcBef>
            <a:spcAft>
              <a:spcPct val="15000"/>
            </a:spcAft>
            <a:buChar char="•"/>
          </a:pPr>
          <a:endParaRPr lang="en-US" sz="1200" kern="1200" noProof="0">
            <a:solidFill>
              <a:srgbClr val="FFFFFF"/>
            </a:solidFill>
            <a:latin typeface="Arial" panose="020B0604020202020204" pitchFamily="34" charset="0"/>
            <a:ea typeface="+mn-ea"/>
            <a:cs typeface="Arial" panose="020B0604020202020204" pitchFamily="34" charset="0"/>
          </a:endParaRPr>
        </a:p>
      </dsp:txBody>
      <dsp:txXfrm>
        <a:off x="3138825" y="1037722"/>
        <a:ext cx="863611" cy="575739"/>
      </dsp:txXfrm>
    </dsp:sp>
    <dsp:sp modelId="{EDCE5F9B-1D88-4D8D-9083-55DD36D07A64}">
      <dsp:nvSpPr>
        <dsp:cNvPr id="0" name=""/>
        <dsp:cNvSpPr/>
      </dsp:nvSpPr>
      <dsp:spPr>
        <a:xfrm>
          <a:off x="1371258" y="539279"/>
          <a:ext cx="3799690" cy="3799690"/>
        </a:xfrm>
        <a:prstGeom prst="pie">
          <a:avLst>
            <a:gd name="adj1" fmla="val 20520000"/>
            <a:gd name="adj2" fmla="val 3240000"/>
          </a:avLst>
        </a:prstGeom>
        <a:solidFill>
          <a:schemeClr val="accent4"/>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b="1" kern="1200" noProof="0">
              <a:solidFill>
                <a:schemeClr val="bg1"/>
              </a:solidFill>
              <a:latin typeface="Trebuchet MS"/>
              <a:ea typeface="+mn-ea"/>
              <a:cs typeface="+mn-cs"/>
            </a:rPr>
            <a:t>Measure</a:t>
          </a:r>
        </a:p>
      </dsp:txBody>
      <dsp:txXfrm>
        <a:off x="3984050" y="2407863"/>
        <a:ext cx="799638" cy="639712"/>
      </dsp:txXfrm>
    </dsp:sp>
    <dsp:sp modelId="{A5E52B60-80D4-45E8-AB32-72C8832C4F04}">
      <dsp:nvSpPr>
        <dsp:cNvPr id="0" name=""/>
        <dsp:cNvSpPr/>
      </dsp:nvSpPr>
      <dsp:spPr>
        <a:xfrm>
          <a:off x="919554" y="443749"/>
          <a:ext cx="3799690" cy="3799690"/>
        </a:xfrm>
        <a:prstGeom prst="pie">
          <a:avLst>
            <a:gd name="adj1" fmla="val 3240000"/>
            <a:gd name="adj2" fmla="val 756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noProof="0">
              <a:latin typeface="Trebuchet MS"/>
              <a:ea typeface="+mn-ea"/>
              <a:cs typeface="+mn-cs"/>
            </a:rPr>
            <a:t>Analyze</a:t>
          </a:r>
        </a:p>
        <a:p>
          <a:pPr marL="0" lvl="0" indent="0" algn="ctr" defTabSz="666750">
            <a:lnSpc>
              <a:spcPct val="90000"/>
            </a:lnSpc>
            <a:spcBef>
              <a:spcPct val="0"/>
            </a:spcBef>
            <a:spcAft>
              <a:spcPct val="35000"/>
            </a:spcAft>
            <a:buNone/>
          </a:pPr>
          <a:endParaRPr lang="en-US" sz="1500" kern="1200" noProof="0">
            <a:latin typeface="Trebuchet MS"/>
            <a:ea typeface="+mn-ea"/>
            <a:cs typeface="+mn-cs"/>
          </a:endParaRPr>
        </a:p>
      </dsp:txBody>
      <dsp:txXfrm>
        <a:off x="2435573" y="3258316"/>
        <a:ext cx="767653" cy="703683"/>
      </dsp:txXfrm>
    </dsp:sp>
    <dsp:sp modelId="{45CD1A6F-7DD7-4DE4-B175-D658CA85DBBD}">
      <dsp:nvSpPr>
        <dsp:cNvPr id="0" name=""/>
        <dsp:cNvSpPr/>
      </dsp:nvSpPr>
      <dsp:spPr>
        <a:xfrm>
          <a:off x="833609" y="381326"/>
          <a:ext cx="3799690" cy="3799690"/>
        </a:xfrm>
        <a:prstGeom prst="pie">
          <a:avLst>
            <a:gd name="adj1" fmla="val 7560000"/>
            <a:gd name="adj2" fmla="val 1188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noProof="0">
              <a:latin typeface="Trebuchet MS"/>
              <a:ea typeface="+mn-ea"/>
              <a:cs typeface="+mn-cs"/>
            </a:rPr>
            <a:t>Improve</a:t>
          </a:r>
        </a:p>
      </dsp:txBody>
      <dsp:txXfrm>
        <a:off x="1220869" y="2249910"/>
        <a:ext cx="799638" cy="639712"/>
      </dsp:txXfrm>
    </dsp:sp>
    <dsp:sp modelId="{3B487735-59B4-41E9-BDAB-5D244BF18F68}">
      <dsp:nvSpPr>
        <dsp:cNvPr id="0" name=""/>
        <dsp:cNvSpPr/>
      </dsp:nvSpPr>
      <dsp:spPr>
        <a:xfrm>
          <a:off x="866178" y="280000"/>
          <a:ext cx="3799690" cy="3799690"/>
        </a:xfrm>
        <a:prstGeom prst="pie">
          <a:avLst>
            <a:gd name="adj1" fmla="val 11880000"/>
            <a:gd name="adj2" fmla="val 1620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noProof="0">
              <a:latin typeface="Trebuchet MS"/>
              <a:ea typeface="+mn-ea"/>
              <a:cs typeface="+mn-cs"/>
            </a:rPr>
            <a:t>Control</a:t>
          </a:r>
        </a:p>
        <a:p>
          <a:pPr marL="0" lvl="0" indent="0" algn="ctr" defTabSz="666750">
            <a:lnSpc>
              <a:spcPct val="90000"/>
            </a:lnSpc>
            <a:spcBef>
              <a:spcPct val="0"/>
            </a:spcBef>
            <a:spcAft>
              <a:spcPct val="35000"/>
            </a:spcAft>
            <a:buNone/>
          </a:pPr>
          <a:endParaRPr lang="en-US" sz="1500" kern="1200" noProof="0">
            <a:latin typeface="Trebuchet MS"/>
            <a:ea typeface="+mn-ea"/>
            <a:cs typeface="+mn-cs"/>
          </a:endParaRPr>
        </a:p>
      </dsp:txBody>
      <dsp:txXfrm>
        <a:off x="1641226" y="1037950"/>
        <a:ext cx="863611" cy="575739"/>
      </dsp:txXfrm>
    </dsp:sp>
    <dsp:sp modelId="{1B3C0182-CF0B-417D-8862-5551CF080ABD}">
      <dsp:nvSpPr>
        <dsp:cNvPr id="0" name=""/>
        <dsp:cNvSpPr/>
      </dsp:nvSpPr>
      <dsp:spPr>
        <a:xfrm>
          <a:off x="742397" y="44554"/>
          <a:ext cx="4270128" cy="4270128"/>
        </a:xfrm>
        <a:prstGeom prst="circularArrow">
          <a:avLst>
            <a:gd name="adj1" fmla="val 5085"/>
            <a:gd name="adj2" fmla="val 327528"/>
            <a:gd name="adj3" fmla="val 20192361"/>
            <a:gd name="adj4" fmla="val 16200324"/>
            <a:gd name="adj5" fmla="val 5932"/>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43B39FA-B7B3-4946-B395-D611843A2FD5}">
      <dsp:nvSpPr>
        <dsp:cNvPr id="0" name=""/>
        <dsp:cNvSpPr/>
      </dsp:nvSpPr>
      <dsp:spPr>
        <a:xfrm>
          <a:off x="1136302" y="304026"/>
          <a:ext cx="4270128" cy="4270128"/>
        </a:xfrm>
        <a:prstGeom prst="circularArrow">
          <a:avLst>
            <a:gd name="adj1" fmla="val 5085"/>
            <a:gd name="adj2" fmla="val 327528"/>
            <a:gd name="adj3" fmla="val 2912753"/>
            <a:gd name="adj4" fmla="val 20519953"/>
            <a:gd name="adj5" fmla="val 5932"/>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382579C-1F35-4CBE-B203-942B20126A0F}">
      <dsp:nvSpPr>
        <dsp:cNvPr id="0" name=""/>
        <dsp:cNvSpPr/>
      </dsp:nvSpPr>
      <dsp:spPr>
        <a:xfrm>
          <a:off x="684335" y="208688"/>
          <a:ext cx="4270128" cy="4270128"/>
        </a:xfrm>
        <a:prstGeom prst="circularArrow">
          <a:avLst>
            <a:gd name="adj1" fmla="val 5085"/>
            <a:gd name="adj2" fmla="val 327528"/>
            <a:gd name="adj3" fmla="val 7232777"/>
            <a:gd name="adj4" fmla="val 3239695"/>
            <a:gd name="adj5" fmla="val 5932"/>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DF1F5E0-2273-4303-AC97-73925993329B}">
      <dsp:nvSpPr>
        <dsp:cNvPr id="0" name=""/>
        <dsp:cNvSpPr/>
      </dsp:nvSpPr>
      <dsp:spPr>
        <a:xfrm>
          <a:off x="598127" y="146073"/>
          <a:ext cx="4270128" cy="4270128"/>
        </a:xfrm>
        <a:prstGeom prst="circularArrow">
          <a:avLst>
            <a:gd name="adj1" fmla="val 5085"/>
            <a:gd name="adj2" fmla="val 327528"/>
            <a:gd name="adj3" fmla="val 11552519"/>
            <a:gd name="adj4" fmla="val 7559718"/>
            <a:gd name="adj5" fmla="val 5932"/>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578C926A-45BB-4DF8-A8E0-D69C701E431E}">
      <dsp:nvSpPr>
        <dsp:cNvPr id="0" name=""/>
        <dsp:cNvSpPr/>
      </dsp:nvSpPr>
      <dsp:spPr>
        <a:xfrm>
          <a:off x="631138" y="44782"/>
          <a:ext cx="4270128" cy="4270128"/>
        </a:xfrm>
        <a:prstGeom prst="circularArrow">
          <a:avLst>
            <a:gd name="adj1" fmla="val 5085"/>
            <a:gd name="adj2" fmla="val 327528"/>
            <a:gd name="adj3" fmla="val 15872148"/>
            <a:gd name="adj4" fmla="val 11880111"/>
            <a:gd name="adj5" fmla="val 5932"/>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56CB746-C218-4B8C-870F-056FEB09FB76}">
      <dsp:nvSpPr>
        <dsp:cNvPr id="0" name=""/>
        <dsp:cNvSpPr/>
      </dsp:nvSpPr>
      <dsp:spPr>
        <a:xfrm>
          <a:off x="52993" y="50920"/>
          <a:ext cx="2147360" cy="1220945"/>
        </a:xfrm>
        <a:prstGeom prst="homePlate">
          <a:avLst/>
        </a:prstGeom>
        <a:solidFill>
          <a:schemeClr val="tx2"/>
        </a:solidFill>
        <a:ln>
          <a:noFill/>
        </a:ln>
        <a:effectLst/>
      </dsp:spPr>
      <dsp:style>
        <a:lnRef idx="0">
          <a:scrgbClr r="0" g="0" b="0"/>
        </a:lnRef>
        <a:fillRef idx="3">
          <a:scrgbClr r="0" g="0" b="0"/>
        </a:fillRef>
        <a:effectRef idx="3">
          <a:scrgbClr r="0" g="0" b="0"/>
        </a:effectRef>
        <a:fontRef idx="minor">
          <a:schemeClr val="lt1"/>
        </a:fontRef>
      </dsp:style>
      <dsp:txBody>
        <a:bodyPr spcFirstLastPara="0" vert="horz" wrap="square" lIns="96012"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b="1" kern="1200" noProof="0" dirty="0">
              <a:solidFill>
                <a:schemeClr val="bg1"/>
              </a:solidFill>
              <a:latin typeface="+mn-lt"/>
              <a:cs typeface="Arial" panose="020B0604020202020204" pitchFamily="34" charset="0"/>
            </a:rPr>
            <a:t>Select what to measure</a:t>
          </a:r>
        </a:p>
      </dsp:txBody>
      <dsp:txXfrm>
        <a:off x="52993" y="50920"/>
        <a:ext cx="1842124" cy="1220945"/>
      </dsp:txXfrm>
    </dsp:sp>
    <dsp:sp modelId="{003252B5-CA45-46A8-BD94-354EEC568DF8}">
      <dsp:nvSpPr>
        <dsp:cNvPr id="0" name=""/>
        <dsp:cNvSpPr/>
      </dsp:nvSpPr>
      <dsp:spPr>
        <a:xfrm>
          <a:off x="1770881" y="50920"/>
          <a:ext cx="2542323" cy="1220945"/>
        </a:xfrm>
        <a:prstGeom prst="chevron">
          <a:avLst/>
        </a:prstGeom>
        <a:solidFill>
          <a:schemeClr val="accent1"/>
        </a:solidFill>
        <a:ln>
          <a:noFill/>
        </a:ln>
        <a:effectLst/>
      </dsp:spPr>
      <dsp:style>
        <a:lnRef idx="0">
          <a:scrgbClr r="0" g="0" b="0"/>
        </a:lnRef>
        <a:fillRef idx="3">
          <a:scrgbClr r="0" g="0" b="0"/>
        </a:fillRef>
        <a:effectRef idx="3">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b="1" kern="1200" noProof="0">
              <a:solidFill>
                <a:schemeClr val="bg1"/>
              </a:solidFill>
              <a:latin typeface="+mn-lt"/>
              <a:cs typeface="Arial" panose="020B0604020202020204" pitchFamily="34" charset="0"/>
            </a:rPr>
            <a:t>Define operational definitions</a:t>
          </a:r>
        </a:p>
      </dsp:txBody>
      <dsp:txXfrm>
        <a:off x="2381354" y="50920"/>
        <a:ext cx="1321378" cy="1220945"/>
      </dsp:txXfrm>
    </dsp:sp>
    <dsp:sp modelId="{E0816AF5-E54C-44FF-A2A2-1410DC767C85}">
      <dsp:nvSpPr>
        <dsp:cNvPr id="0" name=""/>
        <dsp:cNvSpPr/>
      </dsp:nvSpPr>
      <dsp:spPr>
        <a:xfrm>
          <a:off x="3869126" y="50920"/>
          <a:ext cx="2318869" cy="1220945"/>
        </a:xfrm>
        <a:prstGeom prst="chevron">
          <a:avLst/>
        </a:prstGeom>
        <a:solidFill>
          <a:schemeClr val="accent3"/>
        </a:solidFill>
        <a:ln>
          <a:noFill/>
        </a:ln>
        <a:effectLst/>
      </dsp:spPr>
      <dsp:style>
        <a:lnRef idx="0">
          <a:scrgbClr r="0" g="0" b="0"/>
        </a:lnRef>
        <a:fillRef idx="3">
          <a:scrgbClr r="0" g="0" b="0"/>
        </a:fillRef>
        <a:effectRef idx="3">
          <a:scrgbClr r="0" g="0" b="0"/>
        </a:effectRef>
        <a:fontRef idx="minor">
          <a:schemeClr val="lt1"/>
        </a:fontRef>
      </dsp:style>
      <dsp:txBody>
        <a:bodyPr spcFirstLastPara="0" vert="horz" wrap="square" lIns="96012"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b="1" kern="1200" noProof="0">
              <a:solidFill>
                <a:schemeClr val="bg1"/>
              </a:solidFill>
              <a:latin typeface="+mn-lt"/>
              <a:cs typeface="Arial" panose="020B0604020202020204" pitchFamily="34" charset="0"/>
            </a:rPr>
            <a:t>Identify data sources</a:t>
          </a:r>
        </a:p>
      </dsp:txBody>
      <dsp:txXfrm>
        <a:off x="4479599" y="50920"/>
        <a:ext cx="1097924" cy="1220945"/>
      </dsp:txXfrm>
    </dsp:sp>
    <dsp:sp modelId="{501D44B4-1019-487C-B964-9F2908705DCA}">
      <dsp:nvSpPr>
        <dsp:cNvPr id="0" name=""/>
        <dsp:cNvSpPr/>
      </dsp:nvSpPr>
      <dsp:spPr>
        <a:xfrm>
          <a:off x="5711067" y="50920"/>
          <a:ext cx="2798138" cy="1220945"/>
        </a:xfrm>
        <a:prstGeom prst="chevron">
          <a:avLst/>
        </a:prstGeom>
        <a:solidFill>
          <a:schemeClr val="accent4"/>
        </a:solidFill>
        <a:ln>
          <a:noFill/>
        </a:ln>
        <a:effectLst/>
      </dsp:spPr>
      <dsp:style>
        <a:lnRef idx="0">
          <a:scrgbClr r="0" g="0" b="0"/>
        </a:lnRef>
        <a:fillRef idx="3">
          <a:scrgbClr r="0" g="0" b="0"/>
        </a:fillRef>
        <a:effectRef idx="3">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b="1" kern="1200" noProof="0">
              <a:solidFill>
                <a:schemeClr val="bg1"/>
              </a:solidFill>
              <a:latin typeface="+mn-lt"/>
              <a:ea typeface="+mn-ea"/>
              <a:cs typeface="Arial" panose="020B0604020202020204" pitchFamily="34" charset="0"/>
            </a:rPr>
            <a:t>Develop a collection and sampling plan</a:t>
          </a:r>
        </a:p>
      </dsp:txBody>
      <dsp:txXfrm>
        <a:off x="6321540" y="50920"/>
        <a:ext cx="1577193" cy="1220945"/>
      </dsp:txXfrm>
    </dsp:sp>
    <dsp:sp modelId="{88F5A45A-C98C-45F4-842F-68ED04FC8D55}">
      <dsp:nvSpPr>
        <dsp:cNvPr id="0" name=""/>
        <dsp:cNvSpPr/>
      </dsp:nvSpPr>
      <dsp:spPr>
        <a:xfrm>
          <a:off x="8018590" y="54768"/>
          <a:ext cx="2804838" cy="1220945"/>
        </a:xfrm>
        <a:prstGeom prst="chevron">
          <a:avLst/>
        </a:prstGeom>
        <a:solidFill>
          <a:srgbClr val="7030A0"/>
        </a:solidFill>
        <a:ln>
          <a:noFill/>
        </a:ln>
        <a:effectLst/>
      </dsp:spPr>
      <dsp:style>
        <a:lnRef idx="0">
          <a:scrgbClr r="0" g="0" b="0"/>
        </a:lnRef>
        <a:fillRef idx="3">
          <a:scrgbClr r="0" g="0" b="0"/>
        </a:fillRef>
        <a:effectRef idx="3">
          <a:scrgbClr r="0" g="0" b="0"/>
        </a:effectRef>
        <a:fontRef idx="minor">
          <a:schemeClr val="lt1"/>
        </a:fontRef>
      </dsp:style>
      <dsp:txBody>
        <a:bodyPr spcFirstLastPara="0" vert="horz" wrap="square" lIns="96012"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b="1" kern="1200" noProof="0">
              <a:solidFill>
                <a:schemeClr val="bg1"/>
              </a:solidFill>
              <a:latin typeface="+mn-lt"/>
              <a:ea typeface="+mn-ea"/>
              <a:cs typeface="Arial" panose="020B0604020202020204" pitchFamily="34" charset="0"/>
            </a:rPr>
            <a:t>Implement and refine measures</a:t>
          </a:r>
        </a:p>
      </dsp:txBody>
      <dsp:txXfrm>
        <a:off x="8629063" y="54768"/>
        <a:ext cx="1583893" cy="1220945"/>
      </dsp:txXfrm>
    </dsp:sp>
  </dsp:spTree>
</dsp:drawing>
</file>

<file path=ppt/diagrams/layout1.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1">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D28A65-6865-44CD-8989-A6ED98005A17}" type="datetimeFigureOut">
              <a:rPr lang="en-GB" smtClean="0"/>
              <a:t>05/10/2026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90768B-30EA-485B-8D7E-4439A0A6DE93}" type="slidenum">
              <a:rPr lang="en-GB" smtClean="0"/>
              <a:t>‹#›</a:t>
            </a:fld>
            <a:endParaRPr lang="en-GB"/>
          </a:p>
        </p:txBody>
      </p:sp>
    </p:spTree>
    <p:extLst>
      <p:ext uri="{BB962C8B-B14F-4D97-AF65-F5344CB8AC3E}">
        <p14:creationId xmlns:p14="http://schemas.microsoft.com/office/powerpoint/2010/main" val="497862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a:spcAft>
                <a:spcPts val="600"/>
              </a:spcAft>
            </a:pPr>
            <a:r>
              <a:rPr sz="1200" b="1" i="0" dirty="0"/>
              <a:t>TIMING: 1.5 MINUTES</a:t>
            </a:r>
          </a:p>
          <a:p>
            <a:pPr>
              <a:spcAft>
                <a:spcPts val="600"/>
              </a:spcAft>
            </a:pPr>
            <a:r>
              <a:rPr sz="1200" b="1" i="0" dirty="0"/>
              <a:t>SPEAKER SCRIPT</a:t>
            </a:r>
          </a:p>
          <a:p>
            <a:pPr>
              <a:spcAft>
                <a:spcPts val="600"/>
              </a:spcAft>
            </a:pPr>
            <a:r>
              <a:rPr sz="1200" b="0" i="0" dirty="0"/>
              <a:t>Good morning, everyone, and welcome to Data Measurement. I'm glad you're here.</a:t>
            </a:r>
          </a:p>
          <a:p>
            <a:pPr>
              <a:spcAft>
                <a:spcPts val="600"/>
              </a:spcAft>
            </a:pPr>
            <a:r>
              <a:rPr sz="1200" b="0" i="0" dirty="0"/>
              <a:t>Here's the big idea for today: better measuring leads to better decisions. If our numbers are fuzzy, our decisions are fuzzy too. If our numbers are clear, we can see what's really going on for our customers, and we can put our time and money where it actually helps.</a:t>
            </a:r>
          </a:p>
          <a:p>
            <a:pPr>
              <a:spcAft>
                <a:spcPts val="600"/>
              </a:spcAft>
            </a:pPr>
            <a:r>
              <a:rPr sz="1200" b="0" i="0" dirty="0"/>
              <a:t>I'll keep this practical. Most of the examples come from the kind of project work we do here at the company, and I'll share a couple of stories from my time in a call center at Staples, where I worked on a first contact resolution project</a:t>
            </a:r>
            <a:r>
              <a:rPr lang="en-US" sz="1200" b="0" i="0" dirty="0"/>
              <a:t>. </a:t>
            </a:r>
          </a:p>
          <a:p>
            <a:pPr>
              <a:spcAft>
                <a:spcPts val="600"/>
              </a:spcAft>
            </a:pPr>
            <a:endParaRPr lang="en-US" sz="1200" b="0" i="0" dirty="0">
              <a:solidFill>
                <a:srgbClr val="0070C0"/>
              </a:solidFill>
            </a:endParaRPr>
          </a:p>
          <a:p>
            <a:pPr>
              <a:spcAft>
                <a:spcPts val="600"/>
              </a:spcAft>
            </a:pPr>
            <a:r>
              <a:rPr sz="1200" b="1" dirty="0">
                <a:solidFill>
                  <a:srgbClr val="0070C0"/>
                </a:solidFill>
              </a:rPr>
              <a:t>[CHAT]</a:t>
            </a:r>
            <a:r>
              <a:rPr sz="1200" b="0" i="0" dirty="0"/>
              <a:t> Quick warm-up before we start. In the chat, type one number you look at every week in your job. Doesn't matter what it is. </a:t>
            </a:r>
            <a:r>
              <a:rPr sz="1200" b="1" dirty="0">
                <a:solidFill>
                  <a:srgbClr val="0070C0"/>
                </a:solidFill>
              </a:rPr>
              <a:t>[Pause and read two or three out loud.]</a:t>
            </a:r>
            <a:r>
              <a:rPr sz="1200" b="0" i="0" dirty="0"/>
              <a:t> Great. Keep those in mind, because we'll come back to them.</a:t>
            </a:r>
          </a:p>
        </p:txBody>
      </p:sp>
      <p:sp>
        <p:nvSpPr>
          <p:cNvPr id="4" name="Slide Number Placeholder 3"/>
          <p:cNvSpPr>
            <a:spLocks noGrp="1"/>
          </p:cNvSpPr>
          <p:nvPr>
            <p:ph type="sldNum" sz="quarter" idx="5"/>
          </p:nvPr>
        </p:nvSpPr>
        <p:spPr/>
        <p:txBody>
          <a:bodyPr/>
          <a:lstStyle/>
          <a:p>
            <a:fld id="{336F8861-7D18-944D-B836-A484A82765AD}" type="slidenum">
              <a:rPr lang="en-US" smtClean="0"/>
              <a:t>1</a:t>
            </a:fld>
            <a:endParaRPr lang="en-US"/>
          </a:p>
        </p:txBody>
      </p:sp>
    </p:spTree>
    <p:extLst>
      <p:ext uri="{BB962C8B-B14F-4D97-AF65-F5344CB8AC3E}">
        <p14:creationId xmlns:p14="http://schemas.microsoft.com/office/powerpoint/2010/main" val="9038632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a:spcAft>
                <a:spcPts val="600"/>
              </a:spcAft>
            </a:pPr>
            <a:r>
              <a:rPr sz="1200" b="1" i="0"/>
              <a:t>TIMING: 2.5 MINUTES</a:t>
            </a:r>
          </a:p>
          <a:p>
            <a:pPr>
              <a:spcAft>
                <a:spcPts val="600"/>
              </a:spcAft>
            </a:pPr>
            <a:r>
              <a:rPr sz="1200" b="1" i="0"/>
              <a:t>SPEAKER SCRIPT</a:t>
            </a:r>
          </a:p>
          <a:p>
            <a:pPr>
              <a:spcAft>
                <a:spcPts val="600"/>
              </a:spcAft>
            </a:pPr>
            <a:r>
              <a:rPr sz="1200" b="0" i="0"/>
              <a:t>Before we dive in, a few quick ground rules.</a:t>
            </a:r>
          </a:p>
          <a:p>
            <a:pPr>
              <a:spcAft>
                <a:spcPts val="600"/>
              </a:spcAft>
            </a:pPr>
            <a:r>
              <a:rPr sz="1200" b="0" i="0"/>
              <a:t>We've got 90 minutes together. Please stay on mute unless you're talking, but don't be shy. Use the chat anytime, and I'll stop regularly for questions and a few short activities.</a:t>
            </a:r>
          </a:p>
          <a:p>
            <a:pPr>
              <a:spcAft>
                <a:spcPts val="600"/>
              </a:spcAft>
            </a:pPr>
            <a:r>
              <a:rPr sz="1200" b="0" i="0"/>
              <a:t>This module is part of the Measure stage of continuous improvement. And here's the thing I want you to remember: the goal isn't to collect more data. The goal is to collect the right data, describe it clearly so everyone counts it the same way, and then use it to make good decisions.</a:t>
            </a:r>
          </a:p>
          <a:p>
            <a:pPr>
              <a:spcAft>
                <a:spcPts val="600"/>
              </a:spcAft>
            </a:pPr>
            <a:r>
              <a:rPr sz="1200" b="0" i="0"/>
              <a:t>If something I say reminds you of a problem on your own project, put it in the chat. Honestly, those real-life connections are where most of the learning happens.</a:t>
            </a:r>
          </a:p>
        </p:txBody>
      </p:sp>
      <p:sp>
        <p:nvSpPr>
          <p:cNvPr id="4" name="Slide Number Placeholder 3"/>
          <p:cNvSpPr>
            <a:spLocks noGrp="1"/>
          </p:cNvSpPr>
          <p:nvPr>
            <p:ph type="sldNum" sz="quarter" idx="5"/>
          </p:nvPr>
        </p:nvSpPr>
        <p:spPr/>
        <p:txBody>
          <a:bodyPr/>
          <a:lstStyle/>
          <a:p>
            <a:fld id="{336F8861-7D18-944D-B836-A484A82765AD}" type="slidenum">
              <a:rPr lang="en-US" smtClean="0"/>
              <a:t>2</a:t>
            </a:fld>
            <a:endParaRPr lang="en-US"/>
          </a:p>
        </p:txBody>
      </p:sp>
    </p:spTree>
    <p:extLst>
      <p:ext uri="{BB962C8B-B14F-4D97-AF65-F5344CB8AC3E}">
        <p14:creationId xmlns:p14="http://schemas.microsoft.com/office/powerpoint/2010/main" val="9038632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a:spcAft>
                <a:spcPts val="600"/>
              </a:spcAft>
            </a:pPr>
            <a:r>
              <a:rPr sz="1200" b="1" i="0"/>
              <a:t>TIMING: 2 MINUTES</a:t>
            </a:r>
          </a:p>
          <a:p>
            <a:pPr>
              <a:spcAft>
                <a:spcPts val="600"/>
              </a:spcAft>
            </a:pPr>
            <a:r>
              <a:rPr sz="1200" b="1" i="0"/>
              <a:t>SPEAKER SCRIPT</a:t>
            </a:r>
          </a:p>
          <a:p>
            <a:pPr>
              <a:spcAft>
                <a:spcPts val="600"/>
              </a:spcAft>
            </a:pPr>
            <a:r>
              <a:rPr sz="1200" b="0" i="0"/>
              <a:t>This is one of five modules in the Measure stage. The last one introduced data in general. Today is about how we measure, and how we define exactly what we're counting. After this, we'll cover checking your data, basic statistics, and summarizing data.</a:t>
            </a:r>
          </a:p>
          <a:p>
            <a:pPr>
              <a:spcAft>
                <a:spcPts val="600"/>
              </a:spcAft>
            </a:pPr>
            <a:r>
              <a:rPr sz="1200" b="0" i="0"/>
              <a:t>The order matters. Before we calculate anything or build a chart, we need to be sure everyone is measuring the same thing, the same way.</a:t>
            </a:r>
          </a:p>
          <a:p>
            <a:pPr>
              <a:spcAft>
                <a:spcPts val="600"/>
              </a:spcAft>
            </a:pPr>
            <a:r>
              <a:rPr sz="1200" b="0" i="0"/>
              <a:t>Think of it like this: if two people are counting "completed enrollments" but each has a different idea of what "completed" means, you can make the prettiest report in the world and it'll still point you in the wrong direction.</a:t>
            </a:r>
          </a:p>
          <a:p>
            <a:pPr>
              <a:spcAft>
                <a:spcPts val="600"/>
              </a:spcAft>
            </a:pPr>
            <a:r>
              <a:rPr sz="1200" b="0" i="0"/>
              <a:t>So today is the bridge between spotting a problem and having data you can actually trust.</a:t>
            </a:r>
          </a:p>
        </p:txBody>
      </p:sp>
      <p:sp>
        <p:nvSpPr>
          <p:cNvPr id="4" name="Slide Number Placeholder 3"/>
          <p:cNvSpPr>
            <a:spLocks noGrp="1"/>
          </p:cNvSpPr>
          <p:nvPr>
            <p:ph type="sldNum" sz="quarter" idx="5"/>
          </p:nvPr>
        </p:nvSpPr>
        <p:spPr/>
        <p:txBody>
          <a:bodyPr/>
          <a:lstStyle/>
          <a:p>
            <a:fld id="{336F8861-7D18-944D-B836-A484A82765AD}" type="slidenum">
              <a:rPr lang="en-US" smtClean="0"/>
              <a:t>3</a:t>
            </a:fld>
            <a:endParaRPr lang="en-US"/>
          </a:p>
        </p:txBody>
      </p:sp>
    </p:spTree>
    <p:extLst>
      <p:ext uri="{BB962C8B-B14F-4D97-AF65-F5344CB8AC3E}">
        <p14:creationId xmlns:p14="http://schemas.microsoft.com/office/powerpoint/2010/main" val="139029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a:spcAft>
                <a:spcPts val="600"/>
              </a:spcAft>
            </a:pPr>
            <a:r>
              <a:rPr sz="1200" b="1" i="0"/>
              <a:t>TIMING: 2.5 MINUTES</a:t>
            </a:r>
          </a:p>
          <a:p>
            <a:pPr>
              <a:spcAft>
                <a:spcPts val="600"/>
              </a:spcAft>
            </a:pPr>
            <a:r>
              <a:rPr sz="1200" b="1" i="0"/>
              <a:t>SPEAKER SCRIPT</a:t>
            </a:r>
          </a:p>
          <a:p>
            <a:pPr>
              <a:spcAft>
                <a:spcPts val="600"/>
              </a:spcAft>
            </a:pPr>
            <a:r>
              <a:rPr sz="1200" b="0" i="0"/>
              <a:t>By the end of today, you'll be able to explain the key data terms, walk through the measurement process, pick useful measures, tell different kinds of data apart, and plan how you'll collect it.</a:t>
            </a:r>
          </a:p>
          <a:p>
            <a:pPr>
              <a:spcAft>
                <a:spcPts val="600"/>
              </a:spcAft>
            </a:pPr>
            <a:r>
              <a:rPr sz="1200" b="0" i="0"/>
              <a:t>More importantly, you'll be able to use it on a real project.</a:t>
            </a:r>
          </a:p>
          <a:p>
            <a:pPr>
              <a:spcAft>
                <a:spcPts val="600"/>
              </a:spcAft>
            </a:pPr>
            <a:r>
              <a:rPr sz="1200" b="0" i="0"/>
              <a:t>So here's my ask. </a:t>
            </a:r>
            <a:r>
              <a:rPr sz="1200" b="1">
                <a:solidFill>
                  <a:srgbClr val="0070C0"/>
                </a:solidFill>
              </a:rPr>
              <a:t>[CHAT]</a:t>
            </a:r>
            <a:r>
              <a:rPr sz="1200" b="0" i="0"/>
              <a:t> Pick one real process you work with and type it in the chat. It could be participant intake, appointment scheduling, employer outreach, job placements, a support request, anything. </a:t>
            </a:r>
            <a:r>
              <a:rPr sz="1200" b="1">
                <a:solidFill>
                  <a:srgbClr val="0070C0"/>
                </a:solidFill>
              </a:rPr>
              <a:t>[Pause for responses.]</a:t>
            </a:r>
          </a:p>
          <a:p>
            <a:pPr>
              <a:spcAft>
                <a:spcPts val="600"/>
              </a:spcAft>
            </a:pPr>
            <a:r>
              <a:rPr sz="1200" b="0" i="0"/>
              <a:t>Hang on to that process. Every time we cover a new idea, try it out on your example in your head. It makes everything stick a lot better.</a:t>
            </a:r>
          </a:p>
          <a:p>
            <a:pPr>
              <a:spcAft>
                <a:spcPts val="600"/>
              </a:spcAft>
            </a:pPr>
            <a:r>
              <a:rPr sz="1200" b="0" i="0"/>
              <a:t>Our focus is simple: define what matters, collect it the same way every time, and use the results to make things better for our customers.</a:t>
            </a:r>
          </a:p>
        </p:txBody>
      </p:sp>
      <p:sp>
        <p:nvSpPr>
          <p:cNvPr id="4" name="Slide Number Placeholder 3"/>
          <p:cNvSpPr>
            <a:spLocks noGrp="1"/>
          </p:cNvSpPr>
          <p:nvPr>
            <p:ph type="sldNum" sz="quarter" idx="5"/>
          </p:nvPr>
        </p:nvSpPr>
        <p:spPr/>
        <p:txBody>
          <a:bodyPr/>
          <a:lstStyle/>
          <a:p>
            <a:fld id="{336F8861-7D18-944D-B836-A484A82765AD}" type="slidenum">
              <a:rPr lang="en-US" smtClean="0"/>
              <a:t>4</a:t>
            </a:fld>
            <a:endParaRPr lang="en-US"/>
          </a:p>
        </p:txBody>
      </p:sp>
    </p:spTree>
    <p:extLst>
      <p:ext uri="{BB962C8B-B14F-4D97-AF65-F5344CB8AC3E}">
        <p14:creationId xmlns:p14="http://schemas.microsoft.com/office/powerpoint/2010/main" val="26981590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a:spcAft>
                <a:spcPts val="600"/>
              </a:spcAft>
            </a:pPr>
            <a:r>
              <a:rPr sz="1200" b="1" i="0"/>
              <a:t>TIMING: 0.5 MINUTES</a:t>
            </a:r>
          </a:p>
          <a:p>
            <a:pPr>
              <a:spcAft>
                <a:spcPts val="600"/>
              </a:spcAft>
            </a:pPr>
            <a:r>
              <a:rPr sz="1200" b="1" i="0"/>
              <a:t>SPEAKER SCRIPT</a:t>
            </a:r>
          </a:p>
          <a:p>
            <a:pPr>
              <a:spcAft>
                <a:spcPts val="600"/>
              </a:spcAft>
            </a:pPr>
            <a:r>
              <a:rPr sz="1200" b="0" i="0"/>
              <a:t>Let's kick off with data definitions.</a:t>
            </a:r>
          </a:p>
          <a:p>
            <a:pPr>
              <a:spcAft>
                <a:spcPts val="600"/>
              </a:spcAft>
            </a:pPr>
            <a:r>
              <a:rPr sz="1200" b="1">
                <a:solidFill>
                  <a:srgbClr val="0070C0"/>
                </a:solidFill>
              </a:rPr>
              <a:t>[POLL]</a:t>
            </a:r>
            <a:r>
              <a:rPr sz="1200" b="0" i="0"/>
              <a:t> Quick show of hands, or drop an emoji in the chat: have you ever been in a meeting where two people had different numbers for the same thing? </a:t>
            </a:r>
            <a:r>
              <a:rPr sz="1200" b="1">
                <a:solidFill>
                  <a:srgbClr val="0070C0"/>
                </a:solidFill>
              </a:rPr>
              <a:t>[Pause.]</a:t>
            </a:r>
            <a:r>
              <a:rPr sz="1200" b="0" i="0"/>
              <a:t> Yep, most of us. That's exactly what this section helps us avoid.</a:t>
            </a:r>
          </a:p>
        </p:txBody>
      </p:sp>
      <p:sp>
        <p:nvSpPr>
          <p:cNvPr id="4" name="Slide Number Placeholder 3"/>
          <p:cNvSpPr>
            <a:spLocks noGrp="1"/>
          </p:cNvSpPr>
          <p:nvPr>
            <p:ph type="sldNum" sz="quarter" idx="5"/>
          </p:nvPr>
        </p:nvSpPr>
        <p:spPr/>
        <p:txBody>
          <a:bodyPr/>
          <a:lstStyle/>
          <a:p>
            <a:fld id="{336F8861-7D18-944D-B836-A484A82765AD}" type="slidenum">
              <a:rPr lang="en-US" smtClean="0"/>
              <a:t>5</a:t>
            </a:fld>
            <a:endParaRPr lang="en-US"/>
          </a:p>
        </p:txBody>
      </p:sp>
    </p:spTree>
    <p:extLst>
      <p:ext uri="{BB962C8B-B14F-4D97-AF65-F5344CB8AC3E}">
        <p14:creationId xmlns:p14="http://schemas.microsoft.com/office/powerpoint/2010/main" val="32445949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a:spcAft>
                <a:spcPts val="600"/>
              </a:spcAft>
            </a:pPr>
            <a:r>
              <a:rPr sz="1200" b="1" i="0"/>
              <a:t>TIMING: 4 MINUTES</a:t>
            </a:r>
          </a:p>
          <a:p>
            <a:pPr>
              <a:spcAft>
                <a:spcPts val="600"/>
              </a:spcAft>
            </a:pPr>
            <a:r>
              <a:rPr sz="1200" b="1" i="0"/>
              <a:t>SPEAKER SCRIPT</a:t>
            </a:r>
          </a:p>
          <a:p>
            <a:pPr>
              <a:spcAft>
                <a:spcPts val="600"/>
              </a:spcAft>
            </a:pPr>
            <a:r>
              <a:rPr sz="1200" b="0" i="0"/>
              <a:t>Let's start with a simple question: why do we collect data?</a:t>
            </a:r>
          </a:p>
          <a:p>
            <a:pPr>
              <a:spcAft>
                <a:spcPts val="600"/>
              </a:spcAft>
            </a:pPr>
            <a:r>
              <a:rPr sz="1200" b="1">
                <a:solidFill>
                  <a:srgbClr val="0070C0"/>
                </a:solidFill>
              </a:rPr>
              <a:t>[CHAT – waterfall]</a:t>
            </a:r>
            <a:r>
              <a:rPr sz="1200" b="0" i="0"/>
              <a:t> Type your answer in the chat, but don't hit enter yet. Wait for my go... okay, go! </a:t>
            </a:r>
            <a:r>
              <a:rPr sz="1200" b="1">
                <a:solidFill>
                  <a:srgbClr val="0070C0"/>
                </a:solidFill>
              </a:rPr>
              <a:t>[Read several answers out loud.]</a:t>
            </a:r>
          </a:p>
          <a:p>
            <a:pPr>
              <a:spcAft>
                <a:spcPts val="600"/>
              </a:spcAft>
            </a:pPr>
            <a:r>
              <a:rPr sz="1200" b="0" i="0"/>
              <a:t>You'll probably see things like compliance, reporting, tracking performance, customer satisfaction, or contract requirements. All of those are fair. But they all point to one bigger reason: we collect data so we can make better decisions. Data moves us from "I think" to "I know."</a:t>
            </a:r>
          </a:p>
          <a:p>
            <a:pPr>
              <a:spcAft>
                <a:spcPts val="600"/>
              </a:spcAft>
            </a:pPr>
            <a:r>
              <a:rPr sz="1200" b="0" i="0"/>
              <a:t>Here's a company example. Say a workforce center manager feels like employer engagement has dropped off. That's a gut feeling. Instead of acting on it, the team pulls the numbers: employer contacts, job orders, placements, hiring events, and employer feedback. Now they can see whether there's really a problem, how big it is, and where to focus.</a:t>
            </a:r>
          </a:p>
          <a:p>
            <a:pPr>
              <a:spcAft>
                <a:spcPts val="600"/>
              </a:spcAft>
            </a:pPr>
            <a:r>
              <a:rPr sz="1200" b="0" i="0"/>
              <a:t>One warning: don't collect data just because it's there. Every piece of data should help us understand the customer, improve a result, manage a risk, or decide where to spend our resources.</a:t>
            </a:r>
          </a:p>
        </p:txBody>
      </p:sp>
      <p:sp>
        <p:nvSpPr>
          <p:cNvPr id="4" name="Slide Number Placeholder 3"/>
          <p:cNvSpPr>
            <a:spLocks noGrp="1"/>
          </p:cNvSpPr>
          <p:nvPr>
            <p:ph type="sldNum" sz="quarter" idx="5"/>
          </p:nvPr>
        </p:nvSpPr>
        <p:spPr/>
        <p:txBody>
          <a:bodyPr/>
          <a:lstStyle/>
          <a:p>
            <a:fld id="{336F8861-7D18-944D-B836-A484A82765AD}" type="slidenum">
              <a:rPr lang="en-US" smtClean="0"/>
              <a:t>6</a:t>
            </a:fld>
            <a:endParaRPr lang="en-US"/>
          </a:p>
        </p:txBody>
      </p:sp>
    </p:spTree>
    <p:extLst>
      <p:ext uri="{BB962C8B-B14F-4D97-AF65-F5344CB8AC3E}">
        <p14:creationId xmlns:p14="http://schemas.microsoft.com/office/powerpoint/2010/main" val="10909804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a:spcAft>
                <a:spcPts val="600"/>
              </a:spcAft>
            </a:pPr>
            <a:r>
              <a:rPr sz="1200" b="1" i="0" dirty="0"/>
              <a:t>TIMING: 4 MINUTES</a:t>
            </a:r>
          </a:p>
          <a:p>
            <a:pPr>
              <a:spcAft>
                <a:spcPts val="600"/>
              </a:spcAft>
            </a:pPr>
            <a:r>
              <a:rPr sz="1200" b="1" i="0" dirty="0"/>
              <a:t>SPEAKER SCRIPT</a:t>
            </a:r>
          </a:p>
          <a:p>
            <a:pPr>
              <a:spcAft>
                <a:spcPts val="600"/>
              </a:spcAft>
            </a:pPr>
            <a:r>
              <a:rPr sz="1200" b="1" dirty="0">
                <a:solidFill>
                  <a:srgbClr val="C00000"/>
                </a:solidFill>
              </a:rPr>
              <a:t>[CLICKS ON THIS SLIDE: 2]</a:t>
            </a:r>
          </a:p>
          <a:p>
            <a:pPr>
              <a:spcAft>
                <a:spcPts val="600"/>
              </a:spcAft>
            </a:pPr>
            <a:r>
              <a:rPr sz="1200" b="0" i="0" dirty="0"/>
              <a:t>Data helps us before, during, and after an improvement.</a:t>
            </a:r>
          </a:p>
          <a:p>
            <a:pPr>
              <a:spcAft>
                <a:spcPts val="600"/>
              </a:spcAft>
            </a:pPr>
            <a:r>
              <a:rPr sz="1200" b="0" i="0" dirty="0"/>
              <a:t>Before: this is our starting point, our baseline. It tells us how things are working today, how often the problem happens, how many people it affects, and whether it's big enough to be worth a project.</a:t>
            </a:r>
          </a:p>
          <a:p>
            <a:pPr>
              <a:spcAft>
                <a:spcPts val="600"/>
              </a:spcAft>
            </a:pPr>
            <a:r>
              <a:rPr sz="1200" b="1" dirty="0">
                <a:solidFill>
                  <a:srgbClr val="C00000"/>
                </a:solidFill>
              </a:rPr>
              <a:t>[CLICK → "During" appears]</a:t>
            </a:r>
          </a:p>
          <a:p>
            <a:pPr>
              <a:spcAft>
                <a:spcPts val="600"/>
              </a:spcAft>
            </a:pPr>
            <a:r>
              <a:rPr sz="1200" b="0" i="0" dirty="0"/>
              <a:t>During: data is our feedback. It tells us whether our changes are moving things in the right direction, or whether we need to adjust.</a:t>
            </a:r>
          </a:p>
          <a:p>
            <a:pPr>
              <a:spcAft>
                <a:spcPts val="600"/>
              </a:spcAft>
            </a:pPr>
            <a:r>
              <a:rPr sz="1200" b="1" dirty="0">
                <a:solidFill>
                  <a:srgbClr val="C00000"/>
                </a:solidFill>
              </a:rPr>
              <a:t>[CLICK → "After" appears]</a:t>
            </a:r>
          </a:p>
          <a:p>
            <a:pPr>
              <a:spcAft>
                <a:spcPts val="600"/>
              </a:spcAft>
            </a:pPr>
            <a:r>
              <a:rPr sz="1200" b="0" i="0" dirty="0"/>
              <a:t>After: data tells us whether the improvement stuck, and how big it was.</a:t>
            </a:r>
          </a:p>
          <a:p>
            <a:pPr>
              <a:spcAft>
                <a:spcPts val="600"/>
              </a:spcAft>
            </a:pPr>
            <a:r>
              <a:rPr sz="1200" b="0" i="0" dirty="0"/>
              <a:t>Let's make it real. Say a company project wants to shorten the time it takes to enroll a participant. Before, we measure how many days enrollment takes today. During, we track what happens as we roll out a new checklist or system change. After, we keep watching both the enrollment time and what participants tell us about the experience.</a:t>
            </a:r>
          </a:p>
          <a:p>
            <a:pPr>
              <a:spcAft>
                <a:spcPts val="600"/>
              </a:spcAft>
            </a:pPr>
            <a:r>
              <a:rPr sz="1200" b="0" i="0" dirty="0"/>
              <a:t>That last part matters. Faster is only a win if the service is still clear, accurate, and helpful.</a:t>
            </a:r>
          </a:p>
          <a:p>
            <a:pPr>
              <a:spcAft>
                <a:spcPts val="600"/>
              </a:spcAft>
            </a:pPr>
            <a:r>
              <a:rPr sz="1200" b="1" dirty="0">
                <a:solidFill>
                  <a:srgbClr val="0070C0"/>
                </a:solidFill>
              </a:rPr>
              <a:t>[ASK]</a:t>
            </a:r>
            <a:r>
              <a:rPr sz="1200" b="0" i="0" dirty="0"/>
              <a:t> What's one project you've seen where nobody measured the "after"? </a:t>
            </a:r>
            <a:r>
              <a:rPr sz="1200" b="1" dirty="0">
                <a:solidFill>
                  <a:srgbClr val="0070C0"/>
                </a:solidFill>
              </a:rPr>
              <a:t>[Take one or two answers.]</a:t>
            </a:r>
          </a:p>
        </p:txBody>
      </p:sp>
      <p:sp>
        <p:nvSpPr>
          <p:cNvPr id="4" name="Slide Number Placeholder 3"/>
          <p:cNvSpPr>
            <a:spLocks noGrp="1"/>
          </p:cNvSpPr>
          <p:nvPr>
            <p:ph type="sldNum" sz="quarter" idx="5"/>
          </p:nvPr>
        </p:nvSpPr>
        <p:spPr/>
        <p:txBody>
          <a:bodyPr/>
          <a:lstStyle/>
          <a:p>
            <a:fld id="{336F8861-7D18-944D-B836-A484A82765AD}" type="slidenum">
              <a:rPr lang="en-US" smtClean="0"/>
              <a:t>7</a:t>
            </a:fld>
            <a:endParaRPr lang="en-US"/>
          </a:p>
        </p:txBody>
      </p:sp>
    </p:spTree>
    <p:extLst>
      <p:ext uri="{BB962C8B-B14F-4D97-AF65-F5344CB8AC3E}">
        <p14:creationId xmlns:p14="http://schemas.microsoft.com/office/powerpoint/2010/main" val="9766002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a:spcAft>
                <a:spcPts val="600"/>
              </a:spcAft>
            </a:pPr>
            <a:r>
              <a:rPr sz="1200" b="1" i="0"/>
              <a:t>TIMING: 4 MINUTES</a:t>
            </a:r>
          </a:p>
          <a:p>
            <a:pPr>
              <a:spcAft>
                <a:spcPts val="600"/>
              </a:spcAft>
            </a:pPr>
            <a:r>
              <a:rPr sz="1200" b="1" i="0"/>
              <a:t>SPEAKER SCRIPT</a:t>
            </a:r>
          </a:p>
          <a:p>
            <a:pPr>
              <a:spcAft>
                <a:spcPts val="600"/>
              </a:spcAft>
            </a:pPr>
            <a:r>
              <a:rPr sz="1200" b="1">
                <a:solidFill>
                  <a:srgbClr val="C00000"/>
                </a:solidFill>
              </a:rPr>
              <a:t>[CLICKS ON THIS SLIDE: 4]</a:t>
            </a:r>
          </a:p>
          <a:p>
            <a:pPr>
              <a:spcAft>
                <a:spcPts val="600"/>
              </a:spcAft>
            </a:pPr>
            <a:r>
              <a:rPr sz="1200" b="0" i="0"/>
              <a:t>Two of the most important ideas in data quality are "reliable" and "valid." They sound alike, but they're different.</a:t>
            </a:r>
          </a:p>
          <a:p>
            <a:pPr>
              <a:spcAft>
                <a:spcPts val="600"/>
              </a:spcAft>
            </a:pPr>
            <a:r>
              <a:rPr sz="1200" b="1">
                <a:solidFill>
                  <a:srgbClr val="C00000"/>
                </a:solidFill>
              </a:rPr>
              <a:t>[CLICK → Reliable]</a:t>
            </a:r>
          </a:p>
          <a:p>
            <a:pPr>
              <a:spcAft>
                <a:spcPts val="600"/>
              </a:spcAft>
            </a:pPr>
            <a:r>
              <a:rPr sz="1200" b="0" i="0"/>
              <a:t>Reliable means consistent. If we measure the same thing the same way, we get the same answer each time.</a:t>
            </a:r>
          </a:p>
          <a:p>
            <a:pPr>
              <a:spcAft>
                <a:spcPts val="600"/>
              </a:spcAft>
            </a:pPr>
            <a:r>
              <a:rPr sz="1200" b="1">
                <a:solidFill>
                  <a:srgbClr val="C00000"/>
                </a:solidFill>
              </a:rPr>
              <a:t>[CLICK → Valid]</a:t>
            </a:r>
          </a:p>
          <a:p>
            <a:pPr>
              <a:spcAft>
                <a:spcPts val="600"/>
              </a:spcAft>
            </a:pPr>
            <a:r>
              <a:rPr sz="1200" b="0" i="0"/>
              <a:t>Valid means correct. We're measuring what we meant to measure, and the number reflects reality.</a:t>
            </a:r>
          </a:p>
          <a:p>
            <a:pPr>
              <a:spcAft>
                <a:spcPts val="600"/>
              </a:spcAft>
            </a:pPr>
            <a:r>
              <a:rPr sz="1200" b="0" i="0"/>
              <a:t>Here's a story from my time at Staples. We tracked first contact resolution, which just means: did we fix the customer's problem on the first call? Agents marked each call as "resolved" or "not resolved." And they were very consistent about it. Almost everything got marked "resolved." So the data was reliable. But when we checked, a lot of those same customers were calling back a day or two later about the same problem. So the data wasn't valid. It was consistent, but it wasn't true.</a:t>
            </a:r>
          </a:p>
          <a:p>
            <a:pPr>
              <a:spcAft>
                <a:spcPts val="600"/>
              </a:spcAft>
            </a:pPr>
            <a:r>
              <a:rPr sz="1200" b="0" i="0"/>
              <a:t>You can see the same thing here. If team members always count a voicemail left for a participant as a "completed service," the count is consistent but it doesn't reflect the service delivered.</a:t>
            </a:r>
          </a:p>
          <a:p>
            <a:pPr>
              <a:spcAft>
                <a:spcPts val="600"/>
              </a:spcAft>
            </a:pPr>
            <a:r>
              <a:rPr sz="1200" b="1">
                <a:solidFill>
                  <a:srgbClr val="C00000"/>
                </a:solidFill>
              </a:rPr>
              <a:t>[CLICK → Value]</a:t>
            </a:r>
          </a:p>
          <a:p>
            <a:pPr>
              <a:spcAft>
                <a:spcPts val="600"/>
              </a:spcAft>
            </a:pPr>
            <a:r>
              <a:rPr sz="1200" b="1">
                <a:solidFill>
                  <a:srgbClr val="C00000"/>
                </a:solidFill>
              </a:rPr>
              <a:t>[CLICK → "Valid data reflects the true value"]</a:t>
            </a:r>
          </a:p>
          <a:p>
            <a:pPr>
              <a:spcAft>
                <a:spcPts val="600"/>
              </a:spcAft>
            </a:pPr>
            <a:r>
              <a:rPr sz="1200" b="0" i="0"/>
              <a:t>What we want is both: consistent and correct, right on target.</a:t>
            </a:r>
          </a:p>
          <a:p>
            <a:pPr>
              <a:spcAft>
                <a:spcPts val="600"/>
              </a:spcAft>
            </a:pPr>
            <a:r>
              <a:rPr sz="1200" b="0" i="0"/>
              <a:t>So before you use a number to make a decision, ask two questions. Are we collecting it the same way every time? And does it really show what we say it shows?</a:t>
            </a:r>
          </a:p>
        </p:txBody>
      </p:sp>
      <p:sp>
        <p:nvSpPr>
          <p:cNvPr id="4" name="Slide Number Placeholder 3"/>
          <p:cNvSpPr>
            <a:spLocks noGrp="1"/>
          </p:cNvSpPr>
          <p:nvPr>
            <p:ph type="sldNum" sz="quarter" idx="5"/>
          </p:nvPr>
        </p:nvSpPr>
        <p:spPr/>
        <p:txBody>
          <a:bodyPr/>
          <a:lstStyle/>
          <a:p>
            <a:fld id="{336F8861-7D18-944D-B836-A484A82765AD}" type="slidenum">
              <a:rPr lang="en-US" smtClean="0"/>
              <a:t>8</a:t>
            </a:fld>
            <a:endParaRPr lang="en-US"/>
          </a:p>
        </p:txBody>
      </p:sp>
    </p:spTree>
    <p:extLst>
      <p:ext uri="{BB962C8B-B14F-4D97-AF65-F5344CB8AC3E}">
        <p14:creationId xmlns:p14="http://schemas.microsoft.com/office/powerpoint/2010/main" val="12692728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sz="1200" b="1" i="0" dirty="0"/>
              <a:t>TIMING: 3 MINUTES</a:t>
            </a:r>
          </a:p>
          <a:p>
            <a:pPr>
              <a:spcAft>
                <a:spcPts val="600"/>
              </a:spcAft>
            </a:pPr>
            <a:r>
              <a:rPr sz="1200" b="1" i="0" dirty="0"/>
              <a:t>SPEAKER SCRIPT</a:t>
            </a:r>
          </a:p>
          <a:p>
            <a:pPr>
              <a:spcAft>
                <a:spcPts val="600"/>
              </a:spcAft>
            </a:pPr>
            <a:r>
              <a:rPr sz="1200" b="1" dirty="0">
                <a:solidFill>
                  <a:srgbClr val="C00000"/>
                </a:solidFill>
              </a:rPr>
              <a:t>[CLICKS ON THIS SLIDE: 2]</a:t>
            </a:r>
          </a:p>
          <a:p>
            <a:pPr>
              <a:spcAft>
                <a:spcPts val="600"/>
              </a:spcAft>
            </a:pPr>
            <a:r>
              <a:rPr sz="1200" b="0" i="0" dirty="0"/>
              <a:t>Now two words that help us get more specific about consistency: repeatability and reproducibility. Big words, simple ideas.</a:t>
            </a:r>
          </a:p>
          <a:p>
            <a:pPr>
              <a:spcAft>
                <a:spcPts val="600"/>
              </a:spcAft>
            </a:pPr>
            <a:r>
              <a:rPr sz="1200" b="1" dirty="0">
                <a:solidFill>
                  <a:srgbClr val="C00000"/>
                </a:solidFill>
              </a:rPr>
              <a:t>[CLICK → Repeatability]</a:t>
            </a:r>
          </a:p>
          <a:p>
            <a:pPr>
              <a:spcAft>
                <a:spcPts val="600"/>
              </a:spcAft>
            </a:pPr>
            <a:r>
              <a:rPr sz="1200" b="0" i="0" dirty="0"/>
              <a:t>Repeatability means the same person, doing the same thing the same way, gets the same result every time.</a:t>
            </a:r>
          </a:p>
          <a:p>
            <a:pPr>
              <a:spcAft>
                <a:spcPts val="600"/>
              </a:spcAft>
            </a:pPr>
            <a:r>
              <a:rPr sz="1200" b="1" dirty="0">
                <a:solidFill>
                  <a:srgbClr val="C00000"/>
                </a:solidFill>
              </a:rPr>
              <a:t>[CLICK → Reproducibility]</a:t>
            </a:r>
          </a:p>
          <a:p>
            <a:pPr>
              <a:spcAft>
                <a:spcPts val="600"/>
              </a:spcAft>
            </a:pPr>
            <a:r>
              <a:rPr sz="1200" b="0" i="0" dirty="0"/>
              <a:t>Reproducibility means different people, using the same method, get the same result.</a:t>
            </a:r>
          </a:p>
          <a:p>
            <a:pPr>
              <a:spcAft>
                <a:spcPts val="600"/>
              </a:spcAft>
            </a:pPr>
            <a:r>
              <a:rPr sz="1200" b="0" i="0" dirty="0"/>
              <a:t>Think about participant intake. If one career advisor follows the intake steps the same way every time, that's repeatability. If every advisor on the team follows the same steps, uses the same definitions, and records things the same way, that's reproducibility.</a:t>
            </a:r>
          </a:p>
          <a:p>
            <a:pPr>
              <a:spcAft>
                <a:spcPts val="600"/>
              </a:spcAft>
            </a:pPr>
            <a:r>
              <a:rPr sz="1200" b="0" i="0" dirty="0"/>
              <a:t>Repeatability tells us one person is consistent. Reproducibility tells us the process is clear enough that it works no matter who's doing it. And that second one is really important when lots of people across lots of locations are delivering the same service.</a:t>
            </a:r>
          </a:p>
        </p:txBody>
      </p:sp>
      <p:sp>
        <p:nvSpPr>
          <p:cNvPr id="4" name="Slide Number Placeholder 3"/>
          <p:cNvSpPr>
            <a:spLocks noGrp="1"/>
          </p:cNvSpPr>
          <p:nvPr>
            <p:ph type="sldNum" sz="quarter" idx="5"/>
          </p:nvPr>
        </p:nvSpPr>
        <p:spPr/>
        <p:txBody>
          <a:bodyPr/>
          <a:lstStyle/>
          <a:p>
            <a:fld id="{9F90768B-30EA-485B-8D7E-4439A0A6DE93}" type="slidenum">
              <a:rPr lang="en-GB" smtClean="0"/>
              <a:t>9</a:t>
            </a:fld>
            <a:endParaRPr lang="en-GB"/>
          </a:p>
        </p:txBody>
      </p:sp>
    </p:spTree>
    <p:extLst>
      <p:ext uri="{BB962C8B-B14F-4D97-AF65-F5344CB8AC3E}">
        <p14:creationId xmlns:p14="http://schemas.microsoft.com/office/powerpoint/2010/main" val="35891422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a:spcAft>
                <a:spcPts val="600"/>
              </a:spcAft>
            </a:pPr>
            <a:r>
              <a:rPr sz="1200" b="1" i="0" dirty="0"/>
              <a:t>TIMING: 3 MINUTES</a:t>
            </a:r>
          </a:p>
          <a:p>
            <a:pPr>
              <a:spcAft>
                <a:spcPts val="600"/>
              </a:spcAft>
            </a:pPr>
            <a:r>
              <a:rPr sz="1200" b="1" i="0" dirty="0"/>
              <a:t>SPEAKER SCRIPT</a:t>
            </a:r>
          </a:p>
          <a:p>
            <a:pPr>
              <a:spcAft>
                <a:spcPts val="600"/>
              </a:spcAft>
            </a:pPr>
            <a:r>
              <a:rPr sz="1200" b="1" dirty="0">
                <a:solidFill>
                  <a:srgbClr val="C00000"/>
                </a:solidFill>
              </a:rPr>
              <a:t>[CLICKS ON THIS SLIDE: 5]</a:t>
            </a:r>
          </a:p>
          <a:p>
            <a:pPr>
              <a:spcAft>
                <a:spcPts val="600"/>
              </a:spcAft>
            </a:pPr>
            <a:r>
              <a:rPr sz="1200" b="0" i="0" dirty="0"/>
              <a:t>Good data has four qualities. I like to think of them as four questions.</a:t>
            </a:r>
          </a:p>
          <a:p>
            <a:pPr>
              <a:spcAft>
                <a:spcPts val="600"/>
              </a:spcAft>
            </a:pPr>
            <a:r>
              <a:rPr sz="1200" b="1" dirty="0">
                <a:solidFill>
                  <a:srgbClr val="C00000"/>
                </a:solidFill>
              </a:rPr>
              <a:t>[CLICK → Accurate]</a:t>
            </a:r>
          </a:p>
          <a:p>
            <a:pPr>
              <a:spcAft>
                <a:spcPts val="600"/>
              </a:spcAft>
            </a:pPr>
            <a:r>
              <a:rPr sz="1200" b="0" i="0" dirty="0"/>
              <a:t>Accurate: is it the right number?</a:t>
            </a:r>
          </a:p>
          <a:p>
            <a:pPr>
              <a:spcAft>
                <a:spcPts val="600"/>
              </a:spcAft>
            </a:pPr>
            <a:r>
              <a:rPr sz="1200" b="1" dirty="0">
                <a:solidFill>
                  <a:srgbClr val="C00000"/>
                </a:solidFill>
              </a:rPr>
              <a:t>[CLICK → Unbiased]</a:t>
            </a:r>
          </a:p>
          <a:p>
            <a:pPr>
              <a:spcAft>
                <a:spcPts val="600"/>
              </a:spcAft>
            </a:pPr>
            <a:r>
              <a:rPr sz="1200" b="0" i="0" dirty="0"/>
              <a:t>Unbiased: is it showing the full picture, or only the parts that make us look good, or bad?</a:t>
            </a:r>
          </a:p>
          <a:p>
            <a:pPr>
              <a:spcAft>
                <a:spcPts val="600"/>
              </a:spcAft>
            </a:pPr>
            <a:r>
              <a:rPr sz="1200" b="1" dirty="0">
                <a:solidFill>
                  <a:srgbClr val="C00000"/>
                </a:solidFill>
              </a:rPr>
              <a:t>[CLICK → Precise]</a:t>
            </a:r>
          </a:p>
          <a:p>
            <a:pPr>
              <a:spcAft>
                <a:spcPts val="600"/>
              </a:spcAft>
            </a:pPr>
            <a:r>
              <a:rPr sz="1200" b="0" i="0" dirty="0"/>
              <a:t>Precise: if we measure again, do we get almost the same answer?</a:t>
            </a:r>
          </a:p>
          <a:p>
            <a:pPr>
              <a:spcAft>
                <a:spcPts val="600"/>
              </a:spcAft>
            </a:pPr>
            <a:r>
              <a:rPr sz="1200" b="1" dirty="0">
                <a:solidFill>
                  <a:srgbClr val="C00000"/>
                </a:solidFill>
              </a:rPr>
              <a:t>[CLICK → Stable]</a:t>
            </a:r>
          </a:p>
          <a:p>
            <a:pPr>
              <a:spcAft>
                <a:spcPts val="600"/>
              </a:spcAft>
            </a:pPr>
            <a:r>
              <a:rPr sz="1200" b="0" i="0" dirty="0"/>
              <a:t>Stable: does the process behave consistently over time, unless something real changes?</a:t>
            </a:r>
          </a:p>
          <a:p>
            <a:pPr>
              <a:spcAft>
                <a:spcPts val="600"/>
              </a:spcAft>
            </a:pPr>
            <a:r>
              <a:rPr sz="1200" b="0" i="0" dirty="0"/>
              <a:t>Let's run job placements through these four questions. Accurate means each placement is verified, not just assumed. Unbiased means we count every participant, not just the easy cases who were already job-ready. Precise means every office counts a placement the same way. Stable means the numbers don't swing wildly month to month because someone changed how they record them.</a:t>
            </a:r>
          </a:p>
          <a:p>
            <a:pPr>
              <a:spcAft>
                <a:spcPts val="600"/>
              </a:spcAft>
            </a:pPr>
            <a:r>
              <a:rPr sz="1200" b="1" dirty="0">
                <a:solidFill>
                  <a:srgbClr val="C00000"/>
                </a:solidFill>
              </a:rPr>
              <a:t>[CLICK → "High-quality data demonstrates all four"]</a:t>
            </a:r>
          </a:p>
          <a:p>
            <a:pPr>
              <a:spcAft>
                <a:spcPts val="600"/>
              </a:spcAft>
            </a:pPr>
            <a:r>
              <a:rPr sz="1200" b="0" i="0" dirty="0"/>
              <a:t>We need all four. Data can be precise but wrong, which just means it's consistently wrong. It can be right once and then wobble all over the place. Or it can be correct but leave out important groups.</a:t>
            </a:r>
          </a:p>
          <a:p>
            <a:pPr>
              <a:spcAft>
                <a:spcPts val="600"/>
              </a:spcAft>
            </a:pPr>
            <a:r>
              <a:rPr sz="1200" b="0" i="0" dirty="0"/>
              <a:t>The bottom line question is simple: do we trust this data enough to act on it?</a:t>
            </a:r>
          </a:p>
        </p:txBody>
      </p:sp>
      <p:sp>
        <p:nvSpPr>
          <p:cNvPr id="4" name="Slide Number Placeholder 3"/>
          <p:cNvSpPr>
            <a:spLocks noGrp="1"/>
          </p:cNvSpPr>
          <p:nvPr>
            <p:ph type="sldNum" sz="quarter" idx="5"/>
          </p:nvPr>
        </p:nvSpPr>
        <p:spPr/>
        <p:txBody>
          <a:bodyPr/>
          <a:lstStyle/>
          <a:p>
            <a:fld id="{336F8861-7D18-944D-B836-A484A82765AD}" type="slidenum">
              <a:rPr lang="en-US" smtClean="0"/>
              <a:t>10</a:t>
            </a:fld>
            <a:endParaRPr lang="en-US"/>
          </a:p>
        </p:txBody>
      </p:sp>
    </p:spTree>
    <p:extLst>
      <p:ext uri="{BB962C8B-B14F-4D97-AF65-F5344CB8AC3E}">
        <p14:creationId xmlns:p14="http://schemas.microsoft.com/office/powerpoint/2010/main" val="25681520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a:spcAft>
                <a:spcPts val="600"/>
              </a:spcAft>
            </a:pPr>
            <a:r>
              <a:rPr sz="1200" b="1" i="0" dirty="0"/>
              <a:t>TIMING: 2 MINUTES</a:t>
            </a:r>
          </a:p>
          <a:p>
            <a:pPr>
              <a:spcAft>
                <a:spcPts val="600"/>
              </a:spcAft>
            </a:pPr>
            <a:r>
              <a:rPr sz="1200" b="1" i="0" dirty="0"/>
              <a:t>SPEAKER SCRIPT</a:t>
            </a:r>
          </a:p>
          <a:p>
            <a:pPr>
              <a:spcAft>
                <a:spcPts val="600"/>
              </a:spcAft>
            </a:pPr>
            <a:r>
              <a:rPr sz="1200" b="1" dirty="0">
                <a:solidFill>
                  <a:srgbClr val="C00000"/>
                </a:solidFill>
              </a:rPr>
              <a:t>[CLICKS ON THIS SLIDE: 3]</a:t>
            </a:r>
          </a:p>
          <a:p>
            <a:pPr>
              <a:spcAft>
                <a:spcPts val="600"/>
              </a:spcAft>
            </a:pPr>
            <a:r>
              <a:rPr sz="1200" b="0" i="0" dirty="0"/>
              <a:t>Here's an easy way to picture repeatability.</a:t>
            </a:r>
          </a:p>
          <a:p>
            <a:pPr>
              <a:spcAft>
                <a:spcPts val="600"/>
              </a:spcAft>
            </a:pPr>
            <a:r>
              <a:rPr sz="1200" b="1" dirty="0">
                <a:solidFill>
                  <a:srgbClr val="C00000"/>
                </a:solidFill>
              </a:rPr>
              <a:t>[CLICK → first picture appears]</a:t>
            </a:r>
          </a:p>
          <a:p>
            <a:pPr>
              <a:spcAft>
                <a:spcPts val="600"/>
              </a:spcAft>
            </a:pPr>
            <a:r>
              <a:rPr sz="1200" b="0" i="0" dirty="0"/>
              <a:t>Meet our baker. Same person, same recipe, same oven, same steps.</a:t>
            </a:r>
          </a:p>
          <a:p>
            <a:pPr>
              <a:spcAft>
                <a:spcPts val="600"/>
              </a:spcAft>
            </a:pPr>
            <a:r>
              <a:rPr sz="1200" b="1" dirty="0">
                <a:solidFill>
                  <a:srgbClr val="C00000"/>
                </a:solidFill>
              </a:rPr>
              <a:t>[CLICK → the rest of the pictures appear]</a:t>
            </a:r>
          </a:p>
          <a:p>
            <a:pPr>
              <a:spcAft>
                <a:spcPts val="600"/>
              </a:spcAft>
            </a:pPr>
            <a:r>
              <a:rPr sz="1200" b="0" i="0" dirty="0"/>
              <a:t>And because nothing changes, the cakes come out the same every time.</a:t>
            </a:r>
          </a:p>
          <a:p>
            <a:pPr>
              <a:spcAft>
                <a:spcPts val="600"/>
              </a:spcAft>
            </a:pPr>
            <a:r>
              <a:rPr sz="1200" b="1" dirty="0">
                <a:solidFill>
                  <a:srgbClr val="C00000"/>
                </a:solidFill>
              </a:rPr>
              <a:t>[CLICK → "Repeatability = same person, same method, same result"]</a:t>
            </a:r>
          </a:p>
          <a:p>
            <a:pPr>
              <a:spcAft>
                <a:spcPts val="600"/>
              </a:spcAft>
            </a:pPr>
            <a:r>
              <a:rPr sz="1200" b="0" i="0" dirty="0"/>
              <a:t>That's repeatability: same person, same method, same result.</a:t>
            </a:r>
          </a:p>
          <a:p>
            <a:pPr>
              <a:spcAft>
                <a:spcPts val="600"/>
              </a:spcAft>
            </a:pPr>
            <a:r>
              <a:rPr lang="en-US" sz="1200" b="0" i="0" dirty="0"/>
              <a:t>T</a:t>
            </a:r>
            <a:r>
              <a:rPr sz="1200" b="0" i="0" dirty="0"/>
              <a:t>hink about one career advisor doing participant assessments. If they ask the same questions and write things up the same way every time, their results are repeatable.</a:t>
            </a:r>
          </a:p>
          <a:p>
            <a:pPr>
              <a:spcAft>
                <a:spcPts val="600"/>
              </a:spcAft>
            </a:pPr>
            <a:r>
              <a:rPr sz="1200" b="0" i="0" dirty="0"/>
              <a:t>Why does this matter? Because if the way the work gets done keeps changing, the data keeps changing too. And then you can't tell whether a change in the numbers is about the customer or just about how someone measured it that day.</a:t>
            </a:r>
          </a:p>
        </p:txBody>
      </p:sp>
      <p:sp>
        <p:nvSpPr>
          <p:cNvPr id="4" name="Slide Number Placeholder 3"/>
          <p:cNvSpPr>
            <a:spLocks noGrp="1"/>
          </p:cNvSpPr>
          <p:nvPr>
            <p:ph type="sldNum" sz="quarter" idx="5"/>
          </p:nvPr>
        </p:nvSpPr>
        <p:spPr/>
        <p:txBody>
          <a:bodyPr/>
          <a:lstStyle/>
          <a:p>
            <a:fld id="{9F90768B-30EA-485B-8D7E-4439A0A6DE93}" type="slidenum">
              <a:rPr lang="en-GB" smtClean="0"/>
              <a:t>11</a:t>
            </a:fld>
            <a:endParaRPr lang="en-GB"/>
          </a:p>
        </p:txBody>
      </p:sp>
    </p:spTree>
    <p:extLst>
      <p:ext uri="{BB962C8B-B14F-4D97-AF65-F5344CB8AC3E}">
        <p14:creationId xmlns:p14="http://schemas.microsoft.com/office/powerpoint/2010/main" val="27469716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a:spcAft>
                <a:spcPts val="600"/>
              </a:spcAft>
            </a:pPr>
            <a:r>
              <a:rPr sz="1200" b="1" i="0" dirty="0"/>
              <a:t>TIMING: 2 MINUTES</a:t>
            </a:r>
          </a:p>
          <a:p>
            <a:pPr>
              <a:spcAft>
                <a:spcPts val="600"/>
              </a:spcAft>
            </a:pPr>
            <a:r>
              <a:rPr sz="1200" b="1" i="0" dirty="0"/>
              <a:t>SPEAKER SCRIPT</a:t>
            </a:r>
          </a:p>
          <a:p>
            <a:pPr>
              <a:spcAft>
                <a:spcPts val="600"/>
              </a:spcAft>
            </a:pPr>
            <a:r>
              <a:rPr sz="1200" b="1" dirty="0">
                <a:solidFill>
                  <a:srgbClr val="C00000"/>
                </a:solidFill>
              </a:rPr>
              <a:t>[CLICKS ON THIS SLIDE: 3]</a:t>
            </a:r>
          </a:p>
          <a:p>
            <a:pPr>
              <a:spcAft>
                <a:spcPts val="600"/>
              </a:spcAft>
            </a:pPr>
            <a:r>
              <a:rPr sz="1200" b="0" i="0" dirty="0"/>
              <a:t>Now let's add more bakers.</a:t>
            </a:r>
          </a:p>
          <a:p>
            <a:pPr>
              <a:spcAft>
                <a:spcPts val="600"/>
              </a:spcAft>
            </a:pPr>
            <a:r>
              <a:rPr sz="1200" b="1" dirty="0">
                <a:solidFill>
                  <a:srgbClr val="C00000"/>
                </a:solidFill>
              </a:rPr>
              <a:t>[CLICK → first picture appears]</a:t>
            </a:r>
          </a:p>
          <a:p>
            <a:pPr>
              <a:spcAft>
                <a:spcPts val="600"/>
              </a:spcAft>
            </a:pPr>
            <a:r>
              <a:rPr sz="1200" b="0" i="0" dirty="0"/>
              <a:t>Different people, but they all use the same recipe, same equipment, same steps.</a:t>
            </a:r>
          </a:p>
          <a:p>
            <a:pPr>
              <a:spcAft>
                <a:spcPts val="600"/>
              </a:spcAft>
            </a:pPr>
            <a:r>
              <a:rPr sz="1200" b="1" dirty="0">
                <a:solidFill>
                  <a:srgbClr val="C00000"/>
                </a:solidFill>
              </a:rPr>
              <a:t>[CLICK → the rest of the pictures appear]</a:t>
            </a:r>
          </a:p>
          <a:p>
            <a:pPr>
              <a:spcAft>
                <a:spcPts val="600"/>
              </a:spcAft>
            </a:pPr>
            <a:r>
              <a:rPr sz="1200" b="0" i="0" dirty="0"/>
              <a:t>And they still get the same cake.</a:t>
            </a:r>
          </a:p>
          <a:p>
            <a:pPr>
              <a:spcAft>
                <a:spcPts val="600"/>
              </a:spcAft>
            </a:pPr>
            <a:r>
              <a:rPr sz="1200" b="1" dirty="0">
                <a:solidFill>
                  <a:srgbClr val="C00000"/>
                </a:solidFill>
              </a:rPr>
              <a:t>[CLICK → "Reproducibility = different people, same method, same result"]</a:t>
            </a:r>
          </a:p>
          <a:p>
            <a:pPr>
              <a:spcAft>
                <a:spcPts val="600"/>
              </a:spcAft>
            </a:pPr>
            <a:r>
              <a:rPr sz="1200" b="0" i="0" dirty="0"/>
              <a:t>That's reproducibility: different people, same method, same result.</a:t>
            </a:r>
          </a:p>
          <a:p>
            <a:pPr>
              <a:spcAft>
                <a:spcPts val="600"/>
              </a:spcAft>
            </a:pPr>
            <a:r>
              <a:rPr sz="1200" b="0" i="0" dirty="0"/>
              <a:t>This is what lets a process grow. Success no longer depends on one star employee. At the company, every team member should be able to use the same definitions, steps, and tools to deliver the same level of service.</a:t>
            </a:r>
          </a:p>
          <a:p>
            <a:pPr>
              <a:spcAft>
                <a:spcPts val="600"/>
              </a:spcAft>
            </a:pPr>
            <a:r>
              <a:rPr sz="1200" b="0" i="0" dirty="0"/>
              <a:t>Each local program can still shape how it serves its own community. That's a good thing. But the rules for what we count and how we count it should be the same everywhere.</a:t>
            </a:r>
          </a:p>
          <a:p>
            <a:pPr>
              <a:spcAft>
                <a:spcPts val="600"/>
              </a:spcAft>
            </a:pPr>
            <a:r>
              <a:rPr sz="1200" b="1" dirty="0">
                <a:solidFill>
                  <a:srgbClr val="0070C0"/>
                </a:solidFill>
              </a:rPr>
              <a:t>[ASK]</a:t>
            </a:r>
            <a:r>
              <a:rPr sz="1200" b="0" i="0" dirty="0"/>
              <a:t> Is there a process on your team that only works well when one particular person does it? </a:t>
            </a:r>
            <a:r>
              <a:rPr sz="1200" b="1" dirty="0">
                <a:solidFill>
                  <a:srgbClr val="0070C0"/>
                </a:solidFill>
              </a:rPr>
              <a:t>[Take a response or two.]</a:t>
            </a:r>
            <a:r>
              <a:rPr sz="1200" b="0" i="0" dirty="0"/>
              <a:t> That's a sign it's repeatable but not yet reproducible.</a:t>
            </a:r>
          </a:p>
          <a:p>
            <a:pPr>
              <a:spcAft>
                <a:spcPts val="600"/>
              </a:spcAft>
            </a:pPr>
            <a:r>
              <a:rPr sz="1200" b="0" i="0" dirty="0"/>
              <a:t>So now we know what trustworthy data looks like. Next question: what should we actually measure?</a:t>
            </a:r>
          </a:p>
        </p:txBody>
      </p:sp>
      <p:sp>
        <p:nvSpPr>
          <p:cNvPr id="4" name="Slide Number Placeholder 3"/>
          <p:cNvSpPr>
            <a:spLocks noGrp="1"/>
          </p:cNvSpPr>
          <p:nvPr>
            <p:ph type="sldNum" sz="quarter" idx="5"/>
          </p:nvPr>
        </p:nvSpPr>
        <p:spPr/>
        <p:txBody>
          <a:bodyPr/>
          <a:lstStyle/>
          <a:p>
            <a:fld id="{9F90768B-30EA-485B-8D7E-4439A0A6DE93}" type="slidenum">
              <a:rPr lang="en-GB" smtClean="0"/>
              <a:t>12</a:t>
            </a:fld>
            <a:endParaRPr lang="en-GB"/>
          </a:p>
        </p:txBody>
      </p:sp>
    </p:spTree>
    <p:extLst>
      <p:ext uri="{BB962C8B-B14F-4D97-AF65-F5344CB8AC3E}">
        <p14:creationId xmlns:p14="http://schemas.microsoft.com/office/powerpoint/2010/main" val="2694466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a:spcAft>
                <a:spcPts val="600"/>
              </a:spcAft>
            </a:pPr>
            <a:r>
              <a:rPr sz="1200" b="1" i="0"/>
              <a:t>TIMING: 0.5 MINUTES</a:t>
            </a:r>
          </a:p>
          <a:p>
            <a:pPr>
              <a:spcAft>
                <a:spcPts val="600"/>
              </a:spcAft>
            </a:pPr>
            <a:r>
              <a:rPr sz="1200" b="1" i="0"/>
              <a:t>SPEAKER SCRIPT</a:t>
            </a:r>
          </a:p>
          <a:p>
            <a:pPr>
              <a:spcAft>
                <a:spcPts val="600"/>
              </a:spcAft>
            </a:pPr>
            <a:r>
              <a:rPr sz="1200" b="0" i="0"/>
              <a:t>This section is about choosing what to measure.</a:t>
            </a:r>
          </a:p>
          <a:p>
            <a:pPr>
              <a:spcAft>
                <a:spcPts val="600"/>
              </a:spcAft>
            </a:pPr>
            <a:r>
              <a:rPr sz="1200" b="0" i="0"/>
              <a:t>Good data is only useful if it answers the right question. So now we'll connect what we measure to the problem we're trying to fix.</a:t>
            </a:r>
          </a:p>
        </p:txBody>
      </p:sp>
      <p:sp>
        <p:nvSpPr>
          <p:cNvPr id="4" name="Slide Number Placeholder 3"/>
          <p:cNvSpPr>
            <a:spLocks noGrp="1"/>
          </p:cNvSpPr>
          <p:nvPr>
            <p:ph type="sldNum" sz="quarter" idx="5"/>
          </p:nvPr>
        </p:nvSpPr>
        <p:spPr/>
        <p:txBody>
          <a:bodyPr/>
          <a:lstStyle/>
          <a:p>
            <a:fld id="{336F8861-7D18-944D-B836-A484A82765AD}" type="slidenum">
              <a:rPr lang="en-US" smtClean="0"/>
              <a:t>13</a:t>
            </a:fld>
            <a:endParaRPr lang="en-US"/>
          </a:p>
        </p:txBody>
      </p:sp>
    </p:spTree>
    <p:extLst>
      <p:ext uri="{BB962C8B-B14F-4D97-AF65-F5344CB8AC3E}">
        <p14:creationId xmlns:p14="http://schemas.microsoft.com/office/powerpoint/2010/main" val="32445949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a:spcAft>
                <a:spcPts val="600"/>
              </a:spcAft>
            </a:pPr>
            <a:r>
              <a:rPr sz="1200" b="1" i="0" dirty="0"/>
              <a:t>TIMING: 3 MINUTES</a:t>
            </a:r>
          </a:p>
          <a:p>
            <a:pPr>
              <a:spcAft>
                <a:spcPts val="600"/>
              </a:spcAft>
            </a:pPr>
            <a:r>
              <a:rPr sz="1200" b="1" i="0" dirty="0"/>
              <a:t>SPEAKER SCRIPT</a:t>
            </a:r>
          </a:p>
          <a:p>
            <a:pPr>
              <a:spcAft>
                <a:spcPts val="600"/>
              </a:spcAft>
            </a:pPr>
            <a:r>
              <a:rPr sz="1200" b="1" dirty="0">
                <a:solidFill>
                  <a:srgbClr val="C00000"/>
                </a:solidFill>
              </a:rPr>
              <a:t>[CLICKS ON THIS SLIDE: 7]</a:t>
            </a:r>
          </a:p>
          <a:p>
            <a:pPr>
              <a:spcAft>
                <a:spcPts val="600"/>
              </a:spcAft>
            </a:pPr>
            <a:r>
              <a:rPr sz="1200" b="0" i="0" dirty="0"/>
              <a:t>Here's the measurement process, step by step.</a:t>
            </a:r>
          </a:p>
          <a:p>
            <a:pPr>
              <a:spcAft>
                <a:spcPts val="600"/>
              </a:spcAft>
            </a:pPr>
            <a:r>
              <a:rPr sz="1200" b="1" dirty="0">
                <a:solidFill>
                  <a:srgbClr val="C00000"/>
                </a:solidFill>
              </a:rPr>
              <a:t>[CLICK → the process graphic appears]</a:t>
            </a:r>
          </a:p>
          <a:p>
            <a:pPr>
              <a:spcAft>
                <a:spcPts val="600"/>
              </a:spcAft>
            </a:pPr>
            <a:r>
              <a:rPr sz="1200" b="0" i="0" dirty="0"/>
              <a:t>It's a structured path, and each step protects the quality of your data.</a:t>
            </a:r>
          </a:p>
          <a:p>
            <a:pPr>
              <a:spcAft>
                <a:spcPts val="600"/>
              </a:spcAft>
            </a:pPr>
            <a:r>
              <a:rPr sz="1200" b="1" dirty="0">
                <a:solidFill>
                  <a:srgbClr val="C00000"/>
                </a:solidFill>
              </a:rPr>
              <a:t>[CLICK → Focus on what matters]</a:t>
            </a:r>
          </a:p>
          <a:p>
            <a:pPr>
              <a:spcAft>
                <a:spcPts val="600"/>
              </a:spcAft>
            </a:pPr>
            <a:r>
              <a:rPr sz="1200" b="0" i="0" dirty="0"/>
              <a:t>First, pick what matters. This keeps us focused.</a:t>
            </a:r>
          </a:p>
          <a:p>
            <a:pPr>
              <a:spcAft>
                <a:spcPts val="600"/>
              </a:spcAft>
            </a:pPr>
            <a:r>
              <a:rPr sz="1200" b="1" dirty="0">
                <a:solidFill>
                  <a:srgbClr val="C00000"/>
                </a:solidFill>
              </a:rPr>
              <a:t>[CLICK → Ensure consistency]</a:t>
            </a:r>
          </a:p>
          <a:p>
            <a:pPr>
              <a:spcAft>
                <a:spcPts val="600"/>
              </a:spcAft>
            </a:pPr>
            <a:r>
              <a:rPr sz="1200" b="0" i="0" dirty="0"/>
              <a:t>Second, define it clearly so everyone counts it the same way. This is what gives us repeatability and reproducibility.</a:t>
            </a:r>
          </a:p>
          <a:p>
            <a:pPr>
              <a:spcAft>
                <a:spcPts val="600"/>
              </a:spcAft>
            </a:pPr>
            <a:r>
              <a:rPr sz="1200" b="1" dirty="0">
                <a:solidFill>
                  <a:srgbClr val="C00000"/>
                </a:solidFill>
              </a:rPr>
              <a:t>[CLICK → Know where data comes from]</a:t>
            </a:r>
          </a:p>
          <a:p>
            <a:pPr>
              <a:spcAft>
                <a:spcPts val="600"/>
              </a:spcAft>
            </a:pPr>
            <a:r>
              <a:rPr sz="1200" b="0" i="0" dirty="0"/>
              <a:t>Third, know where the data comes from: which system, who owns it, and what its limits are.</a:t>
            </a:r>
          </a:p>
          <a:p>
            <a:pPr>
              <a:spcAft>
                <a:spcPts val="600"/>
              </a:spcAft>
            </a:pPr>
            <a:r>
              <a:rPr sz="1200" b="1" dirty="0">
                <a:solidFill>
                  <a:srgbClr val="C00000"/>
                </a:solidFill>
              </a:rPr>
              <a:t>[CLICK → Ensure quality &amp; structure]</a:t>
            </a:r>
          </a:p>
          <a:p>
            <a:pPr>
              <a:spcAft>
                <a:spcPts val="600"/>
              </a:spcAft>
            </a:pPr>
            <a:r>
              <a:rPr sz="1200" b="0" i="0" dirty="0"/>
              <a:t>Fourth, plan how you'll collect it, so it's consistent and not skewed.</a:t>
            </a:r>
          </a:p>
          <a:p>
            <a:pPr>
              <a:spcAft>
                <a:spcPts val="600"/>
              </a:spcAft>
            </a:pPr>
            <a:r>
              <a:rPr sz="1200" b="1" dirty="0">
                <a:solidFill>
                  <a:srgbClr val="C00000"/>
                </a:solidFill>
              </a:rPr>
              <a:t>[CLICK → Improve over time]</a:t>
            </a:r>
          </a:p>
          <a:p>
            <a:pPr>
              <a:spcAft>
                <a:spcPts val="600"/>
              </a:spcAft>
            </a:pPr>
            <a:r>
              <a:rPr sz="1200" b="0" i="0" dirty="0"/>
              <a:t>Fifth, put it in place and keep improving it. Your first version probably won't be perfect, and that's fine.</a:t>
            </a:r>
          </a:p>
          <a:p>
            <a:pPr>
              <a:spcAft>
                <a:spcPts val="600"/>
              </a:spcAft>
            </a:pPr>
            <a:r>
              <a:rPr sz="1200" b="1" dirty="0">
                <a:solidFill>
                  <a:srgbClr val="C00000"/>
                </a:solidFill>
              </a:rPr>
              <a:t>[CLICK → "These are not just steps, they ensure data quality"]</a:t>
            </a:r>
          </a:p>
          <a:p>
            <a:pPr>
              <a:spcAft>
                <a:spcPts val="600"/>
              </a:spcAft>
            </a:pPr>
            <a:r>
              <a:rPr sz="1200" b="0" i="0" dirty="0"/>
              <a:t>These aren't just paperwork steps. Together, they're what makes the data trustworthy.</a:t>
            </a:r>
          </a:p>
          <a:p>
            <a:pPr>
              <a:spcAft>
                <a:spcPts val="600"/>
              </a:spcAft>
            </a:pPr>
            <a:r>
              <a:rPr sz="1200" b="1" dirty="0">
                <a:solidFill>
                  <a:srgbClr val="0070C0"/>
                </a:solidFill>
              </a:rPr>
              <a:t>[ASK]</a:t>
            </a:r>
            <a:r>
              <a:rPr sz="1200" b="0" i="0" dirty="0"/>
              <a:t> Here's a question to think about. When someone asks for data, how often do we start with "what report do we already have?" instead of "what decision are we trying to make?" </a:t>
            </a:r>
            <a:r>
              <a:rPr sz="1200" b="1" dirty="0">
                <a:solidFill>
                  <a:srgbClr val="0070C0"/>
                </a:solidFill>
              </a:rPr>
              <a:t>[Pause.]</a:t>
            </a:r>
            <a:r>
              <a:rPr sz="1200" b="0" i="0" dirty="0"/>
              <a:t> A good measurement process flips that around. Start with the question, then find the data that answers it.</a:t>
            </a:r>
          </a:p>
        </p:txBody>
      </p:sp>
      <p:sp>
        <p:nvSpPr>
          <p:cNvPr id="4" name="Slide Number Placeholder 3"/>
          <p:cNvSpPr>
            <a:spLocks noGrp="1"/>
          </p:cNvSpPr>
          <p:nvPr>
            <p:ph type="sldNum" sz="quarter" idx="5"/>
          </p:nvPr>
        </p:nvSpPr>
        <p:spPr/>
        <p:txBody>
          <a:bodyPr/>
          <a:lstStyle/>
          <a:p>
            <a:fld id="{336F8861-7D18-944D-B836-A484A82765AD}" type="slidenum">
              <a:rPr lang="en-US" smtClean="0"/>
              <a:t>14</a:t>
            </a:fld>
            <a:endParaRPr lang="en-US"/>
          </a:p>
        </p:txBody>
      </p:sp>
    </p:spTree>
    <p:extLst>
      <p:ext uri="{BB962C8B-B14F-4D97-AF65-F5344CB8AC3E}">
        <p14:creationId xmlns:p14="http://schemas.microsoft.com/office/powerpoint/2010/main" val="20935175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a:spcAft>
                <a:spcPts val="600"/>
              </a:spcAft>
            </a:pPr>
            <a:r>
              <a:rPr sz="1200" b="1" i="0" dirty="0"/>
              <a:t>TIMING: 4 MINUTES</a:t>
            </a:r>
          </a:p>
          <a:p>
            <a:pPr>
              <a:spcAft>
                <a:spcPts val="600"/>
              </a:spcAft>
            </a:pPr>
            <a:r>
              <a:rPr sz="1200" b="1" i="0" dirty="0"/>
              <a:t>SPEAKER SCRIPT</a:t>
            </a:r>
          </a:p>
          <a:p>
            <a:pPr>
              <a:spcAft>
                <a:spcPts val="600"/>
              </a:spcAft>
            </a:pPr>
            <a:r>
              <a:rPr sz="1200" b="1" dirty="0">
                <a:solidFill>
                  <a:srgbClr val="C00000"/>
                </a:solidFill>
              </a:rPr>
              <a:t>[CLICKS ON THIS SLIDE: 3]</a:t>
            </a:r>
          </a:p>
          <a:p>
            <a:pPr>
              <a:spcAft>
                <a:spcPts val="600"/>
              </a:spcAft>
            </a:pPr>
            <a:r>
              <a:rPr sz="1200" b="0" i="0" dirty="0"/>
              <a:t>When you decide what to measure, you need a balance of two things: effectiveness and efficiency.</a:t>
            </a:r>
          </a:p>
          <a:p>
            <a:pPr>
              <a:spcAft>
                <a:spcPts val="600"/>
              </a:spcAft>
            </a:pPr>
            <a:r>
              <a:rPr sz="1200" b="1" dirty="0">
                <a:solidFill>
                  <a:srgbClr val="C00000"/>
                </a:solidFill>
              </a:rPr>
              <a:t>[CLICK → Effectiveness]</a:t>
            </a:r>
          </a:p>
          <a:p>
            <a:pPr>
              <a:spcAft>
                <a:spcPts val="600"/>
              </a:spcAft>
            </a:pPr>
            <a:r>
              <a:rPr sz="1200" b="0" i="0" dirty="0"/>
              <a:t>Effectiveness is about the customer. Are we giving them what they need? Are we getting the result we promised? Think quality of service, customer satisfaction, employer satisfaction, job placements, or getting it right the first time.</a:t>
            </a:r>
          </a:p>
          <a:p>
            <a:pPr>
              <a:spcAft>
                <a:spcPts val="600"/>
              </a:spcAft>
            </a:pPr>
            <a:r>
              <a:rPr sz="1200" b="1" dirty="0">
                <a:solidFill>
                  <a:srgbClr val="C00000"/>
                </a:solidFill>
              </a:rPr>
              <a:t>[CLICK → Efficiency]</a:t>
            </a:r>
          </a:p>
          <a:p>
            <a:pPr>
              <a:spcAft>
                <a:spcPts val="600"/>
              </a:spcAft>
            </a:pPr>
            <a:r>
              <a:rPr sz="1200" b="0" i="0" dirty="0"/>
              <a:t>Efficiency is about the process. How much time, effort, or money does it take?</a:t>
            </a:r>
          </a:p>
          <a:p>
            <a:pPr>
              <a:spcAft>
                <a:spcPts val="600"/>
              </a:spcAft>
            </a:pPr>
            <a:r>
              <a:rPr sz="1200" b="0" i="0" dirty="0"/>
              <a:t>Here's where my Staples experience comes in. In a call center, the classic efficiency number is average handle time: how long each call takes. And the classic effectiveness number is first contact resolution: did we fix it on the first call? If you push only on handle time, people rush. Calls get shorter, but customers hang up without their problem fixed, and they call back. Now you've got more calls, not fewer. When we focused on first contact resolution, solving it right the first time, handle time often took care of itself, because we weren't handling the same problem twice.</a:t>
            </a:r>
          </a:p>
          <a:p>
            <a:pPr>
              <a:spcAft>
                <a:spcPts val="600"/>
              </a:spcAft>
            </a:pPr>
            <a:r>
              <a:rPr sz="1200" b="0" i="0" dirty="0"/>
              <a:t>Same idea here. A new online intake form might cut registration time. That's efficient. But it's only effective if participants can actually finish it, understand what happens next, and get good service.</a:t>
            </a:r>
          </a:p>
          <a:p>
            <a:pPr>
              <a:spcAft>
                <a:spcPts val="600"/>
              </a:spcAft>
            </a:pPr>
            <a:r>
              <a:rPr sz="1200" b="1" dirty="0">
                <a:solidFill>
                  <a:srgbClr val="C00000"/>
                </a:solidFill>
              </a:rPr>
              <a:t>[CLICK → Key takeaway]</a:t>
            </a:r>
          </a:p>
          <a:p>
            <a:pPr>
              <a:spcAft>
                <a:spcPts val="600"/>
              </a:spcAft>
            </a:pPr>
            <a:r>
              <a:rPr sz="1200" b="0" i="0" dirty="0"/>
              <a:t>The best measures balance both. Don't just measure what's easy. Measure the result that matters, plus the process pieces that help explain it.</a:t>
            </a:r>
          </a:p>
        </p:txBody>
      </p:sp>
      <p:sp>
        <p:nvSpPr>
          <p:cNvPr id="4" name="Slide Number Placeholder 3"/>
          <p:cNvSpPr>
            <a:spLocks noGrp="1"/>
          </p:cNvSpPr>
          <p:nvPr>
            <p:ph type="sldNum" sz="quarter" idx="5"/>
          </p:nvPr>
        </p:nvSpPr>
        <p:spPr/>
        <p:txBody>
          <a:bodyPr/>
          <a:lstStyle/>
          <a:p>
            <a:fld id="{336F8861-7D18-944D-B836-A484A82765AD}" type="slidenum">
              <a:rPr lang="en-US" smtClean="0"/>
              <a:t>15</a:t>
            </a:fld>
            <a:endParaRPr lang="en-US"/>
          </a:p>
        </p:txBody>
      </p:sp>
    </p:spTree>
    <p:extLst>
      <p:ext uri="{BB962C8B-B14F-4D97-AF65-F5344CB8AC3E}">
        <p14:creationId xmlns:p14="http://schemas.microsoft.com/office/powerpoint/2010/main" val="27671512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a:spcAft>
                <a:spcPts val="600"/>
              </a:spcAft>
            </a:pPr>
            <a:r>
              <a:rPr sz="1200" b="1" i="0" dirty="0"/>
              <a:t>TIMING: 3 MINUTES</a:t>
            </a:r>
          </a:p>
          <a:p>
            <a:pPr>
              <a:spcAft>
                <a:spcPts val="600"/>
              </a:spcAft>
            </a:pPr>
            <a:r>
              <a:rPr sz="1200" b="1" i="0" dirty="0"/>
              <a:t>SPEAKER SCRIPT</a:t>
            </a:r>
          </a:p>
          <a:p>
            <a:pPr>
              <a:spcAft>
                <a:spcPts val="600"/>
              </a:spcAft>
            </a:pPr>
            <a:r>
              <a:rPr sz="1200" b="1" dirty="0">
                <a:solidFill>
                  <a:srgbClr val="C00000"/>
                </a:solidFill>
              </a:rPr>
              <a:t>[CLICKS ON THIS SLIDE: 2]</a:t>
            </a:r>
          </a:p>
          <a:p>
            <a:pPr>
              <a:spcAft>
                <a:spcPts val="600"/>
              </a:spcAft>
            </a:pPr>
            <a:r>
              <a:rPr sz="1200" b="0" i="0" dirty="0"/>
              <a:t>So here's the question for you.</a:t>
            </a:r>
          </a:p>
          <a:p>
            <a:pPr>
              <a:spcAft>
                <a:spcPts val="600"/>
              </a:spcAft>
            </a:pPr>
            <a:r>
              <a:rPr sz="1200" b="1" dirty="0">
                <a:solidFill>
                  <a:srgbClr val="C00000"/>
                </a:solidFill>
              </a:rPr>
              <a:t>[CLICK → the question appears]</a:t>
            </a:r>
          </a:p>
          <a:p>
            <a:pPr>
              <a:spcAft>
                <a:spcPts val="600"/>
              </a:spcAft>
            </a:pPr>
            <a:r>
              <a:rPr sz="1200" b="0" i="0" dirty="0"/>
              <a:t>Which one should come first: efficiency or effectiveness?</a:t>
            </a:r>
          </a:p>
          <a:p>
            <a:pPr>
              <a:spcAft>
                <a:spcPts val="600"/>
              </a:spcAft>
            </a:pPr>
            <a:r>
              <a:rPr sz="1200" b="1" dirty="0">
                <a:solidFill>
                  <a:srgbClr val="0070C0"/>
                </a:solidFill>
              </a:rPr>
              <a:t>[POLL]</a:t>
            </a:r>
            <a:r>
              <a:rPr sz="1200" b="0" i="0" dirty="0"/>
              <a:t> Type an "A" in the chat for efficiency or a "B" for effectiveness. Everyone vote! </a:t>
            </a:r>
            <a:r>
              <a:rPr sz="1200" b="1" dirty="0">
                <a:solidFill>
                  <a:srgbClr val="0070C0"/>
                </a:solidFill>
              </a:rPr>
              <a:t>[Pause, read the split out loud, and ask one person from each side why they chose it.]</a:t>
            </a:r>
          </a:p>
          <a:p>
            <a:pPr>
              <a:spcAft>
                <a:spcPts val="600"/>
              </a:spcAft>
            </a:pPr>
            <a:r>
              <a:rPr sz="1200" b="1" dirty="0">
                <a:solidFill>
                  <a:srgbClr val="C00000"/>
                </a:solidFill>
              </a:rPr>
              <a:t>[CLICK → the answer appears]</a:t>
            </a:r>
          </a:p>
          <a:p>
            <a:pPr>
              <a:spcAft>
                <a:spcPts val="600"/>
              </a:spcAft>
            </a:pPr>
            <a:r>
              <a:rPr sz="1200" b="0" i="0" dirty="0"/>
              <a:t>Effectiveness comes first. Making something faster doesn't help if the customer gets the wrong result, has to come back, or leaves confused about what's next. That's exactly what we saw with handle time at Staples: faster calls, but more callbacks.</a:t>
            </a:r>
          </a:p>
          <a:p>
            <a:pPr>
              <a:spcAft>
                <a:spcPts val="600"/>
              </a:spcAft>
            </a:pPr>
            <a:r>
              <a:rPr sz="1200" b="0" i="0" dirty="0"/>
              <a:t>That doesn't mean efficiency isn't important. It just means efficiency should support the customer result, not replace it.</a:t>
            </a:r>
          </a:p>
          <a:p>
            <a:pPr>
              <a:spcAft>
                <a:spcPts val="600"/>
              </a:spcAft>
            </a:pPr>
            <a:r>
              <a:rPr sz="1200" b="0" i="0" dirty="0"/>
              <a:t>An easy way to remember it: first make sure we're doing the right thing, then get better at how we do it.</a:t>
            </a:r>
          </a:p>
          <a:p>
            <a:pPr>
              <a:spcAft>
                <a:spcPts val="600"/>
              </a:spcAft>
            </a:pPr>
            <a:r>
              <a:rPr sz="1200" b="0" i="0" dirty="0"/>
              <a:t>Now let's go from choosing measures to defining and collecting the data behind them.</a:t>
            </a:r>
          </a:p>
        </p:txBody>
      </p:sp>
      <p:sp>
        <p:nvSpPr>
          <p:cNvPr id="4" name="Slide Number Placeholder 3"/>
          <p:cNvSpPr>
            <a:spLocks noGrp="1"/>
          </p:cNvSpPr>
          <p:nvPr>
            <p:ph type="sldNum" sz="quarter" idx="5"/>
          </p:nvPr>
        </p:nvSpPr>
        <p:spPr/>
        <p:txBody>
          <a:bodyPr/>
          <a:lstStyle/>
          <a:p>
            <a:fld id="{336F8861-7D18-944D-B836-A484A82765AD}" type="slidenum">
              <a:rPr lang="en-US" smtClean="0"/>
              <a:t>16</a:t>
            </a:fld>
            <a:endParaRPr lang="en-US"/>
          </a:p>
        </p:txBody>
      </p:sp>
    </p:spTree>
    <p:extLst>
      <p:ext uri="{BB962C8B-B14F-4D97-AF65-F5344CB8AC3E}">
        <p14:creationId xmlns:p14="http://schemas.microsoft.com/office/powerpoint/2010/main" val="1902513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a:spcAft>
                <a:spcPts val="600"/>
              </a:spcAft>
            </a:pPr>
            <a:r>
              <a:rPr sz="1200" b="1" i="0" dirty="0"/>
              <a:t>TIMING: 0.5 MINUTES</a:t>
            </a:r>
          </a:p>
          <a:p>
            <a:pPr>
              <a:spcAft>
                <a:spcPts val="600"/>
              </a:spcAft>
            </a:pPr>
            <a:r>
              <a:rPr sz="1200" b="1" i="0" dirty="0"/>
              <a:t>SPEAKER SCRIPT</a:t>
            </a:r>
          </a:p>
          <a:p>
            <a:pPr>
              <a:spcAft>
                <a:spcPts val="600"/>
              </a:spcAft>
            </a:pPr>
            <a:r>
              <a:rPr sz="1200" b="0" i="0" dirty="0"/>
              <a:t>Next up: choosing and defining the data we'll measure.</a:t>
            </a:r>
          </a:p>
          <a:p>
            <a:pPr>
              <a:spcAft>
                <a:spcPts val="600"/>
              </a:spcAft>
            </a:pPr>
            <a:r>
              <a:rPr sz="1200" b="0" i="0" dirty="0"/>
              <a:t>We've talked about what matters. Now we get practical: how do we gather useful information without creating a ton of extra work?</a:t>
            </a:r>
          </a:p>
        </p:txBody>
      </p:sp>
      <p:sp>
        <p:nvSpPr>
          <p:cNvPr id="4" name="Slide Number Placeholder 3"/>
          <p:cNvSpPr>
            <a:spLocks noGrp="1"/>
          </p:cNvSpPr>
          <p:nvPr>
            <p:ph type="sldNum" sz="quarter" idx="5"/>
          </p:nvPr>
        </p:nvSpPr>
        <p:spPr/>
        <p:txBody>
          <a:bodyPr/>
          <a:lstStyle/>
          <a:p>
            <a:fld id="{336F8861-7D18-944D-B836-A484A82765AD}" type="slidenum">
              <a:rPr lang="en-US" smtClean="0"/>
              <a:t>17</a:t>
            </a:fld>
            <a:endParaRPr lang="en-US"/>
          </a:p>
        </p:txBody>
      </p:sp>
    </p:spTree>
    <p:extLst>
      <p:ext uri="{BB962C8B-B14F-4D97-AF65-F5344CB8AC3E}">
        <p14:creationId xmlns:p14="http://schemas.microsoft.com/office/powerpoint/2010/main" val="32445949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a:spcAft>
                <a:spcPts val="600"/>
              </a:spcAft>
            </a:pPr>
            <a:r>
              <a:rPr sz="1200" b="1" i="0" dirty="0"/>
              <a:t>TIMING: 3 MINUTES</a:t>
            </a:r>
          </a:p>
          <a:p>
            <a:pPr>
              <a:spcAft>
                <a:spcPts val="600"/>
              </a:spcAft>
            </a:pPr>
            <a:r>
              <a:rPr sz="1200" b="1" i="0" dirty="0"/>
              <a:t>SPEAKER SCRIPT</a:t>
            </a:r>
          </a:p>
          <a:p>
            <a:pPr>
              <a:spcAft>
                <a:spcPts val="600"/>
              </a:spcAft>
            </a:pPr>
            <a:r>
              <a:rPr sz="1200" b="1" dirty="0">
                <a:solidFill>
                  <a:srgbClr val="C00000"/>
                </a:solidFill>
              </a:rPr>
              <a:t>[CLICKS ON THIS SLIDE: 5]</a:t>
            </a:r>
          </a:p>
          <a:p>
            <a:pPr>
              <a:spcAft>
                <a:spcPts val="600"/>
              </a:spcAft>
            </a:pPr>
            <a:r>
              <a:rPr sz="1200" b="0" i="0" dirty="0"/>
              <a:t>Here are three good habits before you collect any data.</a:t>
            </a:r>
          </a:p>
          <a:p>
            <a:pPr>
              <a:spcAft>
                <a:spcPts val="600"/>
              </a:spcAft>
            </a:pPr>
            <a:r>
              <a:rPr sz="1200" b="1" dirty="0">
                <a:solidFill>
                  <a:srgbClr val="C00000"/>
                </a:solidFill>
              </a:rPr>
              <a:t>[CLICK → "Don't jump straight to data"]</a:t>
            </a:r>
          </a:p>
          <a:p>
            <a:pPr>
              <a:spcAft>
                <a:spcPts val="600"/>
              </a:spcAft>
            </a:pPr>
            <a:r>
              <a:rPr sz="1200" b="0" i="0" dirty="0"/>
              <a:t>Habit one: understand the process first. Go watch it. See what really happens, not just what the procedure says should happen. Notice where things vary.</a:t>
            </a:r>
          </a:p>
          <a:p>
            <a:pPr>
              <a:spcAft>
                <a:spcPts val="600"/>
              </a:spcAft>
            </a:pPr>
            <a:r>
              <a:rPr sz="1200" b="1" dirty="0">
                <a:solidFill>
                  <a:srgbClr val="C00000"/>
                </a:solidFill>
              </a:rPr>
              <a:t>[CLICK → Define the Purpose]</a:t>
            </a:r>
          </a:p>
          <a:p>
            <a:pPr>
              <a:spcAft>
                <a:spcPts val="600"/>
              </a:spcAft>
            </a:pPr>
            <a:r>
              <a:rPr sz="1200" b="0" i="0" dirty="0"/>
              <a:t>Habit two: define the purpose. What question are we answering? What decision will this support? How will we use it?</a:t>
            </a:r>
          </a:p>
          <a:p>
            <a:pPr>
              <a:spcAft>
                <a:spcPts val="600"/>
              </a:spcAft>
            </a:pPr>
            <a:r>
              <a:rPr sz="1200" b="1" dirty="0">
                <a:solidFill>
                  <a:srgbClr val="C00000"/>
                </a:solidFill>
              </a:rPr>
              <a:t>[CLICK → "Focus = purpose and intent"]</a:t>
            </a:r>
          </a:p>
          <a:p>
            <a:pPr>
              <a:spcAft>
                <a:spcPts val="600"/>
              </a:spcAft>
            </a:pPr>
            <a:r>
              <a:rPr sz="1200" b="0" i="0" dirty="0"/>
              <a:t>If you can't answer those questions, think twice before collecting the data.</a:t>
            </a:r>
          </a:p>
          <a:p>
            <a:pPr>
              <a:spcAft>
                <a:spcPts val="600"/>
              </a:spcAft>
            </a:pPr>
            <a:r>
              <a:rPr sz="1200" b="1" dirty="0">
                <a:solidFill>
                  <a:srgbClr val="C00000"/>
                </a:solidFill>
              </a:rPr>
              <a:t>[CLICK → Collect Valuable Data]</a:t>
            </a:r>
          </a:p>
          <a:p>
            <a:pPr>
              <a:spcAft>
                <a:spcPts val="600"/>
              </a:spcAft>
            </a:pPr>
            <a:r>
              <a:rPr sz="1200" b="0" i="0" dirty="0"/>
              <a:t>Habit three: collect valuable data. Tie it to what the customer needs and to your project goal. And please, don't collect things "just in case."</a:t>
            </a:r>
          </a:p>
          <a:p>
            <a:pPr>
              <a:spcAft>
                <a:spcPts val="600"/>
              </a:spcAft>
            </a:pPr>
            <a:r>
              <a:rPr sz="1200" b="1" dirty="0">
                <a:solidFill>
                  <a:srgbClr val="C00000"/>
                </a:solidFill>
              </a:rPr>
              <a:t>[CLICK → "Focus = value and efficiency"]</a:t>
            </a:r>
          </a:p>
          <a:p>
            <a:pPr>
              <a:spcAft>
                <a:spcPts val="600"/>
              </a:spcAft>
            </a:pPr>
            <a:r>
              <a:rPr sz="1200" b="0" i="0" dirty="0"/>
              <a:t>More data doesn't mean more insight. On a company project, a good measure should help us understand the customer experience, a result, how the process is working, or whether an investment paid off.</a:t>
            </a:r>
          </a:p>
          <a:p>
            <a:pPr>
              <a:spcAft>
                <a:spcPts val="600"/>
              </a:spcAft>
            </a:pPr>
            <a:r>
              <a:rPr sz="1200" b="0" i="0" dirty="0"/>
              <a:t>Good data collection isn't about how much you collect. It's about whether it's useful.</a:t>
            </a:r>
          </a:p>
        </p:txBody>
      </p:sp>
      <p:sp>
        <p:nvSpPr>
          <p:cNvPr id="4" name="Slide Number Placeholder 3"/>
          <p:cNvSpPr>
            <a:spLocks noGrp="1"/>
          </p:cNvSpPr>
          <p:nvPr>
            <p:ph type="sldNum" sz="quarter" idx="5"/>
          </p:nvPr>
        </p:nvSpPr>
        <p:spPr/>
        <p:txBody>
          <a:bodyPr/>
          <a:lstStyle/>
          <a:p>
            <a:fld id="{336F8861-7D18-944D-B836-A484A82765AD}" type="slidenum">
              <a:rPr lang="en-US" smtClean="0"/>
              <a:t>18</a:t>
            </a:fld>
            <a:endParaRPr lang="en-US"/>
          </a:p>
        </p:txBody>
      </p:sp>
    </p:spTree>
    <p:extLst>
      <p:ext uri="{BB962C8B-B14F-4D97-AF65-F5344CB8AC3E}">
        <p14:creationId xmlns:p14="http://schemas.microsoft.com/office/powerpoint/2010/main" val="22305793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a:spcAft>
                <a:spcPts val="600"/>
              </a:spcAft>
            </a:pPr>
            <a:r>
              <a:rPr sz="1200" b="1" i="0" dirty="0"/>
              <a:t>TIMING: 4 MINUTES</a:t>
            </a:r>
          </a:p>
          <a:p>
            <a:pPr>
              <a:spcAft>
                <a:spcPts val="600"/>
              </a:spcAft>
            </a:pPr>
            <a:r>
              <a:rPr sz="1200" b="1" i="0" dirty="0"/>
              <a:t>SPEAKER SCRIPT</a:t>
            </a:r>
          </a:p>
          <a:p>
            <a:pPr>
              <a:spcAft>
                <a:spcPts val="600"/>
              </a:spcAft>
            </a:pPr>
            <a:r>
              <a:rPr sz="1200" b="1" dirty="0">
                <a:solidFill>
                  <a:srgbClr val="C00000"/>
                </a:solidFill>
              </a:rPr>
              <a:t>[CLICKS ON THIS SLIDE: 3]</a:t>
            </a:r>
          </a:p>
          <a:p>
            <a:pPr>
              <a:spcAft>
                <a:spcPts val="600"/>
              </a:spcAft>
            </a:pPr>
            <a:r>
              <a:rPr sz="1200" b="0" i="0" dirty="0"/>
              <a:t>Time for a short activity. Grab the process you typed in the chat at the start.</a:t>
            </a:r>
          </a:p>
          <a:p>
            <a:pPr>
              <a:spcAft>
                <a:spcPts val="600"/>
              </a:spcAft>
            </a:pPr>
            <a:r>
              <a:rPr sz="1200" b="1" dirty="0">
                <a:solidFill>
                  <a:srgbClr val="C00000"/>
                </a:solidFill>
              </a:rPr>
              <a:t>[CLICK → Start with your goal]</a:t>
            </a:r>
          </a:p>
          <a:p>
            <a:pPr>
              <a:spcAft>
                <a:spcPts val="600"/>
              </a:spcAft>
            </a:pPr>
            <a:r>
              <a:rPr sz="1200" b="0" i="0" dirty="0"/>
              <a:t>Start with the goal. What result are you trying to change? What matters most to the customer: quality, impact, cost, or time? Write down one main measure that would tell you whether you hit the goal.</a:t>
            </a:r>
          </a:p>
          <a:p>
            <a:pPr>
              <a:spcAft>
                <a:spcPts val="600"/>
              </a:spcAft>
            </a:pPr>
            <a:r>
              <a:rPr sz="1200" b="1" dirty="0">
                <a:solidFill>
                  <a:srgbClr val="C00000"/>
                </a:solidFill>
              </a:rPr>
              <a:t>[CLICK → Supporting analysis]</a:t>
            </a:r>
          </a:p>
          <a:p>
            <a:pPr>
              <a:spcAft>
                <a:spcPts val="600"/>
              </a:spcAft>
            </a:pPr>
            <a:r>
              <a:rPr sz="1200" b="0" i="0" dirty="0"/>
              <a:t>Next, think about supporting measures. What might be driving that result? And how could you split the data into groups to spot patterns?</a:t>
            </a:r>
          </a:p>
          <a:p>
            <a:pPr>
              <a:spcAft>
                <a:spcPts val="600"/>
              </a:spcAft>
            </a:pPr>
            <a:r>
              <a:rPr sz="1200" b="0" i="0" dirty="0"/>
              <a:t>Here's an example. Say your goal is to help participants get jobs faster. Your main measure might be the number of days from enrollment to employment. Supporting measures could be the time to the first appointment, which service path they're on, how they were referred, what industry they're targeting, whether they earned a credential, or which location they're at.</a:t>
            </a:r>
          </a:p>
          <a:p>
            <a:pPr>
              <a:spcAft>
                <a:spcPts val="600"/>
              </a:spcAft>
            </a:pPr>
            <a:r>
              <a:rPr sz="1200" b="1" dirty="0">
                <a:solidFill>
                  <a:srgbClr val="0070C0"/>
                </a:solidFill>
              </a:rPr>
              <a:t>[CHAT]</a:t>
            </a:r>
            <a:r>
              <a:rPr sz="1200" b="0" i="0" dirty="0"/>
              <a:t> Type your main measure and one supporting measure in the chat. </a:t>
            </a:r>
            <a:r>
              <a:rPr sz="1200" b="1" dirty="0">
                <a:solidFill>
                  <a:srgbClr val="0070C0"/>
                </a:solidFill>
              </a:rPr>
              <a:t>[Give people 2 minutes, then read a few out loud and give quick feedback.]</a:t>
            </a:r>
          </a:p>
          <a:p>
            <a:pPr>
              <a:spcAft>
                <a:spcPts val="600"/>
              </a:spcAft>
            </a:pPr>
            <a:r>
              <a:rPr sz="1200" b="1" dirty="0">
                <a:solidFill>
                  <a:srgbClr val="C00000"/>
                </a:solidFill>
              </a:rPr>
              <a:t>[CLICK → "Start with the goal, then measure what drives it"]</a:t>
            </a:r>
          </a:p>
          <a:p>
            <a:pPr>
              <a:spcAft>
                <a:spcPts val="600"/>
              </a:spcAft>
            </a:pPr>
            <a:r>
              <a:rPr sz="1200" b="0" i="0" dirty="0"/>
              <a:t>The lesson: start with the goal, then measure what drives it. Don't start with a list of fields that happen to exist and try to invent a question afterward.</a:t>
            </a:r>
          </a:p>
        </p:txBody>
      </p:sp>
      <p:sp>
        <p:nvSpPr>
          <p:cNvPr id="4" name="Slide Number Placeholder 3"/>
          <p:cNvSpPr>
            <a:spLocks noGrp="1"/>
          </p:cNvSpPr>
          <p:nvPr>
            <p:ph type="sldNum" sz="quarter" idx="5"/>
          </p:nvPr>
        </p:nvSpPr>
        <p:spPr/>
        <p:txBody>
          <a:bodyPr/>
          <a:lstStyle/>
          <a:p>
            <a:fld id="{336F8861-7D18-944D-B836-A484A82765AD}" type="slidenum">
              <a:rPr lang="en-US" smtClean="0"/>
              <a:t>19</a:t>
            </a:fld>
            <a:endParaRPr lang="en-US"/>
          </a:p>
        </p:txBody>
      </p:sp>
    </p:spTree>
    <p:extLst>
      <p:ext uri="{BB962C8B-B14F-4D97-AF65-F5344CB8AC3E}">
        <p14:creationId xmlns:p14="http://schemas.microsoft.com/office/powerpoint/2010/main" val="21980864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sz="1200" b="1" i="0" dirty="0"/>
              <a:t>TIMING: 3.5 MINUTES</a:t>
            </a:r>
          </a:p>
          <a:p>
            <a:pPr>
              <a:spcAft>
                <a:spcPts val="600"/>
              </a:spcAft>
            </a:pPr>
            <a:r>
              <a:rPr sz="1200" b="1" i="0" dirty="0"/>
              <a:t>SPEAKER SCRIPT</a:t>
            </a:r>
          </a:p>
          <a:p>
            <a:pPr>
              <a:spcAft>
                <a:spcPts val="600"/>
              </a:spcAft>
            </a:pPr>
            <a:r>
              <a:rPr sz="1200" b="1" dirty="0">
                <a:solidFill>
                  <a:srgbClr val="C00000"/>
                </a:solidFill>
              </a:rPr>
              <a:t>[CLICKS ON THIS SLIDE: 4]</a:t>
            </a:r>
          </a:p>
          <a:p>
            <a:pPr>
              <a:spcAft>
                <a:spcPts val="600"/>
              </a:spcAft>
            </a:pPr>
            <a:r>
              <a:rPr sz="1200" b="0" i="0" dirty="0"/>
              <a:t>This example shows why averages can hide the real problem.</a:t>
            </a:r>
          </a:p>
          <a:p>
            <a:pPr>
              <a:spcAft>
                <a:spcPts val="600"/>
              </a:spcAft>
            </a:pPr>
            <a:r>
              <a:rPr sz="1200" b="0" i="0" dirty="0"/>
              <a:t>We know 30 percent of appointments are late. But that one number doesn't tell us where, when, or why. So we break the data into groups. That's called stratification. It's just a fancy word for sorting the data into groups to see what's hiding.</a:t>
            </a:r>
          </a:p>
          <a:p>
            <a:pPr>
              <a:spcAft>
                <a:spcPts val="600"/>
              </a:spcAft>
            </a:pPr>
            <a:r>
              <a:rPr sz="1200" b="1" dirty="0">
                <a:solidFill>
                  <a:srgbClr val="0070C0"/>
                </a:solidFill>
              </a:rPr>
              <a:t>[POLL]</a:t>
            </a:r>
            <a:r>
              <a:rPr sz="1200" b="0" i="0" dirty="0"/>
              <a:t> Before I click, take a guess: where do you think most of the late appointments are? Type your guess. </a:t>
            </a:r>
            <a:r>
              <a:rPr sz="1200" b="1" dirty="0">
                <a:solidFill>
                  <a:srgbClr val="0070C0"/>
                </a:solidFill>
              </a:rPr>
              <a:t>[Pause.]</a:t>
            </a:r>
          </a:p>
          <a:p>
            <a:pPr>
              <a:spcAft>
                <a:spcPts val="600"/>
              </a:spcAft>
            </a:pPr>
            <a:r>
              <a:rPr sz="1200" b="1" dirty="0">
                <a:solidFill>
                  <a:srgbClr val="C00000"/>
                </a:solidFill>
              </a:rPr>
              <a:t>[CLICK → by project]</a:t>
            </a:r>
          </a:p>
          <a:p>
            <a:pPr>
              <a:spcAft>
                <a:spcPts val="600"/>
              </a:spcAft>
            </a:pPr>
            <a:r>
              <a:rPr sz="1200" b="0" i="0" dirty="0"/>
              <a:t>Split it by project, and we see Project B has a much bigger problem than the others.</a:t>
            </a:r>
          </a:p>
          <a:p>
            <a:pPr>
              <a:spcAft>
                <a:spcPts val="600"/>
              </a:spcAft>
            </a:pPr>
            <a:r>
              <a:rPr sz="1200" b="1" dirty="0">
                <a:solidFill>
                  <a:srgbClr val="C00000"/>
                </a:solidFill>
              </a:rPr>
              <a:t>[CLICK → by person]</a:t>
            </a:r>
          </a:p>
          <a:p>
            <a:pPr>
              <a:spcAft>
                <a:spcPts val="600"/>
              </a:spcAft>
            </a:pPr>
            <a:r>
              <a:rPr sz="1200" b="0" i="0" dirty="0"/>
              <a:t>Split it by person, and we see big differences in how the work gets done.</a:t>
            </a:r>
          </a:p>
          <a:p>
            <a:pPr>
              <a:spcAft>
                <a:spcPts val="600"/>
              </a:spcAft>
            </a:pPr>
            <a:r>
              <a:rPr sz="1200" b="1" dirty="0">
                <a:solidFill>
                  <a:srgbClr val="C00000"/>
                </a:solidFill>
              </a:rPr>
              <a:t>[CLICK → by time of day]</a:t>
            </a:r>
          </a:p>
          <a:p>
            <a:pPr>
              <a:spcAft>
                <a:spcPts val="600"/>
              </a:spcAft>
            </a:pPr>
            <a:r>
              <a:rPr sz="1200" b="0" i="0" dirty="0"/>
              <a:t>Split it by time of day, and the delays climb as the day goes on: 10 percent in the morning, 25 percent in the afternoon, 60 percent at night.</a:t>
            </a:r>
          </a:p>
          <a:p>
            <a:pPr>
              <a:spcAft>
                <a:spcPts val="600"/>
              </a:spcAft>
            </a:pPr>
            <a:r>
              <a:rPr sz="1200" b="1" dirty="0">
                <a:solidFill>
                  <a:srgbClr val="C00000"/>
                </a:solidFill>
              </a:rPr>
              <a:t>[CLICK → summary]</a:t>
            </a:r>
          </a:p>
          <a:p>
            <a:pPr>
              <a:spcAft>
                <a:spcPts val="600"/>
              </a:spcAft>
            </a:pPr>
            <a:r>
              <a:rPr sz="1200" b="0" i="0" dirty="0"/>
              <a:t>That's the power of sorting the data. At the company, we might also split by service type, in-person versus virtual, customer group, staffing levels, or system issues.</a:t>
            </a:r>
          </a:p>
          <a:p>
            <a:pPr>
              <a:spcAft>
                <a:spcPts val="600"/>
              </a:spcAft>
            </a:pPr>
            <a:r>
              <a:rPr sz="1200" b="0" i="0" dirty="0"/>
              <a:t>One important point: we're not doing this to blame a person or an office. We're doing it to find where the variation is, so local leaders can fix the right thing, like scheduling, staffing, or a process step, instead of applying one big fix everywhere.</a:t>
            </a:r>
          </a:p>
        </p:txBody>
      </p:sp>
      <p:sp>
        <p:nvSpPr>
          <p:cNvPr id="4" name="Slide Number Placeholder 3"/>
          <p:cNvSpPr>
            <a:spLocks noGrp="1"/>
          </p:cNvSpPr>
          <p:nvPr>
            <p:ph type="sldNum" sz="quarter" idx="5"/>
          </p:nvPr>
        </p:nvSpPr>
        <p:spPr/>
        <p:txBody>
          <a:bodyPr/>
          <a:lstStyle/>
          <a:p>
            <a:fld id="{9F90768B-30EA-485B-8D7E-4439A0A6DE93}" type="slidenum">
              <a:rPr lang="en-GB" smtClean="0"/>
              <a:t>20</a:t>
            </a:fld>
            <a:endParaRPr lang="en-GB"/>
          </a:p>
        </p:txBody>
      </p:sp>
    </p:spTree>
    <p:extLst>
      <p:ext uri="{BB962C8B-B14F-4D97-AF65-F5344CB8AC3E}">
        <p14:creationId xmlns:p14="http://schemas.microsoft.com/office/powerpoint/2010/main" val="32619766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sz="1200" b="1" i="0" dirty="0"/>
              <a:t>TIMING: 3 MINUTES</a:t>
            </a:r>
          </a:p>
          <a:p>
            <a:pPr>
              <a:spcAft>
                <a:spcPts val="600"/>
              </a:spcAft>
            </a:pPr>
            <a:r>
              <a:rPr sz="1200" b="1" i="0" dirty="0"/>
              <a:t>SPEAKER SCRIPT</a:t>
            </a:r>
          </a:p>
          <a:p>
            <a:pPr>
              <a:spcAft>
                <a:spcPts val="600"/>
              </a:spcAft>
            </a:pPr>
            <a:r>
              <a:rPr sz="1200" b="1" dirty="0">
                <a:solidFill>
                  <a:srgbClr val="C00000"/>
                </a:solidFill>
              </a:rPr>
              <a:t>[CLICKS ON THIS SLIDE: 3]</a:t>
            </a:r>
          </a:p>
          <a:p>
            <a:pPr>
              <a:spcAft>
                <a:spcPts val="600"/>
              </a:spcAft>
            </a:pPr>
            <a:r>
              <a:rPr sz="1200" b="0" i="0" dirty="0"/>
              <a:t>The same idea works for our support teams, like finance, HR, or IT. On this slide, 25 percent of service requests are finished late.</a:t>
            </a:r>
          </a:p>
          <a:p>
            <a:pPr>
              <a:spcAft>
                <a:spcPts val="600"/>
              </a:spcAft>
            </a:pPr>
            <a:r>
              <a:rPr sz="1200" b="1" dirty="0">
                <a:solidFill>
                  <a:srgbClr val="C00000"/>
                </a:solidFill>
              </a:rPr>
              <a:t>[CLICK → by department]</a:t>
            </a:r>
          </a:p>
          <a:p>
            <a:pPr>
              <a:spcAft>
                <a:spcPts val="600"/>
              </a:spcAft>
            </a:pPr>
            <a:r>
              <a:rPr sz="1200" b="0" i="0" dirty="0"/>
              <a:t>Split by department, and most of the delays are in Finance.</a:t>
            </a:r>
          </a:p>
          <a:p>
            <a:pPr>
              <a:spcAft>
                <a:spcPts val="600"/>
              </a:spcAft>
            </a:pPr>
            <a:r>
              <a:rPr sz="1200" b="1" dirty="0">
                <a:solidFill>
                  <a:srgbClr val="C00000"/>
                </a:solidFill>
              </a:rPr>
              <a:t>[CLICK → by person]</a:t>
            </a:r>
          </a:p>
          <a:p>
            <a:pPr>
              <a:spcAft>
                <a:spcPts val="600"/>
              </a:spcAft>
            </a:pPr>
            <a:r>
              <a:rPr sz="1200" b="0" i="0" dirty="0"/>
              <a:t>Split by person, and performance varies a lot.</a:t>
            </a:r>
          </a:p>
          <a:p>
            <a:pPr>
              <a:spcAft>
                <a:spcPts val="600"/>
              </a:spcAft>
            </a:pPr>
            <a:r>
              <a:rPr sz="1200" b="1" dirty="0">
                <a:solidFill>
                  <a:srgbClr val="C00000"/>
                </a:solidFill>
              </a:rPr>
              <a:t>[CLICK → by request type]</a:t>
            </a:r>
          </a:p>
          <a:p>
            <a:pPr>
              <a:spcAft>
                <a:spcPts val="600"/>
              </a:spcAft>
            </a:pPr>
            <a:r>
              <a:rPr sz="1200" b="0" i="0" dirty="0"/>
              <a:t>Split by request type, and payroll requests are by far the latest, at 60 percent.</a:t>
            </a:r>
          </a:p>
          <a:p>
            <a:pPr>
              <a:spcAft>
                <a:spcPts val="600"/>
              </a:spcAft>
            </a:pPr>
            <a:r>
              <a:rPr sz="1200" b="0" i="0" dirty="0"/>
              <a:t>So one overall number looked like a general problem. But sorting it showed us exactly where to look.</a:t>
            </a:r>
          </a:p>
          <a:p>
            <a:pPr>
              <a:spcAft>
                <a:spcPts val="600"/>
              </a:spcAft>
            </a:pPr>
            <a:r>
              <a:rPr sz="1200" b="0" i="0" dirty="0"/>
              <a:t>At the company, we might break support request time down by project, team, type of request, how complicated it is, or what time it came in. That helps our experts put their help where it'll make the biggest difference.</a:t>
            </a:r>
          </a:p>
          <a:p>
            <a:pPr>
              <a:spcAft>
                <a:spcPts val="600"/>
              </a:spcAft>
            </a:pPr>
            <a:r>
              <a:rPr sz="1200" b="0" i="0" dirty="0"/>
              <a:t>The average tells you what's happening. Sorting the data tells you where to look.</a:t>
            </a:r>
          </a:p>
        </p:txBody>
      </p:sp>
      <p:sp>
        <p:nvSpPr>
          <p:cNvPr id="4" name="Slide Number Placeholder 3"/>
          <p:cNvSpPr>
            <a:spLocks noGrp="1"/>
          </p:cNvSpPr>
          <p:nvPr>
            <p:ph type="sldNum" sz="quarter" idx="5"/>
          </p:nvPr>
        </p:nvSpPr>
        <p:spPr/>
        <p:txBody>
          <a:bodyPr/>
          <a:lstStyle/>
          <a:p>
            <a:fld id="{9F90768B-30EA-485B-8D7E-4439A0A6DE93}" type="slidenum">
              <a:rPr lang="en-GB" smtClean="0"/>
              <a:t>21</a:t>
            </a:fld>
            <a:endParaRPr lang="en-GB"/>
          </a:p>
        </p:txBody>
      </p:sp>
    </p:spTree>
    <p:extLst>
      <p:ext uri="{BB962C8B-B14F-4D97-AF65-F5344CB8AC3E}">
        <p14:creationId xmlns:p14="http://schemas.microsoft.com/office/powerpoint/2010/main" val="20979611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a:spcAft>
                <a:spcPts val="600"/>
              </a:spcAft>
            </a:pPr>
            <a:r>
              <a:rPr sz="1200" b="1" i="0"/>
              <a:t>TIMING: 4 MINUTES</a:t>
            </a:r>
          </a:p>
          <a:p>
            <a:pPr>
              <a:spcAft>
                <a:spcPts val="600"/>
              </a:spcAft>
            </a:pPr>
            <a:r>
              <a:rPr sz="1200" b="1" i="0"/>
              <a:t>SPEAKER SCRIPT</a:t>
            </a:r>
          </a:p>
          <a:p>
            <a:pPr>
              <a:spcAft>
                <a:spcPts val="600"/>
              </a:spcAft>
            </a:pPr>
            <a:r>
              <a:rPr sz="1200" b="0" i="0"/>
              <a:t>Your turn. Think of a problem your team is dealing with right now.</a:t>
            </a:r>
          </a:p>
          <a:p>
            <a:pPr>
              <a:spcAft>
                <a:spcPts val="600"/>
              </a:spcAft>
            </a:pPr>
            <a:r>
              <a:rPr sz="1200" b="0" i="0"/>
              <a:t>If you collected data on it, how would you sort it into groups? Maybe by request type, team, system, location, in-person versus virtual, day of the week, or customer group.</a:t>
            </a:r>
          </a:p>
          <a:p>
            <a:pPr>
              <a:spcAft>
                <a:spcPts val="600"/>
              </a:spcAft>
            </a:pPr>
            <a:r>
              <a:rPr sz="1200" b="1">
                <a:solidFill>
                  <a:srgbClr val="0070C0"/>
                </a:solidFill>
              </a:rPr>
              <a:t>[CHAT]</a:t>
            </a:r>
            <a:r>
              <a:rPr sz="1200" b="0" i="0"/>
              <a:t> Drop one idea in the chat: the problem and how you'd split it. </a:t>
            </a:r>
            <a:r>
              <a:rPr sz="1200" b="1">
                <a:solidFill>
                  <a:srgbClr val="0070C0"/>
                </a:solidFill>
              </a:rPr>
              <a:t>[Pause, read several out loud, and react to each one.]</a:t>
            </a:r>
          </a:p>
          <a:p>
            <a:pPr>
              <a:spcAft>
                <a:spcPts val="600"/>
              </a:spcAft>
            </a:pPr>
            <a:r>
              <a:rPr sz="1200" b="0" i="0"/>
              <a:t>As you hear these, notice something: the best groupings help explain the problem or support a decision. Don't split data just because a field exists.</a:t>
            </a:r>
          </a:p>
          <a:p>
            <a:pPr>
              <a:spcAft>
                <a:spcPts val="600"/>
              </a:spcAft>
            </a:pPr>
            <a:r>
              <a:rPr sz="1200" b="0" i="0"/>
              <a:t>And a couple of cautions. Protect people's privacy, and be careful drawing conclusions from tiny groups. Three people is not a pattern. We're trying to find a real signal, not create noise.</a:t>
            </a:r>
          </a:p>
          <a:p>
            <a:pPr>
              <a:spcAft>
                <a:spcPts val="600"/>
              </a:spcAft>
            </a:pPr>
            <a:r>
              <a:rPr sz="1200" b="0" i="0"/>
              <a:t>Now that we've picked good measures, we need to make sure everyone reads them the same way.</a:t>
            </a:r>
          </a:p>
        </p:txBody>
      </p:sp>
      <p:sp>
        <p:nvSpPr>
          <p:cNvPr id="4" name="Slide Number Placeholder 3"/>
          <p:cNvSpPr>
            <a:spLocks noGrp="1"/>
          </p:cNvSpPr>
          <p:nvPr>
            <p:ph type="sldNum" sz="quarter" idx="5"/>
          </p:nvPr>
        </p:nvSpPr>
        <p:spPr/>
        <p:txBody>
          <a:bodyPr/>
          <a:lstStyle/>
          <a:p>
            <a:fld id="{336F8861-7D18-944D-B836-A484A82765AD}" type="slidenum">
              <a:rPr lang="en-US" smtClean="0"/>
              <a:t>22</a:t>
            </a:fld>
            <a:endParaRPr lang="en-US"/>
          </a:p>
        </p:txBody>
      </p:sp>
    </p:spTree>
    <p:extLst>
      <p:ext uri="{BB962C8B-B14F-4D97-AF65-F5344CB8AC3E}">
        <p14:creationId xmlns:p14="http://schemas.microsoft.com/office/powerpoint/2010/main" val="4638639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a:spcAft>
                <a:spcPts val="600"/>
              </a:spcAft>
            </a:pPr>
            <a:r>
              <a:rPr sz="1200" b="1" i="0" dirty="0"/>
              <a:t>TIMING: 0.5 MINUTES</a:t>
            </a:r>
          </a:p>
          <a:p>
            <a:pPr>
              <a:spcAft>
                <a:spcPts val="600"/>
              </a:spcAft>
            </a:pPr>
            <a:r>
              <a:rPr sz="1200" b="1" i="0" dirty="0"/>
              <a:t>SPEAKER SCRIPT</a:t>
            </a:r>
          </a:p>
          <a:p>
            <a:pPr>
              <a:spcAft>
                <a:spcPts val="600"/>
              </a:spcAft>
            </a:pPr>
            <a:r>
              <a:rPr sz="1200" b="0" i="0" dirty="0"/>
              <a:t>That brings us to operational definitions.</a:t>
            </a:r>
          </a:p>
          <a:p>
            <a:pPr>
              <a:spcAft>
                <a:spcPts val="600"/>
              </a:spcAft>
            </a:pPr>
            <a:r>
              <a:rPr sz="1200" b="0" i="0" dirty="0"/>
              <a:t>That sounds formal, but it just means writing down exactly what counts and how to count it, so nobody has to guess.</a:t>
            </a:r>
          </a:p>
        </p:txBody>
      </p:sp>
      <p:sp>
        <p:nvSpPr>
          <p:cNvPr id="4" name="Slide Number Placeholder 3"/>
          <p:cNvSpPr>
            <a:spLocks noGrp="1"/>
          </p:cNvSpPr>
          <p:nvPr>
            <p:ph type="sldNum" sz="quarter" idx="5"/>
          </p:nvPr>
        </p:nvSpPr>
        <p:spPr/>
        <p:txBody>
          <a:bodyPr/>
          <a:lstStyle/>
          <a:p>
            <a:fld id="{336F8861-7D18-944D-B836-A484A82765AD}" type="slidenum">
              <a:rPr lang="en-US" smtClean="0"/>
              <a:t>23</a:t>
            </a:fld>
            <a:endParaRPr lang="en-US"/>
          </a:p>
        </p:txBody>
      </p:sp>
    </p:spTree>
    <p:extLst>
      <p:ext uri="{BB962C8B-B14F-4D97-AF65-F5344CB8AC3E}">
        <p14:creationId xmlns:p14="http://schemas.microsoft.com/office/powerpoint/2010/main" val="324459498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D217A9-A95B-301A-5B34-3F961621CB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CD7E09-302C-B2B4-C50C-FC874D15F8ED}"/>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B96F4087-E965-1CE6-E3D5-5D94AEB72AB0}"/>
              </a:ext>
            </a:extLst>
          </p:cNvPr>
          <p:cNvSpPr>
            <a:spLocks noGrp="1"/>
          </p:cNvSpPr>
          <p:nvPr>
            <p:ph type="body" idx="1"/>
          </p:nvPr>
        </p:nvSpPr>
        <p:spPr/>
        <p:txBody>
          <a:bodyPr/>
          <a:lstStyle/>
          <a:p>
            <a:pPr>
              <a:spcAft>
                <a:spcPts val="600"/>
              </a:spcAft>
            </a:pPr>
            <a:r>
              <a:rPr sz="1200" b="1" i="0" dirty="0"/>
              <a:t>TIMING: 5 MINUTES</a:t>
            </a:r>
          </a:p>
          <a:p>
            <a:pPr>
              <a:spcAft>
                <a:spcPts val="600"/>
              </a:spcAft>
            </a:pPr>
            <a:r>
              <a:rPr sz="1200" b="1" i="0" dirty="0"/>
              <a:t>SPEAKER SCRIPT</a:t>
            </a:r>
          </a:p>
          <a:p>
            <a:pPr>
              <a:spcAft>
                <a:spcPts val="600"/>
              </a:spcAft>
            </a:pPr>
            <a:r>
              <a:rPr sz="1200" b="1" dirty="0">
                <a:solidFill>
                  <a:srgbClr val="C00000"/>
                </a:solidFill>
              </a:rPr>
              <a:t>[CLICKS ON THIS SLIDE: 4]</a:t>
            </a:r>
          </a:p>
          <a:p>
            <a:pPr>
              <a:spcAft>
                <a:spcPts val="600"/>
              </a:spcAft>
            </a:pPr>
            <a:r>
              <a:rPr sz="1200" b="0" i="0" dirty="0"/>
              <a:t>An operational definition spells out exactly what we're measuring and how. It answers the practical questions.</a:t>
            </a:r>
          </a:p>
          <a:p>
            <a:pPr>
              <a:spcAft>
                <a:spcPts val="600"/>
              </a:spcAft>
            </a:pPr>
            <a:r>
              <a:rPr sz="1200" b="1" dirty="0">
                <a:solidFill>
                  <a:srgbClr val="C00000"/>
                </a:solidFill>
              </a:rPr>
              <a:t>[CLICK → What? How? When? Where? Who?]</a:t>
            </a:r>
          </a:p>
          <a:p>
            <a:pPr>
              <a:spcAft>
                <a:spcPts val="600"/>
              </a:spcAft>
            </a:pPr>
            <a:r>
              <a:rPr sz="1200" b="0" i="0" dirty="0"/>
              <a:t>What's included and what's left out? Which system do we use? When do we measure? Where is it recorded? Who's responsible?</a:t>
            </a:r>
          </a:p>
          <a:p>
            <a:pPr>
              <a:spcAft>
                <a:spcPts val="600"/>
              </a:spcAft>
            </a:pPr>
            <a:r>
              <a:rPr sz="1200" b="1" dirty="0">
                <a:solidFill>
                  <a:srgbClr val="C00000"/>
                </a:solidFill>
              </a:rPr>
              <a:t>[CLICK → Same method, same source, same rules]</a:t>
            </a:r>
          </a:p>
          <a:p>
            <a:pPr>
              <a:spcAft>
                <a:spcPts val="600"/>
              </a:spcAft>
            </a:pPr>
            <a:r>
              <a:rPr sz="1200" b="0" i="0" dirty="0"/>
              <a:t>When everyone follows the same method, the same source, and the same rules...</a:t>
            </a:r>
          </a:p>
          <a:p>
            <a:pPr>
              <a:spcAft>
                <a:spcPts val="600"/>
              </a:spcAft>
            </a:pPr>
            <a:r>
              <a:rPr sz="1200" b="1" dirty="0">
                <a:solidFill>
                  <a:srgbClr val="C00000"/>
                </a:solidFill>
              </a:rPr>
              <a:t>[CLICK → Consistent output]</a:t>
            </a:r>
          </a:p>
          <a:p>
            <a:pPr>
              <a:spcAft>
                <a:spcPts val="600"/>
              </a:spcAft>
            </a:pPr>
            <a:r>
              <a:rPr sz="1200" b="0" i="0" dirty="0"/>
              <a:t>...we get consistent, reliable, repeatable data.</a:t>
            </a:r>
          </a:p>
          <a:p>
            <a:pPr>
              <a:spcAft>
                <a:spcPts val="600"/>
              </a:spcAft>
            </a:pPr>
            <a:r>
              <a:rPr sz="1200" b="0" i="0" dirty="0"/>
              <a:t>Let's try one together. </a:t>
            </a:r>
            <a:r>
              <a:rPr sz="1200" b="1" dirty="0">
                <a:solidFill>
                  <a:srgbClr val="0070C0"/>
                </a:solidFill>
              </a:rPr>
              <a:t>[CHAT]</a:t>
            </a:r>
            <a:r>
              <a:rPr sz="1200" b="0" i="0" dirty="0"/>
              <a:t> What does "participant engagement" mean to you? Type a quick definition. </a:t>
            </a:r>
            <a:r>
              <a:rPr sz="1200" b="1" dirty="0">
                <a:solidFill>
                  <a:srgbClr val="0070C0"/>
                </a:solidFill>
              </a:rPr>
              <a:t>[Pause and read a few. They'll be different, which is the point.]</a:t>
            </a:r>
          </a:p>
          <a:p>
            <a:pPr>
              <a:spcAft>
                <a:spcPts val="600"/>
              </a:spcAft>
            </a:pPr>
            <a:r>
              <a:rPr sz="1200" b="0" i="0" dirty="0"/>
              <a:t>See? One person thinks it means showing up to an appointment. Another counts replying to a text. Someone else means hitting a service milestone. If we don't define it, the numbers can't be compared.</a:t>
            </a:r>
          </a:p>
          <a:p>
            <a:pPr>
              <a:spcAft>
                <a:spcPts val="600"/>
              </a:spcAft>
            </a:pPr>
            <a:r>
              <a:rPr sz="1200" b="0" i="0" dirty="0"/>
              <a:t>A company project might define it like this: "A completed two-way conversation with the participant, recorded in the approved system within the reporting period. Automated messages, unanswered outreach, and admin-only contacts don't count."</a:t>
            </a:r>
          </a:p>
          <a:p>
            <a:pPr>
              <a:spcAft>
                <a:spcPts val="600"/>
              </a:spcAft>
            </a:pPr>
            <a:r>
              <a:rPr sz="1200" b="0" i="0" dirty="0"/>
              <a:t>We had the same problem at Staples with first contact resolution. We had to agree that "resolved" meant the customer didn't call back about the same issue within a set number of days, not just that the agent clicked "resolved."</a:t>
            </a:r>
          </a:p>
          <a:p>
            <a:pPr>
              <a:spcAft>
                <a:spcPts val="600"/>
              </a:spcAft>
            </a:pPr>
            <a:r>
              <a:rPr sz="1200" b="1" dirty="0">
                <a:solidFill>
                  <a:srgbClr val="C00000"/>
                </a:solidFill>
              </a:rPr>
              <a:t>[CLICK → Benefits]</a:t>
            </a:r>
          </a:p>
          <a:p>
            <a:pPr>
              <a:spcAft>
                <a:spcPts val="600"/>
              </a:spcAft>
            </a:pPr>
            <a:r>
              <a:rPr sz="1200" b="0" i="0" dirty="0"/>
              <a:t>Clear rules remove the guesswork, and everyone collects the same data. Here's a good test: could someone brand new to the project read your definition and collect the exact same data without asking a single question?</a:t>
            </a:r>
          </a:p>
        </p:txBody>
      </p:sp>
      <p:sp>
        <p:nvSpPr>
          <p:cNvPr id="4" name="Slide Number Placeholder 3">
            <a:extLst>
              <a:ext uri="{FF2B5EF4-FFF2-40B4-BE49-F238E27FC236}">
                <a16:creationId xmlns:a16="http://schemas.microsoft.com/office/drawing/2014/main" id="{7D2F24EC-C853-F8F2-70F5-440CAA6981EE}"/>
              </a:ext>
            </a:extLst>
          </p:cNvPr>
          <p:cNvSpPr>
            <a:spLocks noGrp="1"/>
          </p:cNvSpPr>
          <p:nvPr>
            <p:ph type="sldNum" sz="quarter" idx="5"/>
          </p:nvPr>
        </p:nvSpPr>
        <p:spPr/>
        <p:txBody>
          <a:bodyPr/>
          <a:lstStyle/>
          <a:p>
            <a:fld id="{336F8861-7D18-944D-B836-A484A82765AD}" type="slidenum">
              <a:rPr lang="en-US" smtClean="0"/>
              <a:t>24</a:t>
            </a:fld>
            <a:endParaRPr lang="en-US"/>
          </a:p>
        </p:txBody>
      </p:sp>
    </p:spTree>
    <p:extLst>
      <p:ext uri="{BB962C8B-B14F-4D97-AF65-F5344CB8AC3E}">
        <p14:creationId xmlns:p14="http://schemas.microsoft.com/office/powerpoint/2010/main" val="62515361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a:spcAft>
                <a:spcPts val="600"/>
              </a:spcAft>
            </a:pPr>
            <a:r>
              <a:rPr sz="1200" b="1" i="0" dirty="0"/>
              <a:t>TIMING: 0.5 MINUTES</a:t>
            </a:r>
          </a:p>
          <a:p>
            <a:pPr>
              <a:spcAft>
                <a:spcPts val="600"/>
              </a:spcAft>
            </a:pPr>
            <a:r>
              <a:rPr sz="1200" b="1" i="0" dirty="0"/>
              <a:t>SPEAKER SCRIPT</a:t>
            </a:r>
          </a:p>
          <a:p>
            <a:pPr>
              <a:spcAft>
                <a:spcPts val="600"/>
              </a:spcAft>
            </a:pPr>
            <a:r>
              <a:rPr sz="1200" b="0" i="0" dirty="0"/>
              <a:t>We've defined what we're measuring. Now let's talk about actually collecting it in a way that's practical, consistent, and useful.</a:t>
            </a:r>
          </a:p>
        </p:txBody>
      </p:sp>
      <p:sp>
        <p:nvSpPr>
          <p:cNvPr id="4" name="Slide Number Placeholder 3"/>
          <p:cNvSpPr>
            <a:spLocks noGrp="1"/>
          </p:cNvSpPr>
          <p:nvPr>
            <p:ph type="sldNum" sz="quarter" idx="5"/>
          </p:nvPr>
        </p:nvSpPr>
        <p:spPr/>
        <p:txBody>
          <a:bodyPr/>
          <a:lstStyle/>
          <a:p>
            <a:fld id="{336F8861-7D18-944D-B836-A484A82765AD}" type="slidenum">
              <a:rPr lang="en-US" smtClean="0"/>
              <a:t>25</a:t>
            </a:fld>
            <a:endParaRPr lang="en-US"/>
          </a:p>
        </p:txBody>
      </p:sp>
    </p:spTree>
    <p:extLst>
      <p:ext uri="{BB962C8B-B14F-4D97-AF65-F5344CB8AC3E}">
        <p14:creationId xmlns:p14="http://schemas.microsoft.com/office/powerpoint/2010/main" val="324459498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a:spcAft>
                <a:spcPts val="600"/>
              </a:spcAft>
            </a:pPr>
            <a:r>
              <a:rPr sz="1200" b="1" i="0"/>
              <a:t>TIMING: 3 MINUTES</a:t>
            </a:r>
          </a:p>
          <a:p>
            <a:pPr>
              <a:spcAft>
                <a:spcPts val="600"/>
              </a:spcAft>
            </a:pPr>
            <a:r>
              <a:rPr sz="1200" b="1" i="0"/>
              <a:t>SPEAKER SCRIPT</a:t>
            </a:r>
          </a:p>
          <a:p>
            <a:pPr>
              <a:spcAft>
                <a:spcPts val="600"/>
              </a:spcAft>
            </a:pPr>
            <a:r>
              <a:rPr sz="1200" b="1">
                <a:solidFill>
                  <a:srgbClr val="C00000"/>
                </a:solidFill>
              </a:rPr>
              <a:t>[CLICKS ON THIS SLIDE: 2]</a:t>
            </a:r>
          </a:p>
          <a:p>
            <a:pPr>
              <a:spcAft>
                <a:spcPts val="600"/>
              </a:spcAft>
            </a:pPr>
            <a:r>
              <a:rPr sz="1200" b="0" i="0"/>
              <a:t>Real-world data almost never shows up in the format you need. You may have to combine files, dig through records, clean up values, fill gaps, and throw out stuff that doesn't help.</a:t>
            </a:r>
          </a:p>
          <a:p>
            <a:pPr>
              <a:spcAft>
                <a:spcPts val="600"/>
              </a:spcAft>
            </a:pPr>
            <a:r>
              <a:rPr sz="1200" b="1">
                <a:solidFill>
                  <a:srgbClr val="C00000"/>
                </a:solidFill>
              </a:rPr>
              <a:t>[CLICK → Historical Data]</a:t>
            </a:r>
          </a:p>
          <a:p>
            <a:pPr>
              <a:spcAft>
                <a:spcPts val="600"/>
              </a:spcAft>
            </a:pPr>
            <a:r>
              <a:rPr sz="1200" b="0" i="0"/>
              <a:t>Be extra careful with old data. Ask: why was it collected? Who collected it? How was it defined? When? Is it still relevant?</a:t>
            </a:r>
          </a:p>
          <a:p>
            <a:pPr>
              <a:spcAft>
                <a:spcPts val="600"/>
              </a:spcAft>
            </a:pPr>
            <a:r>
              <a:rPr sz="1200" b="0" i="0"/>
              <a:t>A lot of our workforce data was set up for contract or compliance reporting, not for the question your project is asking. Two fields can sound alike but measure different things. Taking the time up front to understand who owns the data, how it's defined, and what its limits are keeps us from solving the wrong problem.</a:t>
            </a:r>
          </a:p>
          <a:p>
            <a:pPr>
              <a:spcAft>
                <a:spcPts val="600"/>
              </a:spcAft>
            </a:pPr>
            <a:r>
              <a:rPr sz="1200" b="1">
                <a:solidFill>
                  <a:srgbClr val="C00000"/>
                </a:solidFill>
              </a:rPr>
              <a:t>[CLICK → "Good analysis starts with trusted data"]</a:t>
            </a:r>
          </a:p>
          <a:p>
            <a:pPr>
              <a:spcAft>
                <a:spcPts val="600"/>
              </a:spcAft>
            </a:pPr>
            <a:r>
              <a:rPr sz="1200" b="0" i="0"/>
              <a:t>Cleaning data isn't a separate chore. It's part of making your measurement usable.</a:t>
            </a:r>
          </a:p>
        </p:txBody>
      </p:sp>
      <p:sp>
        <p:nvSpPr>
          <p:cNvPr id="4" name="Slide Number Placeholder 3"/>
          <p:cNvSpPr>
            <a:spLocks noGrp="1"/>
          </p:cNvSpPr>
          <p:nvPr>
            <p:ph type="sldNum" sz="quarter" idx="5"/>
          </p:nvPr>
        </p:nvSpPr>
        <p:spPr/>
        <p:txBody>
          <a:bodyPr/>
          <a:lstStyle/>
          <a:p>
            <a:fld id="{336F8861-7D18-944D-B836-A484A82765AD}" type="slidenum">
              <a:rPr lang="en-US" smtClean="0"/>
              <a:t>26</a:t>
            </a:fld>
            <a:endParaRPr lang="en-US"/>
          </a:p>
        </p:txBody>
      </p:sp>
    </p:spTree>
    <p:extLst>
      <p:ext uri="{BB962C8B-B14F-4D97-AF65-F5344CB8AC3E}">
        <p14:creationId xmlns:p14="http://schemas.microsoft.com/office/powerpoint/2010/main" val="207938199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B0228-FBC7-E510-68CC-19C3014C87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392A9A-B4C4-63D0-2CBE-0ED3A3DCD64C}"/>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CCC3DCC4-FF79-8367-F8BE-F81528FB8425}"/>
              </a:ext>
            </a:extLst>
          </p:cNvPr>
          <p:cNvSpPr>
            <a:spLocks noGrp="1"/>
          </p:cNvSpPr>
          <p:nvPr>
            <p:ph type="body" idx="1"/>
          </p:nvPr>
        </p:nvSpPr>
        <p:spPr/>
        <p:txBody>
          <a:bodyPr/>
          <a:lstStyle/>
          <a:p>
            <a:pPr>
              <a:spcAft>
                <a:spcPts val="600"/>
              </a:spcAft>
            </a:pPr>
            <a:r>
              <a:rPr sz="1200" b="1" i="0"/>
              <a:t>TIMING: 3 MINUTES</a:t>
            </a:r>
          </a:p>
          <a:p>
            <a:pPr>
              <a:spcAft>
                <a:spcPts val="600"/>
              </a:spcAft>
            </a:pPr>
            <a:r>
              <a:rPr sz="1200" b="1" i="0"/>
              <a:t>SPEAKER SCRIPT</a:t>
            </a:r>
          </a:p>
          <a:p>
            <a:pPr>
              <a:spcAft>
                <a:spcPts val="600"/>
              </a:spcAft>
            </a:pPr>
            <a:r>
              <a:rPr sz="1200" b="0" i="0"/>
              <a:t>Imagine you've just been asked to collect data for an improvement project.</a:t>
            </a:r>
          </a:p>
          <a:p>
            <a:pPr>
              <a:spcAft>
                <a:spcPts val="600"/>
              </a:spcAft>
            </a:pPr>
            <a:r>
              <a:rPr sz="1200" b="1">
                <a:solidFill>
                  <a:srgbClr val="0070C0"/>
                </a:solidFill>
              </a:rPr>
              <a:t>[CHAT]</a:t>
            </a:r>
            <a:r>
              <a:rPr sz="1200" b="0" i="0"/>
              <a:t> What would you think about before you start? Type one thing. </a:t>
            </a:r>
            <a:r>
              <a:rPr sz="1200" b="1">
                <a:solidFill>
                  <a:srgbClr val="0070C0"/>
                </a:solidFill>
              </a:rPr>
              <a:t>[Pause and read responses.]</a:t>
            </a:r>
          </a:p>
          <a:p>
            <a:pPr>
              <a:spcAft>
                <a:spcPts val="600"/>
              </a:spcAft>
            </a:pPr>
            <a:r>
              <a:rPr sz="1200" b="0" i="0"/>
              <a:t>Here's what I'd hope to see: the problem we're solving, the decision the data will support, the measure, the definition, where it comes from, who owns it, how often we collect it, and any useful background.</a:t>
            </a:r>
          </a:p>
          <a:p>
            <a:pPr>
              <a:spcAft>
                <a:spcPts val="600"/>
              </a:spcAft>
            </a:pPr>
            <a:r>
              <a:rPr sz="1200" b="0" i="0"/>
              <a:t>For example, on a project to help participants find jobs faster, we'd capture the main result plus a handful of useful details like program, service path, referral source, industry, and key milestone dates.</a:t>
            </a:r>
          </a:p>
          <a:p>
            <a:pPr>
              <a:spcAft>
                <a:spcPts val="600"/>
              </a:spcAft>
            </a:pPr>
            <a:r>
              <a:rPr sz="1200" b="0" i="0"/>
              <a:t>The key word is "handful." Only collect the extra details that might explain the variation or help us act. If a field doesn't connect to the problem or a decision, it's just extra work.</a:t>
            </a:r>
          </a:p>
        </p:txBody>
      </p:sp>
      <p:sp>
        <p:nvSpPr>
          <p:cNvPr id="4" name="Slide Number Placeholder 3">
            <a:extLst>
              <a:ext uri="{FF2B5EF4-FFF2-40B4-BE49-F238E27FC236}">
                <a16:creationId xmlns:a16="http://schemas.microsoft.com/office/drawing/2014/main" id="{8E7E3EB1-C518-4423-9501-4693E465C190}"/>
              </a:ext>
            </a:extLst>
          </p:cNvPr>
          <p:cNvSpPr>
            <a:spLocks noGrp="1"/>
          </p:cNvSpPr>
          <p:nvPr>
            <p:ph type="sldNum" sz="quarter" idx="5"/>
          </p:nvPr>
        </p:nvSpPr>
        <p:spPr/>
        <p:txBody>
          <a:bodyPr/>
          <a:lstStyle/>
          <a:p>
            <a:fld id="{336F8861-7D18-944D-B836-A484A82765AD}" type="slidenum">
              <a:rPr lang="en-US" smtClean="0"/>
              <a:t>27</a:t>
            </a:fld>
            <a:endParaRPr lang="en-US"/>
          </a:p>
        </p:txBody>
      </p:sp>
    </p:spTree>
    <p:extLst>
      <p:ext uri="{BB962C8B-B14F-4D97-AF65-F5344CB8AC3E}">
        <p14:creationId xmlns:p14="http://schemas.microsoft.com/office/powerpoint/2010/main" val="188047635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a:spcAft>
                <a:spcPts val="600"/>
              </a:spcAft>
            </a:pPr>
            <a:r>
              <a:rPr sz="1200" b="1" i="0"/>
              <a:t>TIMING: 4 MINUTES</a:t>
            </a:r>
          </a:p>
          <a:p>
            <a:pPr>
              <a:spcAft>
                <a:spcPts val="600"/>
              </a:spcAft>
            </a:pPr>
            <a:r>
              <a:rPr sz="1200" b="1" i="0"/>
              <a:t>SPEAKER SCRIPT</a:t>
            </a:r>
          </a:p>
          <a:p>
            <a:pPr>
              <a:spcAft>
                <a:spcPts val="600"/>
              </a:spcAft>
            </a:pPr>
            <a:r>
              <a:rPr sz="1200" b="1">
                <a:solidFill>
                  <a:srgbClr val="C00000"/>
                </a:solidFill>
              </a:rPr>
              <a:t>[CLICKS ON THIS SLIDE: 6]</a:t>
            </a:r>
          </a:p>
          <a:p>
            <a:pPr>
              <a:spcAft>
                <a:spcPts val="600"/>
              </a:spcAft>
            </a:pPr>
            <a:r>
              <a:rPr sz="1200" b="0" i="0"/>
              <a:t>A good data collection plan answers five questions.</a:t>
            </a:r>
          </a:p>
          <a:p>
            <a:pPr>
              <a:spcAft>
                <a:spcPts val="600"/>
              </a:spcAft>
            </a:pPr>
            <a:r>
              <a:rPr sz="1200" b="1">
                <a:solidFill>
                  <a:srgbClr val="C00000"/>
                </a:solidFill>
              </a:rPr>
              <a:t>[CLICK → What data?]</a:t>
            </a:r>
          </a:p>
          <a:p>
            <a:pPr>
              <a:spcAft>
                <a:spcPts val="600"/>
              </a:spcAft>
            </a:pPr>
            <a:r>
              <a:rPr sz="1200" b="0" i="0"/>
              <a:t>What data do we need, and is it relevant and reliable?</a:t>
            </a:r>
          </a:p>
          <a:p>
            <a:pPr>
              <a:spcAft>
                <a:spcPts val="600"/>
              </a:spcAft>
            </a:pPr>
            <a:r>
              <a:rPr sz="1200" b="1">
                <a:solidFill>
                  <a:srgbClr val="C00000"/>
                </a:solidFill>
              </a:rPr>
              <a:t>[CLICK → What method?]</a:t>
            </a:r>
          </a:p>
          <a:p>
            <a:pPr>
              <a:spcAft>
                <a:spcPts val="600"/>
              </a:spcAft>
            </a:pPr>
            <a:r>
              <a:rPr sz="1200" b="0" i="0"/>
              <a:t>How will we collect it, and from which system?</a:t>
            </a:r>
          </a:p>
          <a:p>
            <a:pPr>
              <a:spcAft>
                <a:spcPts val="600"/>
              </a:spcAft>
            </a:pPr>
            <a:r>
              <a:rPr sz="1200" b="1">
                <a:solidFill>
                  <a:srgbClr val="C00000"/>
                </a:solidFill>
              </a:rPr>
              <a:t>[CLICK → What timescale or frequency?]</a:t>
            </a:r>
          </a:p>
          <a:p>
            <a:pPr>
              <a:spcAft>
                <a:spcPts val="600"/>
              </a:spcAft>
            </a:pPr>
            <a:r>
              <a:rPr sz="1200" b="0" i="0"/>
              <a:t>When and how often will we collect it, and at what point in the process?</a:t>
            </a:r>
          </a:p>
          <a:p>
            <a:pPr>
              <a:spcAft>
                <a:spcPts val="600"/>
              </a:spcAft>
            </a:pPr>
            <a:r>
              <a:rPr sz="1200" b="1">
                <a:solidFill>
                  <a:srgbClr val="C00000"/>
                </a:solidFill>
              </a:rPr>
              <a:t>[CLICK → What location?]</a:t>
            </a:r>
          </a:p>
          <a:p>
            <a:pPr>
              <a:spcAft>
                <a:spcPts val="600"/>
              </a:spcAft>
            </a:pPr>
            <a:r>
              <a:rPr sz="1200" b="0" i="0"/>
              <a:t>Where does the data live now, and where will we store it?</a:t>
            </a:r>
          </a:p>
          <a:p>
            <a:pPr>
              <a:spcAft>
                <a:spcPts val="600"/>
              </a:spcAft>
            </a:pPr>
            <a:r>
              <a:rPr sz="1200" b="1">
                <a:solidFill>
                  <a:srgbClr val="C00000"/>
                </a:solidFill>
              </a:rPr>
              <a:t>[CLICK → Who?]</a:t>
            </a:r>
          </a:p>
          <a:p>
            <a:pPr>
              <a:spcAft>
                <a:spcPts val="600"/>
              </a:spcAft>
            </a:pPr>
            <a:r>
              <a:rPr sz="1200" b="0" i="0"/>
              <a:t>Who owns collecting it, and do they have the time and skills to do it right?</a:t>
            </a:r>
          </a:p>
          <a:p>
            <a:pPr>
              <a:spcAft>
                <a:spcPts val="600"/>
              </a:spcAft>
            </a:pPr>
            <a:r>
              <a:rPr sz="1200" b="0" i="0"/>
              <a:t>Let's use a company example. Say the problem is that participant enrollment is taking too long. The plan would list the date stamps we need, the approved system, how often we pull the data, where we keep it, who owns it, and how we'll check its quality. It wouldn't add random fields just because they're easy to grab.</a:t>
            </a:r>
          </a:p>
          <a:p>
            <a:pPr>
              <a:spcAft>
                <a:spcPts val="600"/>
              </a:spcAft>
            </a:pPr>
            <a:r>
              <a:rPr sz="1200" b="1">
                <a:solidFill>
                  <a:srgbClr val="C00000"/>
                </a:solidFill>
              </a:rPr>
              <a:t>[CLICK → Key takeaway]</a:t>
            </a:r>
          </a:p>
          <a:p>
            <a:pPr>
              <a:spcAft>
                <a:spcPts val="600"/>
              </a:spcAft>
            </a:pPr>
            <a:r>
              <a:rPr sz="1200" b="0" i="0"/>
              <a:t>Everything should link back to the problem statement in your project charter. If it doesn't support the problem, don't collect it.</a:t>
            </a:r>
          </a:p>
        </p:txBody>
      </p:sp>
      <p:sp>
        <p:nvSpPr>
          <p:cNvPr id="4" name="Slide Number Placeholder 3"/>
          <p:cNvSpPr>
            <a:spLocks noGrp="1"/>
          </p:cNvSpPr>
          <p:nvPr>
            <p:ph type="sldNum" sz="quarter" idx="5"/>
          </p:nvPr>
        </p:nvSpPr>
        <p:spPr/>
        <p:txBody>
          <a:bodyPr/>
          <a:lstStyle/>
          <a:p>
            <a:fld id="{336F8861-7D18-944D-B836-A484A82765AD}" type="slidenum">
              <a:rPr lang="en-US" smtClean="0"/>
              <a:t>28</a:t>
            </a:fld>
            <a:endParaRPr lang="en-US"/>
          </a:p>
        </p:txBody>
      </p:sp>
    </p:spTree>
    <p:extLst>
      <p:ext uri="{BB962C8B-B14F-4D97-AF65-F5344CB8AC3E}">
        <p14:creationId xmlns:p14="http://schemas.microsoft.com/office/powerpoint/2010/main" val="157663629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a:spcAft>
                <a:spcPts val="600"/>
              </a:spcAft>
            </a:pPr>
            <a:r>
              <a:rPr sz="1200" b="1" i="0"/>
              <a:t>TIMING: 3 MINUTES</a:t>
            </a:r>
          </a:p>
          <a:p>
            <a:pPr>
              <a:spcAft>
                <a:spcPts val="600"/>
              </a:spcAft>
            </a:pPr>
            <a:r>
              <a:rPr sz="1200" b="1" i="0"/>
              <a:t>SPEAKER SCRIPT</a:t>
            </a:r>
          </a:p>
          <a:p>
            <a:pPr>
              <a:spcAft>
                <a:spcPts val="600"/>
              </a:spcAft>
            </a:pPr>
            <a:r>
              <a:rPr sz="1200" b="1">
                <a:solidFill>
                  <a:srgbClr val="C00000"/>
                </a:solidFill>
              </a:rPr>
              <a:t>[CLICKS ON THIS SLIDE: 8]</a:t>
            </a:r>
          </a:p>
          <a:p>
            <a:pPr>
              <a:spcAft>
                <a:spcPts val="600"/>
              </a:spcAft>
            </a:pPr>
            <a:r>
              <a:rPr sz="1200" b="0" i="0"/>
              <a:t>The data collection plan puts all of these decisions in one place. Please open the Data Collection Plan in your DWI account so you can follow along.</a:t>
            </a:r>
          </a:p>
          <a:p>
            <a:pPr>
              <a:spcAft>
                <a:spcPts val="600"/>
              </a:spcAft>
            </a:pPr>
            <a:r>
              <a:rPr sz="1200" b="0" i="0"/>
              <a:t>Let's walk through what goes in it. </a:t>
            </a:r>
            <a:r>
              <a:rPr sz="1200" b="1">
                <a:solidFill>
                  <a:srgbClr val="0070C0"/>
                </a:solidFill>
              </a:rPr>
              <a:t>[Optional: before each click, ask the group to guess the next question.]</a:t>
            </a:r>
          </a:p>
          <a:p>
            <a:pPr>
              <a:spcAft>
                <a:spcPts val="600"/>
              </a:spcAft>
            </a:pPr>
            <a:r>
              <a:rPr sz="1200" b="1">
                <a:solidFill>
                  <a:srgbClr val="C00000"/>
                </a:solidFill>
              </a:rPr>
              <a:t>[CLICK]</a:t>
            </a:r>
            <a:r>
              <a:rPr sz="1200" b="0" i="0"/>
              <a:t> What are you measuring?</a:t>
            </a:r>
          </a:p>
          <a:p>
            <a:pPr>
              <a:spcAft>
                <a:spcPts val="600"/>
              </a:spcAft>
            </a:pPr>
            <a:r>
              <a:rPr sz="1200" b="1">
                <a:solidFill>
                  <a:srgbClr val="C00000"/>
                </a:solidFill>
              </a:rPr>
              <a:t>[CLICK]</a:t>
            </a:r>
            <a:r>
              <a:rPr sz="1200" b="0" i="0"/>
              <a:t> How exactly is it defined?</a:t>
            </a:r>
          </a:p>
          <a:p>
            <a:pPr>
              <a:spcAft>
                <a:spcPts val="600"/>
              </a:spcAft>
            </a:pPr>
            <a:r>
              <a:rPr sz="1200" b="1">
                <a:solidFill>
                  <a:srgbClr val="C00000"/>
                </a:solidFill>
              </a:rPr>
              <a:t>[CLICK]</a:t>
            </a:r>
            <a:r>
              <a:rPr sz="1200" b="0" i="0"/>
              <a:t> What unit will you use: a percentage, a time, a count?</a:t>
            </a:r>
          </a:p>
          <a:p>
            <a:pPr>
              <a:spcAft>
                <a:spcPts val="600"/>
              </a:spcAft>
            </a:pPr>
            <a:r>
              <a:rPr sz="1200" b="1">
                <a:solidFill>
                  <a:srgbClr val="C00000"/>
                </a:solidFill>
              </a:rPr>
              <a:t>[CLICK]</a:t>
            </a:r>
            <a:r>
              <a:rPr sz="1200" b="0" i="0"/>
              <a:t> Why are you collecting it?</a:t>
            </a:r>
          </a:p>
          <a:p>
            <a:pPr>
              <a:spcAft>
                <a:spcPts val="600"/>
              </a:spcAft>
            </a:pPr>
            <a:r>
              <a:rPr sz="1200" b="1">
                <a:solidFill>
                  <a:srgbClr val="C00000"/>
                </a:solidFill>
              </a:rPr>
              <a:t>[CLICK]</a:t>
            </a:r>
            <a:r>
              <a:rPr sz="1200" b="0" i="0"/>
              <a:t> Who's responsible for collecting it?</a:t>
            </a:r>
          </a:p>
          <a:p>
            <a:pPr>
              <a:spcAft>
                <a:spcPts val="600"/>
              </a:spcAft>
            </a:pPr>
            <a:r>
              <a:rPr sz="1200" b="1">
                <a:solidFill>
                  <a:srgbClr val="C00000"/>
                </a:solidFill>
              </a:rPr>
              <a:t>[CLICK]</a:t>
            </a:r>
            <a:r>
              <a:rPr sz="1200" b="0" i="0"/>
              <a:t> How will it be collected?</a:t>
            </a:r>
          </a:p>
          <a:p>
            <a:pPr>
              <a:spcAft>
                <a:spcPts val="600"/>
              </a:spcAft>
            </a:pPr>
            <a:r>
              <a:rPr sz="1200" b="1">
                <a:solidFill>
                  <a:srgbClr val="C00000"/>
                </a:solidFill>
              </a:rPr>
              <a:t>[CLICK]</a:t>
            </a:r>
            <a:r>
              <a:rPr sz="1200" b="0" i="0"/>
              <a:t> When, and how often?</a:t>
            </a:r>
          </a:p>
          <a:p>
            <a:pPr>
              <a:spcAft>
                <a:spcPts val="600"/>
              </a:spcAft>
            </a:pPr>
            <a:r>
              <a:rPr sz="1200" b="1">
                <a:solidFill>
                  <a:srgbClr val="C00000"/>
                </a:solidFill>
              </a:rPr>
              <a:t>[CLICK]</a:t>
            </a:r>
            <a:r>
              <a:rPr sz="1200" b="0" i="0"/>
              <a:t> Where will it be collected and stored?</a:t>
            </a:r>
          </a:p>
          <a:p>
            <a:pPr>
              <a:spcAft>
                <a:spcPts val="600"/>
              </a:spcAft>
            </a:pPr>
            <a:r>
              <a:rPr sz="1200" b="0" i="0"/>
              <a:t>Here's a company example: appointment timeliness. We might define it as the percentage of appointments that start within the agreed time window. The plan would show the exact formula, which system it comes from, who owns it, how often it's reviewed, and where the final data is saved.</a:t>
            </a:r>
          </a:p>
          <a:p>
            <a:pPr>
              <a:spcAft>
                <a:spcPts val="600"/>
              </a:spcAft>
            </a:pPr>
            <a:r>
              <a:rPr sz="1200" b="0" i="0"/>
              <a:t>Doing this up front gets everyone on the same page before collection starts. And if something goes wrong later, you can compare what happened against the plan. It's not paperwork for the sake of paperwork. It's what keeps your data trustworthy.</a:t>
            </a:r>
          </a:p>
        </p:txBody>
      </p:sp>
      <p:sp>
        <p:nvSpPr>
          <p:cNvPr id="4" name="Slide Number Placeholder 3"/>
          <p:cNvSpPr>
            <a:spLocks noGrp="1"/>
          </p:cNvSpPr>
          <p:nvPr>
            <p:ph type="sldNum" sz="quarter" idx="5"/>
          </p:nvPr>
        </p:nvSpPr>
        <p:spPr/>
        <p:txBody>
          <a:bodyPr/>
          <a:lstStyle/>
          <a:p>
            <a:fld id="{336F8861-7D18-944D-B836-A484A82765AD}" type="slidenum">
              <a:rPr lang="en-US" smtClean="0"/>
              <a:t>29</a:t>
            </a:fld>
            <a:endParaRPr lang="en-US"/>
          </a:p>
        </p:txBody>
      </p:sp>
    </p:spTree>
    <p:extLst>
      <p:ext uri="{BB962C8B-B14F-4D97-AF65-F5344CB8AC3E}">
        <p14:creationId xmlns:p14="http://schemas.microsoft.com/office/powerpoint/2010/main" val="75790254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sz="1200" b="1" i="0"/>
              <a:t>TIMING: 3 MINUTES</a:t>
            </a:r>
          </a:p>
          <a:p>
            <a:pPr>
              <a:spcAft>
                <a:spcPts val="600"/>
              </a:spcAft>
            </a:pPr>
            <a:r>
              <a:rPr sz="1200" b="1" i="0"/>
              <a:t>SPEAKER SCRIPT</a:t>
            </a:r>
          </a:p>
          <a:p>
            <a:pPr>
              <a:spcAft>
                <a:spcPts val="600"/>
              </a:spcAft>
            </a:pPr>
            <a:r>
              <a:rPr sz="1200" b="1">
                <a:solidFill>
                  <a:srgbClr val="C00000"/>
                </a:solidFill>
              </a:rPr>
              <a:t>[CLICKS ON THIS SLIDE: 3]</a:t>
            </a:r>
          </a:p>
          <a:p>
            <a:pPr>
              <a:spcAft>
                <a:spcPts val="600"/>
              </a:spcAft>
            </a:pPr>
            <a:r>
              <a:rPr sz="1200" b="0" i="0"/>
              <a:t>A data collection plan does more than give you a clean spreadsheet.</a:t>
            </a:r>
          </a:p>
          <a:p>
            <a:pPr>
              <a:spcAft>
                <a:spcPts val="600"/>
              </a:spcAft>
            </a:pPr>
            <a:r>
              <a:rPr sz="1200" b="1">
                <a:solidFill>
                  <a:srgbClr val="C00000"/>
                </a:solidFill>
              </a:rPr>
              <a:t>[CLICK → The Foundations]</a:t>
            </a:r>
          </a:p>
          <a:p>
            <a:pPr>
              <a:spcAft>
                <a:spcPts val="600"/>
              </a:spcAft>
            </a:pPr>
            <a:r>
              <a:rPr sz="1200" b="0" i="0"/>
              <a:t>It builds a strong foundation. It makes sure we collect the right data, use the same definitions and methods, and are clear about who does what.</a:t>
            </a:r>
          </a:p>
          <a:p>
            <a:pPr>
              <a:spcAft>
                <a:spcPts val="600"/>
              </a:spcAft>
            </a:pPr>
            <a:r>
              <a:rPr sz="1200" b="1">
                <a:solidFill>
                  <a:srgbClr val="C00000"/>
                </a:solidFill>
              </a:rPr>
              <a:t>[CLICK → The Core]</a:t>
            </a:r>
          </a:p>
          <a:p>
            <a:pPr>
              <a:spcAft>
                <a:spcPts val="600"/>
              </a:spcAft>
            </a:pPr>
            <a:r>
              <a:rPr sz="1200" b="0" i="0"/>
              <a:t>That leads to the core benefit: better decisions based on evidence, not gut feel.</a:t>
            </a:r>
          </a:p>
          <a:p>
            <a:pPr>
              <a:spcAft>
                <a:spcPts val="600"/>
              </a:spcAft>
            </a:pPr>
            <a:r>
              <a:rPr sz="1200" b="1">
                <a:solidFill>
                  <a:srgbClr val="C00000"/>
                </a:solidFill>
              </a:rPr>
              <a:t>[CLICK → The Impact]</a:t>
            </a:r>
          </a:p>
          <a:p>
            <a:pPr>
              <a:spcAft>
                <a:spcPts val="600"/>
              </a:spcAft>
            </a:pPr>
            <a:r>
              <a:rPr sz="1200" b="0" i="0"/>
              <a:t>And the impact? We save time by not collecting useless data, and we spot trends and root causes faster.</a:t>
            </a:r>
          </a:p>
          <a:p>
            <a:pPr>
              <a:spcAft>
                <a:spcPts val="600"/>
              </a:spcAft>
            </a:pPr>
            <a:r>
              <a:rPr sz="1200" b="0" i="0"/>
              <a:t>At the company, a shared plan means local project teams and our national experts are reading the results by the same rules. That helps us point our people, expertise, and technology at the opportunities most likely to help customers.</a:t>
            </a:r>
          </a:p>
          <a:p>
            <a:pPr>
              <a:spcAft>
                <a:spcPts val="600"/>
              </a:spcAft>
            </a:pPr>
            <a:r>
              <a:rPr sz="1200" b="1">
                <a:solidFill>
                  <a:srgbClr val="0070C0"/>
                </a:solidFill>
              </a:rPr>
              <a:t>[ASK]</a:t>
            </a:r>
            <a:r>
              <a:rPr sz="1200" b="0" i="0"/>
              <a:t> Has anyone ever spent hours fixing data that turned out to be unusable? </a:t>
            </a:r>
            <a:r>
              <a:rPr sz="1200" b="1">
                <a:solidFill>
                  <a:srgbClr val="0070C0"/>
                </a:solidFill>
              </a:rPr>
              <a:t>[Take a quick show of hands.]</a:t>
            </a:r>
            <a:r>
              <a:rPr sz="1200" b="0" i="0"/>
              <a:t> That's the time a good plan saves you.</a:t>
            </a:r>
          </a:p>
        </p:txBody>
      </p:sp>
      <p:sp>
        <p:nvSpPr>
          <p:cNvPr id="4" name="Slide Number Placeholder 3"/>
          <p:cNvSpPr>
            <a:spLocks noGrp="1"/>
          </p:cNvSpPr>
          <p:nvPr>
            <p:ph type="sldNum" sz="quarter" idx="5"/>
          </p:nvPr>
        </p:nvSpPr>
        <p:spPr/>
        <p:txBody>
          <a:bodyPr/>
          <a:lstStyle/>
          <a:p>
            <a:fld id="{9F90768B-30EA-485B-8D7E-4439A0A6DE93}" type="slidenum">
              <a:rPr lang="en-GB" smtClean="0"/>
              <a:t>30</a:t>
            </a:fld>
            <a:endParaRPr lang="en-GB"/>
          </a:p>
        </p:txBody>
      </p:sp>
    </p:spTree>
    <p:extLst>
      <p:ext uri="{BB962C8B-B14F-4D97-AF65-F5344CB8AC3E}">
        <p14:creationId xmlns:p14="http://schemas.microsoft.com/office/powerpoint/2010/main" val="360906021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a:spcAft>
                <a:spcPts val="600"/>
              </a:spcAft>
            </a:pPr>
            <a:r>
              <a:rPr sz="1200" b="1" i="0"/>
              <a:t>TIMING: 3 MINUTES</a:t>
            </a:r>
          </a:p>
          <a:p>
            <a:pPr>
              <a:spcAft>
                <a:spcPts val="600"/>
              </a:spcAft>
            </a:pPr>
            <a:r>
              <a:rPr sz="1200" b="1" i="0"/>
              <a:t>SPEAKER SCRIPT</a:t>
            </a:r>
          </a:p>
          <a:p>
            <a:pPr>
              <a:spcAft>
                <a:spcPts val="600"/>
              </a:spcAft>
            </a:pPr>
            <a:r>
              <a:rPr sz="1200" b="1">
                <a:solidFill>
                  <a:srgbClr val="C00000"/>
                </a:solidFill>
              </a:rPr>
              <a:t>[CLICKS ON THIS SLIDE: 1]</a:t>
            </a:r>
          </a:p>
          <a:p>
            <a:pPr>
              <a:spcAft>
                <a:spcPts val="600"/>
              </a:spcAft>
            </a:pPr>
            <a:r>
              <a:rPr sz="1200" b="0" i="0"/>
              <a:t>Along with your main measure, think about what background details might help explain why the numbers go up and down. That might be time of day, day of the week, workload, staffing, appointment type, in-person versus virtual, or system problems.</a:t>
            </a:r>
          </a:p>
          <a:p>
            <a:pPr>
              <a:spcAft>
                <a:spcPts val="600"/>
              </a:spcAft>
            </a:pPr>
            <a:r>
              <a:rPr sz="1200" b="0" i="0"/>
              <a:t>Take customer wait time at a workforce center. If wait times go up, the reason might change through the week. It could be a busy Monday, a short-staffed office, a certain appointment type, or a system outage. We saw the same thing at Staples. Call volume and handle time looked totally different during back-to-school season or when the ordering system went down. Without that context, you'd draw the wrong conclusion.</a:t>
            </a:r>
          </a:p>
          <a:p>
            <a:pPr>
              <a:spcAft>
                <a:spcPts val="600"/>
              </a:spcAft>
            </a:pPr>
            <a:r>
              <a:rPr sz="1200" b="1">
                <a:solidFill>
                  <a:srgbClr val="C00000"/>
                </a:solidFill>
              </a:rPr>
              <a:t>[CLICK → "Context data helps identify patterns, trends, and potential root causes"]</a:t>
            </a:r>
          </a:p>
          <a:p>
            <a:pPr>
              <a:spcAft>
                <a:spcPts val="600"/>
              </a:spcAft>
            </a:pPr>
            <a:r>
              <a:rPr sz="1200" b="0" i="0"/>
              <a:t>Context data gives you places to start digging.</a:t>
            </a:r>
          </a:p>
          <a:p>
            <a:pPr>
              <a:spcAft>
                <a:spcPts val="600"/>
              </a:spcAft>
            </a:pPr>
            <a:r>
              <a:rPr sz="1200" b="0" i="0"/>
              <a:t>Also think about how much data you need. Your sample has to represent the process well enough to support the decision. There's no magic number. It depends on the question, how much things vary, and how costly it would be to get it wrong.</a:t>
            </a:r>
          </a:p>
        </p:txBody>
      </p:sp>
      <p:sp>
        <p:nvSpPr>
          <p:cNvPr id="4" name="Slide Number Placeholder 3"/>
          <p:cNvSpPr>
            <a:spLocks noGrp="1"/>
          </p:cNvSpPr>
          <p:nvPr>
            <p:ph type="sldNum" sz="quarter" idx="5"/>
          </p:nvPr>
        </p:nvSpPr>
        <p:spPr/>
        <p:txBody>
          <a:bodyPr/>
          <a:lstStyle/>
          <a:p>
            <a:fld id="{336F8861-7D18-944D-B836-A484A82765AD}" type="slidenum">
              <a:rPr lang="en-US" smtClean="0"/>
              <a:t>31</a:t>
            </a:fld>
            <a:endParaRPr lang="en-US"/>
          </a:p>
        </p:txBody>
      </p:sp>
    </p:spTree>
    <p:extLst>
      <p:ext uri="{BB962C8B-B14F-4D97-AF65-F5344CB8AC3E}">
        <p14:creationId xmlns:p14="http://schemas.microsoft.com/office/powerpoint/2010/main" val="5953679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a:spcAft>
                <a:spcPts val="600"/>
              </a:spcAft>
            </a:pPr>
            <a:r>
              <a:rPr sz="1200" b="1" i="0"/>
              <a:t>TIMING: 3 MINUTES</a:t>
            </a:r>
          </a:p>
          <a:p>
            <a:pPr>
              <a:spcAft>
                <a:spcPts val="600"/>
              </a:spcAft>
            </a:pPr>
            <a:r>
              <a:rPr sz="1200" b="1" i="0"/>
              <a:t>SPEAKER SCRIPT</a:t>
            </a:r>
          </a:p>
          <a:p>
            <a:pPr>
              <a:spcAft>
                <a:spcPts val="600"/>
              </a:spcAft>
            </a:pPr>
            <a:r>
              <a:rPr sz="1200" b="0" i="0"/>
              <a:t>This example shows how clearly your collection requirements should be written down.</a:t>
            </a:r>
          </a:p>
          <a:p>
            <a:pPr>
              <a:spcAft>
                <a:spcPts val="600"/>
              </a:spcAft>
            </a:pPr>
            <a:r>
              <a:rPr sz="1200" b="0" i="0"/>
              <a:t>The measure tells us what we're counting. The definition explains exactly what qualifies. The unit tells us if it's a count, a percentage, or a time. The purpose connects it to a decision. And the rest covers who owns it, how it's collected, how often, and from where.</a:t>
            </a:r>
          </a:p>
          <a:p>
            <a:pPr>
              <a:spcAft>
                <a:spcPts val="600"/>
              </a:spcAft>
            </a:pPr>
            <a:r>
              <a:rPr sz="1200" b="0" i="0"/>
              <a:t>Here's a company example: "first time right." We might say a service wasn't done right the first time if it needed fixing, redoing, or resubmitting before the customer could move to the next step. We'd track both the number and the percentage, use an approved system, name an owner, and set a regular review schedule.</a:t>
            </a:r>
          </a:p>
          <a:p>
            <a:pPr>
              <a:spcAft>
                <a:spcPts val="600"/>
              </a:spcAft>
            </a:pPr>
            <a:r>
              <a:rPr sz="1200" b="0" i="0"/>
              <a:t>The goal: anyone who picks up this plan knows exactly what to do, without guessing or making up their own rules.</a:t>
            </a:r>
          </a:p>
        </p:txBody>
      </p:sp>
      <p:sp>
        <p:nvSpPr>
          <p:cNvPr id="4" name="Slide Number Placeholder 3"/>
          <p:cNvSpPr>
            <a:spLocks noGrp="1"/>
          </p:cNvSpPr>
          <p:nvPr>
            <p:ph type="sldNum" sz="quarter" idx="5"/>
          </p:nvPr>
        </p:nvSpPr>
        <p:spPr/>
        <p:txBody>
          <a:bodyPr/>
          <a:lstStyle/>
          <a:p>
            <a:fld id="{336F8861-7D18-944D-B836-A484A82765AD}" type="slidenum">
              <a:rPr lang="en-US" smtClean="0"/>
              <a:t>32</a:t>
            </a:fld>
            <a:endParaRPr lang="en-US"/>
          </a:p>
        </p:txBody>
      </p:sp>
    </p:spTree>
    <p:extLst>
      <p:ext uri="{BB962C8B-B14F-4D97-AF65-F5344CB8AC3E}">
        <p14:creationId xmlns:p14="http://schemas.microsoft.com/office/powerpoint/2010/main" val="180844226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sz="1200" b="1" i="0"/>
              <a:t>TIMING: 2.5 MINUTES</a:t>
            </a:r>
          </a:p>
          <a:p>
            <a:pPr>
              <a:spcAft>
                <a:spcPts val="600"/>
              </a:spcAft>
            </a:pPr>
            <a:r>
              <a:rPr sz="1200" b="1" i="0"/>
              <a:t>SPEAKER SCRIPT</a:t>
            </a:r>
          </a:p>
          <a:p>
            <a:pPr>
              <a:spcAft>
                <a:spcPts val="600"/>
              </a:spcAft>
            </a:pPr>
            <a:r>
              <a:rPr sz="1200" b="0" i="0"/>
              <a:t>Let's wrap up by pulling it all together.</a:t>
            </a:r>
          </a:p>
          <a:p>
            <a:pPr>
              <a:spcAft>
                <a:spcPts val="600"/>
              </a:spcAft>
            </a:pPr>
            <a:r>
              <a:rPr sz="1200" b="0" i="0"/>
              <a:t>We started with what makes data trustworthy: reliable and valid, repeatable and reproducible, accurate, unbiased, precise, and stable. Then we picked measures that balance the customer and the process. We sorted data into groups to find hidden patterns. We wrote clear definitions to remove the guesswork. And we built collection plans to keep everything consistent.</a:t>
            </a:r>
          </a:p>
          <a:p>
            <a:pPr>
              <a:spcAft>
                <a:spcPts val="600"/>
              </a:spcAft>
            </a:pPr>
            <a:r>
              <a:rPr sz="1200" b="0" i="0"/>
              <a:t>The big message: good measurement isn't about collecting the most data. It's about collecting the right data, using clear rules, and turning what you learn into action. For the company, that means better experiences for our customers, stronger results, and smarter use of our people, technology, and resources.</a:t>
            </a:r>
          </a:p>
          <a:p>
            <a:pPr>
              <a:spcAft>
                <a:spcPts val="600"/>
              </a:spcAft>
            </a:pPr>
            <a:r>
              <a:rPr sz="1200" b="1">
                <a:solidFill>
                  <a:srgbClr val="0070C0"/>
                </a:solidFill>
              </a:rPr>
              <a:t>[CHAT]</a:t>
            </a:r>
            <a:r>
              <a:rPr sz="1200" b="0" i="0"/>
              <a:t> Before we go: what's one thing from today you can use on a current project? Type it in the chat. </a:t>
            </a:r>
            <a:r>
              <a:rPr sz="1200" b="1">
                <a:solidFill>
                  <a:srgbClr val="0070C0"/>
                </a:solidFill>
              </a:rPr>
              <a:t>[Read a few out loud and answer any last questions.]</a:t>
            </a:r>
          </a:p>
          <a:p>
            <a:pPr>
              <a:spcAft>
                <a:spcPts val="600"/>
              </a:spcAft>
            </a:pPr>
            <a:r>
              <a:rPr sz="1200" b="0" i="0"/>
              <a:t>Thank you all for your participation. Once your attendance is recorded, your end-of-module test will be available, and you'll be able to review the slides.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6F8861-7D18-944D-B836-A484A82765A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339670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Master" Target="../slideMasters/slideMaster1.xml"/><Relationship Id="rId4" Type="http://schemas.openxmlformats.org/officeDocument/2006/relationships/image" Target="../media/image8.emf"/></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Master" Target="../slideMasters/slideMaster2.xml"/><Relationship Id="rId4" Type="http://schemas.openxmlformats.org/officeDocument/2006/relationships/image" Target="../media/image8.emf"/></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10.emf"/><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emf"/><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Master" Target="../slideMasters/slideMaster2.xml"/><Relationship Id="rId4" Type="http://schemas.openxmlformats.org/officeDocument/2006/relationships/image" Target="../media/image8.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5" name="Picture 4" descr="A picture containing person, clothing, man, indoor&#10;&#10;Description generated with very high confidence">
            <a:extLst>
              <a:ext uri="{FF2B5EF4-FFF2-40B4-BE49-F238E27FC236}">
                <a16:creationId xmlns:a16="http://schemas.microsoft.com/office/drawing/2014/main" id="{5A2AF239-AC0A-4440-93DD-736D00FE7B5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1" name="Freeform: Shape 20">
            <a:extLst>
              <a:ext uri="{FF2B5EF4-FFF2-40B4-BE49-F238E27FC236}">
                <a16:creationId xmlns:a16="http://schemas.microsoft.com/office/drawing/2014/main" id="{AFFE477E-4140-491C-B36C-2012D9E86E84}"/>
              </a:ext>
            </a:extLst>
          </p:cNvPr>
          <p:cNvSpPr/>
          <p:nvPr userDrawn="1"/>
        </p:nvSpPr>
        <p:spPr>
          <a:xfrm>
            <a:off x="6845300" y="4191000"/>
            <a:ext cx="5346700" cy="736600"/>
          </a:xfrm>
          <a:custGeom>
            <a:avLst/>
            <a:gdLst>
              <a:gd name="connsiteX0" fmla="*/ 368300 w 5346700"/>
              <a:gd name="connsiteY0" fmla="*/ 0 h 736600"/>
              <a:gd name="connsiteX1" fmla="*/ 5346700 w 5346700"/>
              <a:gd name="connsiteY1" fmla="*/ 0 h 736600"/>
              <a:gd name="connsiteX2" fmla="*/ 5346700 w 5346700"/>
              <a:gd name="connsiteY2" fmla="*/ 736600 h 736600"/>
              <a:gd name="connsiteX3" fmla="*/ 368300 w 5346700"/>
              <a:gd name="connsiteY3" fmla="*/ 736600 h 736600"/>
              <a:gd name="connsiteX4" fmla="*/ 0 w 5346700"/>
              <a:gd name="connsiteY4" fmla="*/ 368300 h 736600"/>
              <a:gd name="connsiteX5" fmla="*/ 368300 w 5346700"/>
              <a:gd name="connsiteY5" fmla="*/ 0 h 73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6700" h="736600">
                <a:moveTo>
                  <a:pt x="368300" y="0"/>
                </a:moveTo>
                <a:lnTo>
                  <a:pt x="5346700" y="0"/>
                </a:lnTo>
                <a:lnTo>
                  <a:pt x="5346700" y="736600"/>
                </a:lnTo>
                <a:lnTo>
                  <a:pt x="368300" y="736600"/>
                </a:lnTo>
                <a:cubicBezTo>
                  <a:pt x="164894" y="736600"/>
                  <a:pt x="0" y="571706"/>
                  <a:pt x="0" y="368300"/>
                </a:cubicBezTo>
                <a:cubicBezTo>
                  <a:pt x="0" y="164894"/>
                  <a:pt x="164894" y="0"/>
                  <a:pt x="368300"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63FED2B7-789D-48D3-845F-B0EE1A13CFC5}"/>
              </a:ext>
            </a:extLst>
          </p:cNvPr>
          <p:cNvSpPr>
            <a:spLocks noGrp="1"/>
          </p:cNvSpPr>
          <p:nvPr>
            <p:ph type="ctrTitle"/>
          </p:nvPr>
        </p:nvSpPr>
        <p:spPr>
          <a:xfrm>
            <a:off x="7226300" y="1833563"/>
            <a:ext cx="4254500" cy="2128837"/>
          </a:xfrm>
        </p:spPr>
        <p:txBody>
          <a:bodyPr anchor="b">
            <a:normAutofit/>
          </a:bodyPr>
          <a:lstStyle>
            <a:lvl1pPr algn="l">
              <a:lnSpc>
                <a:spcPct val="100000"/>
              </a:lnSpc>
              <a:defRPr sz="3600" b="1" cap="all" baseline="0">
                <a:solidFill>
                  <a:schemeClr val="tx1"/>
                </a:solidFill>
              </a:defRPr>
            </a:lvl1pPr>
          </a:lstStyle>
          <a:p>
            <a:r>
              <a:rPr lang="en-US"/>
              <a:t>Click to edit Master title style</a:t>
            </a:r>
            <a:endParaRPr lang="en-GB"/>
          </a:p>
        </p:txBody>
      </p:sp>
      <p:sp>
        <p:nvSpPr>
          <p:cNvPr id="3" name="Subtitle 2">
            <a:extLst>
              <a:ext uri="{FF2B5EF4-FFF2-40B4-BE49-F238E27FC236}">
                <a16:creationId xmlns:a16="http://schemas.microsoft.com/office/drawing/2014/main" id="{E7620CC6-2136-4A58-91C3-1A411D2008D8}"/>
              </a:ext>
            </a:extLst>
          </p:cNvPr>
          <p:cNvSpPr>
            <a:spLocks noGrp="1"/>
          </p:cNvSpPr>
          <p:nvPr>
            <p:ph type="subTitle" idx="1"/>
          </p:nvPr>
        </p:nvSpPr>
        <p:spPr>
          <a:xfrm>
            <a:off x="7226300" y="4302919"/>
            <a:ext cx="4254500" cy="512762"/>
          </a:xfrm>
        </p:spPr>
        <p:txBody>
          <a:bodyPr anchor="ctr">
            <a:normAutofit/>
          </a:bodyPr>
          <a:lstStyle>
            <a:lvl1pPr marL="0" indent="0" algn="l">
              <a:lnSpc>
                <a:spcPct val="100000"/>
              </a:lnSpc>
              <a:spcBef>
                <a:spcPts val="0"/>
              </a:spcBef>
              <a:buNone/>
              <a:defRPr sz="2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a:t>
            </a:r>
            <a:endParaRPr lang="en-GB"/>
          </a:p>
        </p:txBody>
      </p:sp>
      <p:grpSp>
        <p:nvGrpSpPr>
          <p:cNvPr id="10" name="Group 9">
            <a:extLst>
              <a:ext uri="{FF2B5EF4-FFF2-40B4-BE49-F238E27FC236}">
                <a16:creationId xmlns:a16="http://schemas.microsoft.com/office/drawing/2014/main" id="{58D6B991-1E19-4811-A1FD-04E9AC08BB88}"/>
              </a:ext>
            </a:extLst>
          </p:cNvPr>
          <p:cNvGrpSpPr/>
          <p:nvPr userDrawn="1"/>
        </p:nvGrpSpPr>
        <p:grpSpPr>
          <a:xfrm>
            <a:off x="9786622" y="508001"/>
            <a:ext cx="1724967" cy="622299"/>
            <a:chOff x="3663950" y="2217738"/>
            <a:chExt cx="2508251" cy="904876"/>
          </a:xfrm>
        </p:grpSpPr>
        <p:sp>
          <p:nvSpPr>
            <p:cNvPr id="11" name="Freeform 5">
              <a:extLst>
                <a:ext uri="{FF2B5EF4-FFF2-40B4-BE49-F238E27FC236}">
                  <a16:creationId xmlns:a16="http://schemas.microsoft.com/office/drawing/2014/main" id="{5BF59F9C-F30F-41E8-A161-AF1A18EAD1F2}"/>
                </a:ext>
              </a:extLst>
            </p:cNvPr>
            <p:cNvSpPr>
              <a:spLocks/>
            </p:cNvSpPr>
            <p:nvPr userDrawn="1"/>
          </p:nvSpPr>
          <p:spPr bwMode="auto">
            <a:xfrm>
              <a:off x="3719513" y="2217738"/>
              <a:ext cx="133350" cy="133350"/>
            </a:xfrm>
            <a:custGeom>
              <a:avLst/>
              <a:gdLst>
                <a:gd name="T0" fmla="*/ 1 w 41"/>
                <a:gd name="T1" fmla="*/ 19 h 41"/>
                <a:gd name="T2" fmla="*/ 22 w 41"/>
                <a:gd name="T3" fmla="*/ 1 h 41"/>
                <a:gd name="T4" fmla="*/ 40 w 41"/>
                <a:gd name="T5" fmla="*/ 23 h 41"/>
                <a:gd name="T6" fmla="*/ 18 w 41"/>
                <a:gd name="T7" fmla="*/ 40 h 41"/>
                <a:gd name="T8" fmla="*/ 1 w 41"/>
                <a:gd name="T9" fmla="*/ 19 h 41"/>
              </a:gdLst>
              <a:ahLst/>
              <a:cxnLst>
                <a:cxn ang="0">
                  <a:pos x="T0" y="T1"/>
                </a:cxn>
                <a:cxn ang="0">
                  <a:pos x="T2" y="T3"/>
                </a:cxn>
                <a:cxn ang="0">
                  <a:pos x="T4" y="T5"/>
                </a:cxn>
                <a:cxn ang="0">
                  <a:pos x="T6" y="T7"/>
                </a:cxn>
                <a:cxn ang="0">
                  <a:pos x="T8" y="T9"/>
                </a:cxn>
              </a:cxnLst>
              <a:rect l="0" t="0" r="r" b="b"/>
              <a:pathLst>
                <a:path w="41" h="41">
                  <a:moveTo>
                    <a:pt x="1" y="19"/>
                  </a:moveTo>
                  <a:cubicBezTo>
                    <a:pt x="2" y="8"/>
                    <a:pt x="12" y="0"/>
                    <a:pt x="22" y="1"/>
                  </a:cubicBezTo>
                  <a:cubicBezTo>
                    <a:pt x="33" y="3"/>
                    <a:pt x="41" y="12"/>
                    <a:pt x="40" y="23"/>
                  </a:cubicBezTo>
                  <a:cubicBezTo>
                    <a:pt x="39" y="34"/>
                    <a:pt x="29" y="41"/>
                    <a:pt x="18" y="40"/>
                  </a:cubicBezTo>
                  <a:cubicBezTo>
                    <a:pt x="8" y="39"/>
                    <a:pt x="0" y="30"/>
                    <a:pt x="1" y="19"/>
                  </a:cubicBezTo>
                </a:path>
              </a:pathLst>
            </a:custGeom>
            <a:solidFill>
              <a:srgbClr val="FBBA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2" name="Freeform 6">
              <a:extLst>
                <a:ext uri="{FF2B5EF4-FFF2-40B4-BE49-F238E27FC236}">
                  <a16:creationId xmlns:a16="http://schemas.microsoft.com/office/drawing/2014/main" id="{B4D02C02-C1B5-495B-B3A8-BCE8AC690733}"/>
                </a:ext>
              </a:extLst>
            </p:cNvPr>
            <p:cNvSpPr>
              <a:spLocks/>
            </p:cNvSpPr>
            <p:nvPr userDrawn="1"/>
          </p:nvSpPr>
          <p:spPr bwMode="auto">
            <a:xfrm>
              <a:off x="3663950" y="2419351"/>
              <a:ext cx="169863" cy="503238"/>
            </a:xfrm>
            <a:custGeom>
              <a:avLst/>
              <a:gdLst>
                <a:gd name="T0" fmla="*/ 51 w 107"/>
                <a:gd name="T1" fmla="*/ 317 h 317"/>
                <a:gd name="T2" fmla="*/ 51 w 107"/>
                <a:gd name="T3" fmla="*/ 48 h 317"/>
                <a:gd name="T4" fmla="*/ 0 w 107"/>
                <a:gd name="T5" fmla="*/ 48 h 317"/>
                <a:gd name="T6" fmla="*/ 0 w 107"/>
                <a:gd name="T7" fmla="*/ 0 h 317"/>
                <a:gd name="T8" fmla="*/ 107 w 107"/>
                <a:gd name="T9" fmla="*/ 0 h 317"/>
                <a:gd name="T10" fmla="*/ 107 w 107"/>
                <a:gd name="T11" fmla="*/ 317 h 317"/>
                <a:gd name="T12" fmla="*/ 51 w 107"/>
                <a:gd name="T13" fmla="*/ 317 h 317"/>
              </a:gdLst>
              <a:ahLst/>
              <a:cxnLst>
                <a:cxn ang="0">
                  <a:pos x="T0" y="T1"/>
                </a:cxn>
                <a:cxn ang="0">
                  <a:pos x="T2" y="T3"/>
                </a:cxn>
                <a:cxn ang="0">
                  <a:pos x="T4" y="T5"/>
                </a:cxn>
                <a:cxn ang="0">
                  <a:pos x="T6" y="T7"/>
                </a:cxn>
                <a:cxn ang="0">
                  <a:pos x="T8" y="T9"/>
                </a:cxn>
                <a:cxn ang="0">
                  <a:pos x="T10" y="T11"/>
                </a:cxn>
                <a:cxn ang="0">
                  <a:pos x="T12" y="T13"/>
                </a:cxn>
              </a:cxnLst>
              <a:rect l="0" t="0" r="r" b="b"/>
              <a:pathLst>
                <a:path w="107" h="317">
                  <a:moveTo>
                    <a:pt x="51" y="317"/>
                  </a:moveTo>
                  <a:lnTo>
                    <a:pt x="51" y="48"/>
                  </a:lnTo>
                  <a:lnTo>
                    <a:pt x="0" y="48"/>
                  </a:lnTo>
                  <a:lnTo>
                    <a:pt x="0" y="0"/>
                  </a:lnTo>
                  <a:lnTo>
                    <a:pt x="107" y="0"/>
                  </a:lnTo>
                  <a:lnTo>
                    <a:pt x="107" y="317"/>
                  </a:lnTo>
                  <a:lnTo>
                    <a:pt x="51" y="317"/>
                  </a:lnTo>
                  <a:close/>
                </a:path>
              </a:pathLst>
            </a:custGeom>
            <a:solidFill>
              <a:srgbClr val="6B63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3" name="Freeform 7">
              <a:extLst>
                <a:ext uri="{FF2B5EF4-FFF2-40B4-BE49-F238E27FC236}">
                  <a16:creationId xmlns:a16="http://schemas.microsoft.com/office/drawing/2014/main" id="{663A1132-9AF5-424A-B72F-3552BDBAE087}"/>
                </a:ext>
              </a:extLst>
            </p:cNvPr>
            <p:cNvSpPr>
              <a:spLocks/>
            </p:cNvSpPr>
            <p:nvPr userDrawn="1"/>
          </p:nvSpPr>
          <p:spPr bwMode="auto">
            <a:xfrm>
              <a:off x="3917950" y="2409826"/>
              <a:ext cx="398463" cy="512763"/>
            </a:xfrm>
            <a:custGeom>
              <a:avLst/>
              <a:gdLst>
                <a:gd name="T0" fmla="*/ 95 w 122"/>
                <a:gd name="T1" fmla="*/ 157 h 157"/>
                <a:gd name="T2" fmla="*/ 95 w 122"/>
                <a:gd name="T3" fmla="*/ 68 h 157"/>
                <a:gd name="T4" fmla="*/ 88 w 122"/>
                <a:gd name="T5" fmla="*/ 33 h 157"/>
                <a:gd name="T6" fmla="*/ 63 w 122"/>
                <a:gd name="T7" fmla="*/ 23 h 157"/>
                <a:gd name="T8" fmla="*/ 43 w 122"/>
                <a:gd name="T9" fmla="*/ 29 h 157"/>
                <a:gd name="T10" fmla="*/ 27 w 122"/>
                <a:gd name="T11" fmla="*/ 43 h 157"/>
                <a:gd name="T12" fmla="*/ 27 w 122"/>
                <a:gd name="T13" fmla="*/ 157 h 157"/>
                <a:gd name="T14" fmla="*/ 0 w 122"/>
                <a:gd name="T15" fmla="*/ 157 h 157"/>
                <a:gd name="T16" fmla="*/ 0 w 122"/>
                <a:gd name="T17" fmla="*/ 3 h 157"/>
                <a:gd name="T18" fmla="*/ 19 w 122"/>
                <a:gd name="T19" fmla="*/ 3 h 157"/>
                <a:gd name="T20" fmla="*/ 27 w 122"/>
                <a:gd name="T21" fmla="*/ 23 h 157"/>
                <a:gd name="T22" fmla="*/ 72 w 122"/>
                <a:gd name="T23" fmla="*/ 0 h 157"/>
                <a:gd name="T24" fmla="*/ 122 w 122"/>
                <a:gd name="T25" fmla="*/ 62 h 157"/>
                <a:gd name="T26" fmla="*/ 122 w 122"/>
                <a:gd name="T27" fmla="*/ 157 h 157"/>
                <a:gd name="T28" fmla="*/ 95 w 122"/>
                <a:gd name="T29" fmla="*/ 157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2" h="157">
                  <a:moveTo>
                    <a:pt x="95" y="157"/>
                  </a:moveTo>
                  <a:cubicBezTo>
                    <a:pt x="95" y="68"/>
                    <a:pt x="95" y="68"/>
                    <a:pt x="95" y="68"/>
                  </a:cubicBezTo>
                  <a:cubicBezTo>
                    <a:pt x="95" y="51"/>
                    <a:pt x="93" y="40"/>
                    <a:pt x="88" y="33"/>
                  </a:cubicBezTo>
                  <a:cubicBezTo>
                    <a:pt x="83" y="26"/>
                    <a:pt x="74" y="23"/>
                    <a:pt x="63" y="23"/>
                  </a:cubicBezTo>
                  <a:cubicBezTo>
                    <a:pt x="56" y="23"/>
                    <a:pt x="50" y="25"/>
                    <a:pt x="43" y="29"/>
                  </a:cubicBezTo>
                  <a:cubicBezTo>
                    <a:pt x="36" y="33"/>
                    <a:pt x="31" y="37"/>
                    <a:pt x="27" y="43"/>
                  </a:cubicBezTo>
                  <a:cubicBezTo>
                    <a:pt x="27" y="157"/>
                    <a:pt x="27" y="157"/>
                    <a:pt x="27" y="157"/>
                  </a:cubicBezTo>
                  <a:cubicBezTo>
                    <a:pt x="0" y="157"/>
                    <a:pt x="0" y="157"/>
                    <a:pt x="0" y="157"/>
                  </a:cubicBezTo>
                  <a:cubicBezTo>
                    <a:pt x="0" y="3"/>
                    <a:pt x="0" y="3"/>
                    <a:pt x="0" y="3"/>
                  </a:cubicBezTo>
                  <a:cubicBezTo>
                    <a:pt x="19" y="3"/>
                    <a:pt x="19" y="3"/>
                    <a:pt x="19" y="3"/>
                  </a:cubicBezTo>
                  <a:cubicBezTo>
                    <a:pt x="27" y="23"/>
                    <a:pt x="27" y="23"/>
                    <a:pt x="27" y="23"/>
                  </a:cubicBezTo>
                  <a:cubicBezTo>
                    <a:pt x="36" y="8"/>
                    <a:pt x="51" y="0"/>
                    <a:pt x="72" y="0"/>
                  </a:cubicBezTo>
                  <a:cubicBezTo>
                    <a:pt x="106" y="0"/>
                    <a:pt x="122" y="21"/>
                    <a:pt x="122" y="62"/>
                  </a:cubicBezTo>
                  <a:cubicBezTo>
                    <a:pt x="122" y="157"/>
                    <a:pt x="122" y="157"/>
                    <a:pt x="122" y="157"/>
                  </a:cubicBezTo>
                  <a:lnTo>
                    <a:pt x="95" y="157"/>
                  </a:lnTo>
                  <a:close/>
                </a:path>
              </a:pathLst>
            </a:custGeom>
            <a:solidFill>
              <a:srgbClr val="6B63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4" name="Freeform 8">
              <a:extLst>
                <a:ext uri="{FF2B5EF4-FFF2-40B4-BE49-F238E27FC236}">
                  <a16:creationId xmlns:a16="http://schemas.microsoft.com/office/drawing/2014/main" id="{57FAD8B9-9F3D-4626-9306-C83F30C3939E}"/>
                </a:ext>
              </a:extLst>
            </p:cNvPr>
            <p:cNvSpPr>
              <a:spLocks noEditPoints="1"/>
            </p:cNvSpPr>
            <p:nvPr userDrawn="1"/>
          </p:nvSpPr>
          <p:spPr bwMode="auto">
            <a:xfrm>
              <a:off x="4384675" y="2387601"/>
              <a:ext cx="417513" cy="735013"/>
            </a:xfrm>
            <a:custGeom>
              <a:avLst/>
              <a:gdLst>
                <a:gd name="T0" fmla="*/ 61 w 128"/>
                <a:gd name="T1" fmla="*/ 29 h 225"/>
                <a:gd name="T2" fmla="*/ 37 w 128"/>
                <a:gd name="T3" fmla="*/ 39 h 225"/>
                <a:gd name="T4" fmla="*/ 28 w 128"/>
                <a:gd name="T5" fmla="*/ 64 h 225"/>
                <a:gd name="T6" fmla="*/ 37 w 128"/>
                <a:gd name="T7" fmla="*/ 91 h 225"/>
                <a:gd name="T8" fmla="*/ 61 w 128"/>
                <a:gd name="T9" fmla="*/ 101 h 225"/>
                <a:gd name="T10" fmla="*/ 84 w 128"/>
                <a:gd name="T11" fmla="*/ 91 h 225"/>
                <a:gd name="T12" fmla="*/ 92 w 128"/>
                <a:gd name="T13" fmla="*/ 64 h 225"/>
                <a:gd name="T14" fmla="*/ 83 w 128"/>
                <a:gd name="T15" fmla="*/ 39 h 225"/>
                <a:gd name="T16" fmla="*/ 61 w 128"/>
                <a:gd name="T17" fmla="*/ 29 h 225"/>
                <a:gd name="T18" fmla="*/ 3 w 128"/>
                <a:gd name="T19" fmla="*/ 207 h 225"/>
                <a:gd name="T20" fmla="*/ 17 w 128"/>
                <a:gd name="T21" fmla="*/ 185 h 225"/>
                <a:gd name="T22" fmla="*/ 62 w 128"/>
                <a:gd name="T23" fmla="*/ 201 h 225"/>
                <a:gd name="T24" fmla="*/ 91 w 128"/>
                <a:gd name="T25" fmla="*/ 194 h 225"/>
                <a:gd name="T26" fmla="*/ 102 w 128"/>
                <a:gd name="T27" fmla="*/ 178 h 225"/>
                <a:gd name="T28" fmla="*/ 75 w 128"/>
                <a:gd name="T29" fmla="*/ 160 h 225"/>
                <a:gd name="T30" fmla="*/ 58 w 128"/>
                <a:gd name="T31" fmla="*/ 162 h 225"/>
                <a:gd name="T32" fmla="*/ 39 w 128"/>
                <a:gd name="T33" fmla="*/ 164 h 225"/>
                <a:gd name="T34" fmla="*/ 6 w 128"/>
                <a:gd name="T35" fmla="*/ 140 h 225"/>
                <a:gd name="T36" fmla="*/ 14 w 128"/>
                <a:gd name="T37" fmla="*/ 126 h 225"/>
                <a:gd name="T38" fmla="*/ 33 w 128"/>
                <a:gd name="T39" fmla="*/ 117 h 225"/>
                <a:gd name="T40" fmla="*/ 0 w 128"/>
                <a:gd name="T41" fmla="*/ 64 h 225"/>
                <a:gd name="T42" fmla="*/ 17 w 128"/>
                <a:gd name="T43" fmla="*/ 23 h 225"/>
                <a:gd name="T44" fmla="*/ 59 w 128"/>
                <a:gd name="T45" fmla="*/ 7 h 225"/>
                <a:gd name="T46" fmla="*/ 95 w 128"/>
                <a:gd name="T47" fmla="*/ 16 h 225"/>
                <a:gd name="T48" fmla="*/ 108 w 128"/>
                <a:gd name="T49" fmla="*/ 0 h 225"/>
                <a:gd name="T50" fmla="*/ 126 w 128"/>
                <a:gd name="T51" fmla="*/ 17 h 225"/>
                <a:gd name="T52" fmla="*/ 110 w 128"/>
                <a:gd name="T53" fmla="*/ 29 h 225"/>
                <a:gd name="T54" fmla="*/ 120 w 128"/>
                <a:gd name="T55" fmla="*/ 65 h 225"/>
                <a:gd name="T56" fmla="*/ 106 w 128"/>
                <a:gd name="T57" fmla="*/ 104 h 225"/>
                <a:gd name="T58" fmla="*/ 67 w 128"/>
                <a:gd name="T59" fmla="*/ 122 h 225"/>
                <a:gd name="T60" fmla="*/ 45 w 128"/>
                <a:gd name="T61" fmla="*/ 125 h 225"/>
                <a:gd name="T62" fmla="*/ 34 w 128"/>
                <a:gd name="T63" fmla="*/ 128 h 225"/>
                <a:gd name="T64" fmla="*/ 27 w 128"/>
                <a:gd name="T65" fmla="*/ 135 h 225"/>
                <a:gd name="T66" fmla="*/ 41 w 128"/>
                <a:gd name="T67" fmla="*/ 141 h 225"/>
                <a:gd name="T68" fmla="*/ 61 w 128"/>
                <a:gd name="T69" fmla="*/ 139 h 225"/>
                <a:gd name="T70" fmla="*/ 80 w 128"/>
                <a:gd name="T71" fmla="*/ 136 h 225"/>
                <a:gd name="T72" fmla="*/ 116 w 128"/>
                <a:gd name="T73" fmla="*/ 147 h 225"/>
                <a:gd name="T74" fmla="*/ 128 w 128"/>
                <a:gd name="T75" fmla="*/ 177 h 225"/>
                <a:gd name="T76" fmla="*/ 109 w 128"/>
                <a:gd name="T77" fmla="*/ 212 h 225"/>
                <a:gd name="T78" fmla="*/ 61 w 128"/>
                <a:gd name="T79" fmla="*/ 225 h 225"/>
                <a:gd name="T80" fmla="*/ 29 w 128"/>
                <a:gd name="T81" fmla="*/ 220 h 225"/>
                <a:gd name="T82" fmla="*/ 3 w 128"/>
                <a:gd name="T83" fmla="*/ 207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28" h="225">
                  <a:moveTo>
                    <a:pt x="61" y="29"/>
                  </a:moveTo>
                  <a:cubicBezTo>
                    <a:pt x="51" y="29"/>
                    <a:pt x="43" y="32"/>
                    <a:pt x="37" y="39"/>
                  </a:cubicBezTo>
                  <a:cubicBezTo>
                    <a:pt x="31" y="46"/>
                    <a:pt x="28" y="54"/>
                    <a:pt x="28" y="64"/>
                  </a:cubicBezTo>
                  <a:cubicBezTo>
                    <a:pt x="28" y="75"/>
                    <a:pt x="31" y="83"/>
                    <a:pt x="37" y="91"/>
                  </a:cubicBezTo>
                  <a:cubicBezTo>
                    <a:pt x="43" y="98"/>
                    <a:pt x="51" y="101"/>
                    <a:pt x="61" y="101"/>
                  </a:cubicBezTo>
                  <a:cubicBezTo>
                    <a:pt x="70" y="101"/>
                    <a:pt x="78" y="98"/>
                    <a:pt x="84" y="91"/>
                  </a:cubicBezTo>
                  <a:cubicBezTo>
                    <a:pt x="89" y="84"/>
                    <a:pt x="92" y="75"/>
                    <a:pt x="92" y="64"/>
                  </a:cubicBezTo>
                  <a:cubicBezTo>
                    <a:pt x="92" y="54"/>
                    <a:pt x="89" y="46"/>
                    <a:pt x="83" y="39"/>
                  </a:cubicBezTo>
                  <a:cubicBezTo>
                    <a:pt x="77" y="32"/>
                    <a:pt x="70" y="29"/>
                    <a:pt x="61" y="29"/>
                  </a:cubicBezTo>
                  <a:moveTo>
                    <a:pt x="3" y="207"/>
                  </a:moveTo>
                  <a:cubicBezTo>
                    <a:pt x="17" y="185"/>
                    <a:pt x="17" y="185"/>
                    <a:pt x="17" y="185"/>
                  </a:cubicBezTo>
                  <a:cubicBezTo>
                    <a:pt x="33" y="196"/>
                    <a:pt x="48" y="201"/>
                    <a:pt x="62" y="201"/>
                  </a:cubicBezTo>
                  <a:cubicBezTo>
                    <a:pt x="74" y="201"/>
                    <a:pt x="84" y="199"/>
                    <a:pt x="91" y="194"/>
                  </a:cubicBezTo>
                  <a:cubicBezTo>
                    <a:pt x="98" y="190"/>
                    <a:pt x="102" y="185"/>
                    <a:pt x="102" y="178"/>
                  </a:cubicBezTo>
                  <a:cubicBezTo>
                    <a:pt x="102" y="166"/>
                    <a:pt x="93" y="160"/>
                    <a:pt x="75" y="160"/>
                  </a:cubicBezTo>
                  <a:cubicBezTo>
                    <a:pt x="72" y="160"/>
                    <a:pt x="66" y="161"/>
                    <a:pt x="58" y="162"/>
                  </a:cubicBezTo>
                  <a:cubicBezTo>
                    <a:pt x="50" y="164"/>
                    <a:pt x="43" y="164"/>
                    <a:pt x="39" y="164"/>
                  </a:cubicBezTo>
                  <a:cubicBezTo>
                    <a:pt x="17" y="164"/>
                    <a:pt x="6" y="156"/>
                    <a:pt x="6" y="140"/>
                  </a:cubicBezTo>
                  <a:cubicBezTo>
                    <a:pt x="6" y="134"/>
                    <a:pt x="9" y="130"/>
                    <a:pt x="14" y="126"/>
                  </a:cubicBezTo>
                  <a:cubicBezTo>
                    <a:pt x="19" y="122"/>
                    <a:pt x="25" y="119"/>
                    <a:pt x="33" y="117"/>
                  </a:cubicBezTo>
                  <a:cubicBezTo>
                    <a:pt x="11" y="107"/>
                    <a:pt x="0" y="89"/>
                    <a:pt x="0" y="64"/>
                  </a:cubicBezTo>
                  <a:cubicBezTo>
                    <a:pt x="0" y="47"/>
                    <a:pt x="6" y="34"/>
                    <a:pt x="17" y="23"/>
                  </a:cubicBezTo>
                  <a:cubicBezTo>
                    <a:pt x="28" y="12"/>
                    <a:pt x="42" y="7"/>
                    <a:pt x="59" y="7"/>
                  </a:cubicBezTo>
                  <a:cubicBezTo>
                    <a:pt x="74" y="7"/>
                    <a:pt x="86" y="10"/>
                    <a:pt x="95" y="16"/>
                  </a:cubicBezTo>
                  <a:cubicBezTo>
                    <a:pt x="108" y="0"/>
                    <a:pt x="108" y="0"/>
                    <a:pt x="108" y="0"/>
                  </a:cubicBezTo>
                  <a:cubicBezTo>
                    <a:pt x="126" y="17"/>
                    <a:pt x="126" y="17"/>
                    <a:pt x="126" y="17"/>
                  </a:cubicBezTo>
                  <a:cubicBezTo>
                    <a:pt x="110" y="29"/>
                    <a:pt x="110" y="29"/>
                    <a:pt x="110" y="29"/>
                  </a:cubicBezTo>
                  <a:cubicBezTo>
                    <a:pt x="117" y="38"/>
                    <a:pt x="120" y="50"/>
                    <a:pt x="120" y="65"/>
                  </a:cubicBezTo>
                  <a:cubicBezTo>
                    <a:pt x="120" y="81"/>
                    <a:pt x="115" y="94"/>
                    <a:pt x="106" y="104"/>
                  </a:cubicBezTo>
                  <a:cubicBezTo>
                    <a:pt x="96" y="115"/>
                    <a:pt x="83" y="121"/>
                    <a:pt x="67" y="122"/>
                  </a:cubicBezTo>
                  <a:cubicBezTo>
                    <a:pt x="45" y="125"/>
                    <a:pt x="45" y="125"/>
                    <a:pt x="45" y="125"/>
                  </a:cubicBezTo>
                  <a:cubicBezTo>
                    <a:pt x="42" y="125"/>
                    <a:pt x="38" y="126"/>
                    <a:pt x="34" y="128"/>
                  </a:cubicBezTo>
                  <a:cubicBezTo>
                    <a:pt x="29" y="130"/>
                    <a:pt x="27" y="132"/>
                    <a:pt x="27" y="135"/>
                  </a:cubicBezTo>
                  <a:cubicBezTo>
                    <a:pt x="27" y="139"/>
                    <a:pt x="32" y="141"/>
                    <a:pt x="41" y="141"/>
                  </a:cubicBezTo>
                  <a:cubicBezTo>
                    <a:pt x="45" y="141"/>
                    <a:pt x="52" y="140"/>
                    <a:pt x="61" y="139"/>
                  </a:cubicBezTo>
                  <a:cubicBezTo>
                    <a:pt x="69" y="137"/>
                    <a:pt x="76" y="136"/>
                    <a:pt x="80" y="136"/>
                  </a:cubicBezTo>
                  <a:cubicBezTo>
                    <a:pt x="95" y="136"/>
                    <a:pt x="107" y="140"/>
                    <a:pt x="116" y="147"/>
                  </a:cubicBezTo>
                  <a:cubicBezTo>
                    <a:pt x="124" y="155"/>
                    <a:pt x="128" y="165"/>
                    <a:pt x="128" y="177"/>
                  </a:cubicBezTo>
                  <a:cubicBezTo>
                    <a:pt x="128" y="192"/>
                    <a:pt x="122" y="203"/>
                    <a:pt x="109" y="212"/>
                  </a:cubicBezTo>
                  <a:cubicBezTo>
                    <a:pt x="97" y="221"/>
                    <a:pt x="80" y="225"/>
                    <a:pt x="61" y="225"/>
                  </a:cubicBezTo>
                  <a:cubicBezTo>
                    <a:pt x="51" y="225"/>
                    <a:pt x="40" y="223"/>
                    <a:pt x="29" y="220"/>
                  </a:cubicBezTo>
                  <a:cubicBezTo>
                    <a:pt x="18" y="216"/>
                    <a:pt x="9" y="212"/>
                    <a:pt x="3" y="207"/>
                  </a:cubicBezTo>
                </a:path>
              </a:pathLst>
            </a:custGeom>
            <a:solidFill>
              <a:srgbClr val="6B63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5" name="Freeform 9">
              <a:extLst>
                <a:ext uri="{FF2B5EF4-FFF2-40B4-BE49-F238E27FC236}">
                  <a16:creationId xmlns:a16="http://schemas.microsoft.com/office/drawing/2014/main" id="{DE342850-0900-4272-8122-CC827B67F3B5}"/>
                </a:ext>
              </a:extLst>
            </p:cNvPr>
            <p:cNvSpPr>
              <a:spLocks noEditPoints="1"/>
            </p:cNvSpPr>
            <p:nvPr userDrawn="1"/>
          </p:nvSpPr>
          <p:spPr bwMode="auto">
            <a:xfrm>
              <a:off x="4838700" y="2409826"/>
              <a:ext cx="463550" cy="522288"/>
            </a:xfrm>
            <a:custGeom>
              <a:avLst/>
              <a:gdLst>
                <a:gd name="T0" fmla="*/ 74 w 142"/>
                <a:gd name="T1" fmla="*/ 23 h 160"/>
                <a:gd name="T2" fmla="*/ 43 w 142"/>
                <a:gd name="T3" fmla="*/ 35 h 160"/>
                <a:gd name="T4" fmla="*/ 29 w 142"/>
                <a:gd name="T5" fmla="*/ 63 h 160"/>
                <a:gd name="T6" fmla="*/ 115 w 142"/>
                <a:gd name="T7" fmla="*/ 63 h 160"/>
                <a:gd name="T8" fmla="*/ 105 w 142"/>
                <a:gd name="T9" fmla="*/ 35 h 160"/>
                <a:gd name="T10" fmla="*/ 74 w 142"/>
                <a:gd name="T11" fmla="*/ 23 h 160"/>
                <a:gd name="T12" fmla="*/ 140 w 142"/>
                <a:gd name="T13" fmla="*/ 83 h 160"/>
                <a:gd name="T14" fmla="*/ 29 w 142"/>
                <a:gd name="T15" fmla="*/ 83 h 160"/>
                <a:gd name="T16" fmla="*/ 44 w 142"/>
                <a:gd name="T17" fmla="*/ 125 h 160"/>
                <a:gd name="T18" fmla="*/ 77 w 142"/>
                <a:gd name="T19" fmla="*/ 137 h 160"/>
                <a:gd name="T20" fmla="*/ 117 w 142"/>
                <a:gd name="T21" fmla="*/ 124 h 160"/>
                <a:gd name="T22" fmla="*/ 128 w 142"/>
                <a:gd name="T23" fmla="*/ 143 h 160"/>
                <a:gd name="T24" fmla="*/ 109 w 142"/>
                <a:gd name="T25" fmla="*/ 154 h 160"/>
                <a:gd name="T26" fmla="*/ 72 w 142"/>
                <a:gd name="T27" fmla="*/ 160 h 160"/>
                <a:gd name="T28" fmla="*/ 22 w 142"/>
                <a:gd name="T29" fmla="*/ 141 h 160"/>
                <a:gd name="T30" fmla="*/ 0 w 142"/>
                <a:gd name="T31" fmla="*/ 82 h 160"/>
                <a:gd name="T32" fmla="*/ 23 w 142"/>
                <a:gd name="T33" fmla="*/ 21 h 160"/>
                <a:gd name="T34" fmla="*/ 72 w 142"/>
                <a:gd name="T35" fmla="*/ 0 h 160"/>
                <a:gd name="T36" fmla="*/ 124 w 142"/>
                <a:gd name="T37" fmla="*/ 19 h 160"/>
                <a:gd name="T38" fmla="*/ 142 w 142"/>
                <a:gd name="T39" fmla="*/ 66 h 160"/>
                <a:gd name="T40" fmla="*/ 140 w 142"/>
                <a:gd name="T41" fmla="*/ 83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42" h="160">
                  <a:moveTo>
                    <a:pt x="74" y="23"/>
                  </a:moveTo>
                  <a:cubicBezTo>
                    <a:pt x="61" y="23"/>
                    <a:pt x="51" y="27"/>
                    <a:pt x="43" y="35"/>
                  </a:cubicBezTo>
                  <a:cubicBezTo>
                    <a:pt x="35" y="42"/>
                    <a:pt x="30" y="52"/>
                    <a:pt x="29" y="63"/>
                  </a:cubicBezTo>
                  <a:cubicBezTo>
                    <a:pt x="115" y="63"/>
                    <a:pt x="115" y="63"/>
                    <a:pt x="115" y="63"/>
                  </a:cubicBezTo>
                  <a:cubicBezTo>
                    <a:pt x="115" y="52"/>
                    <a:pt x="112" y="43"/>
                    <a:pt x="105" y="35"/>
                  </a:cubicBezTo>
                  <a:cubicBezTo>
                    <a:pt x="97" y="27"/>
                    <a:pt x="87" y="23"/>
                    <a:pt x="74" y="23"/>
                  </a:cubicBezTo>
                  <a:moveTo>
                    <a:pt x="140" y="83"/>
                  </a:moveTo>
                  <a:cubicBezTo>
                    <a:pt x="29" y="83"/>
                    <a:pt x="29" y="83"/>
                    <a:pt x="29" y="83"/>
                  </a:cubicBezTo>
                  <a:cubicBezTo>
                    <a:pt x="29" y="101"/>
                    <a:pt x="34" y="115"/>
                    <a:pt x="44" y="125"/>
                  </a:cubicBezTo>
                  <a:cubicBezTo>
                    <a:pt x="52" y="133"/>
                    <a:pt x="64" y="137"/>
                    <a:pt x="77" y="137"/>
                  </a:cubicBezTo>
                  <a:cubicBezTo>
                    <a:pt x="93" y="137"/>
                    <a:pt x="106" y="133"/>
                    <a:pt x="117" y="124"/>
                  </a:cubicBezTo>
                  <a:cubicBezTo>
                    <a:pt x="128" y="143"/>
                    <a:pt x="128" y="143"/>
                    <a:pt x="128" y="143"/>
                  </a:cubicBezTo>
                  <a:cubicBezTo>
                    <a:pt x="124" y="148"/>
                    <a:pt x="117" y="151"/>
                    <a:pt x="109" y="154"/>
                  </a:cubicBezTo>
                  <a:cubicBezTo>
                    <a:pt x="98" y="158"/>
                    <a:pt x="85" y="160"/>
                    <a:pt x="72" y="160"/>
                  </a:cubicBezTo>
                  <a:cubicBezTo>
                    <a:pt x="53" y="160"/>
                    <a:pt x="36" y="154"/>
                    <a:pt x="22" y="141"/>
                  </a:cubicBezTo>
                  <a:cubicBezTo>
                    <a:pt x="7" y="126"/>
                    <a:pt x="0" y="107"/>
                    <a:pt x="0" y="82"/>
                  </a:cubicBezTo>
                  <a:cubicBezTo>
                    <a:pt x="0" y="57"/>
                    <a:pt x="8" y="36"/>
                    <a:pt x="23" y="21"/>
                  </a:cubicBezTo>
                  <a:cubicBezTo>
                    <a:pt x="37" y="7"/>
                    <a:pt x="53" y="0"/>
                    <a:pt x="72" y="0"/>
                  </a:cubicBezTo>
                  <a:cubicBezTo>
                    <a:pt x="94" y="0"/>
                    <a:pt x="112" y="6"/>
                    <a:pt x="124" y="19"/>
                  </a:cubicBezTo>
                  <a:cubicBezTo>
                    <a:pt x="136" y="31"/>
                    <a:pt x="142" y="46"/>
                    <a:pt x="142" y="66"/>
                  </a:cubicBezTo>
                  <a:cubicBezTo>
                    <a:pt x="142" y="72"/>
                    <a:pt x="142" y="78"/>
                    <a:pt x="140" y="83"/>
                  </a:cubicBezTo>
                </a:path>
              </a:pathLst>
            </a:custGeom>
            <a:solidFill>
              <a:srgbClr val="6B63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6" name="Freeform 10">
              <a:extLst>
                <a:ext uri="{FF2B5EF4-FFF2-40B4-BE49-F238E27FC236}">
                  <a16:creationId xmlns:a16="http://schemas.microsoft.com/office/drawing/2014/main" id="{06F7DD2B-7643-4151-BEE0-8F66A034CE5A}"/>
                </a:ext>
              </a:extLst>
            </p:cNvPr>
            <p:cNvSpPr>
              <a:spLocks/>
            </p:cNvSpPr>
            <p:nvPr userDrawn="1"/>
          </p:nvSpPr>
          <p:spPr bwMode="auto">
            <a:xfrm>
              <a:off x="5370513" y="2419351"/>
              <a:ext cx="411163" cy="512763"/>
            </a:xfrm>
            <a:custGeom>
              <a:avLst/>
              <a:gdLst>
                <a:gd name="T0" fmla="*/ 28 w 126"/>
                <a:gd name="T1" fmla="*/ 0 h 157"/>
                <a:gd name="T2" fmla="*/ 28 w 126"/>
                <a:gd name="T3" fmla="*/ 98 h 157"/>
                <a:gd name="T4" fmla="*/ 59 w 126"/>
                <a:gd name="T5" fmla="*/ 134 h 157"/>
                <a:gd name="T6" fmla="*/ 84 w 126"/>
                <a:gd name="T7" fmla="*/ 126 h 157"/>
                <a:gd name="T8" fmla="*/ 99 w 126"/>
                <a:gd name="T9" fmla="*/ 108 h 157"/>
                <a:gd name="T10" fmla="*/ 99 w 126"/>
                <a:gd name="T11" fmla="*/ 0 h 157"/>
                <a:gd name="T12" fmla="*/ 126 w 126"/>
                <a:gd name="T13" fmla="*/ 0 h 157"/>
                <a:gd name="T14" fmla="*/ 126 w 126"/>
                <a:gd name="T15" fmla="*/ 154 h 157"/>
                <a:gd name="T16" fmla="*/ 99 w 126"/>
                <a:gd name="T17" fmla="*/ 154 h 157"/>
                <a:gd name="T18" fmla="*/ 99 w 126"/>
                <a:gd name="T19" fmla="*/ 133 h 157"/>
                <a:gd name="T20" fmla="*/ 80 w 126"/>
                <a:gd name="T21" fmla="*/ 150 h 157"/>
                <a:gd name="T22" fmla="*/ 53 w 126"/>
                <a:gd name="T23" fmla="*/ 157 h 157"/>
                <a:gd name="T24" fmla="*/ 14 w 126"/>
                <a:gd name="T25" fmla="*/ 143 h 157"/>
                <a:gd name="T26" fmla="*/ 0 w 126"/>
                <a:gd name="T27" fmla="*/ 101 h 157"/>
                <a:gd name="T28" fmla="*/ 0 w 126"/>
                <a:gd name="T29" fmla="*/ 0 h 157"/>
                <a:gd name="T30" fmla="*/ 28 w 126"/>
                <a:gd name="T3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6" h="157">
                  <a:moveTo>
                    <a:pt x="28" y="0"/>
                  </a:moveTo>
                  <a:cubicBezTo>
                    <a:pt x="28" y="98"/>
                    <a:pt x="28" y="98"/>
                    <a:pt x="28" y="98"/>
                  </a:cubicBezTo>
                  <a:cubicBezTo>
                    <a:pt x="28" y="122"/>
                    <a:pt x="38" y="134"/>
                    <a:pt x="59" y="134"/>
                  </a:cubicBezTo>
                  <a:cubicBezTo>
                    <a:pt x="68" y="134"/>
                    <a:pt x="76" y="132"/>
                    <a:pt x="84" y="126"/>
                  </a:cubicBezTo>
                  <a:cubicBezTo>
                    <a:pt x="91" y="121"/>
                    <a:pt x="96" y="115"/>
                    <a:pt x="99" y="108"/>
                  </a:cubicBezTo>
                  <a:cubicBezTo>
                    <a:pt x="99" y="0"/>
                    <a:pt x="99" y="0"/>
                    <a:pt x="99" y="0"/>
                  </a:cubicBezTo>
                  <a:cubicBezTo>
                    <a:pt x="126" y="0"/>
                    <a:pt x="126" y="0"/>
                    <a:pt x="126" y="0"/>
                  </a:cubicBezTo>
                  <a:cubicBezTo>
                    <a:pt x="126" y="154"/>
                    <a:pt x="126" y="154"/>
                    <a:pt x="126" y="154"/>
                  </a:cubicBezTo>
                  <a:cubicBezTo>
                    <a:pt x="99" y="154"/>
                    <a:pt x="99" y="154"/>
                    <a:pt x="99" y="154"/>
                  </a:cubicBezTo>
                  <a:cubicBezTo>
                    <a:pt x="99" y="133"/>
                    <a:pt x="99" y="133"/>
                    <a:pt x="99" y="133"/>
                  </a:cubicBezTo>
                  <a:cubicBezTo>
                    <a:pt x="95" y="139"/>
                    <a:pt x="89" y="145"/>
                    <a:pt x="80" y="150"/>
                  </a:cubicBezTo>
                  <a:cubicBezTo>
                    <a:pt x="71" y="155"/>
                    <a:pt x="62" y="157"/>
                    <a:pt x="53" y="157"/>
                  </a:cubicBezTo>
                  <a:cubicBezTo>
                    <a:pt x="36" y="157"/>
                    <a:pt x="23" y="153"/>
                    <a:pt x="14" y="143"/>
                  </a:cubicBezTo>
                  <a:cubicBezTo>
                    <a:pt x="5" y="133"/>
                    <a:pt x="0" y="119"/>
                    <a:pt x="0" y="101"/>
                  </a:cubicBezTo>
                  <a:cubicBezTo>
                    <a:pt x="0" y="0"/>
                    <a:pt x="0" y="0"/>
                    <a:pt x="0" y="0"/>
                  </a:cubicBezTo>
                  <a:lnTo>
                    <a:pt x="28" y="0"/>
                  </a:lnTo>
                  <a:close/>
                </a:path>
              </a:pathLst>
            </a:custGeom>
            <a:solidFill>
              <a:srgbClr val="6B63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7" name="Freeform 11">
              <a:extLst>
                <a:ext uri="{FF2B5EF4-FFF2-40B4-BE49-F238E27FC236}">
                  <a16:creationId xmlns:a16="http://schemas.microsoft.com/office/drawing/2014/main" id="{282113B7-B0E1-434E-9A73-59B3FB749986}"/>
                </a:ext>
              </a:extLst>
            </p:cNvPr>
            <p:cNvSpPr>
              <a:spLocks/>
            </p:cNvSpPr>
            <p:nvPr userDrawn="1"/>
          </p:nvSpPr>
          <p:spPr bwMode="auto">
            <a:xfrm>
              <a:off x="5843588" y="2409826"/>
              <a:ext cx="328613" cy="522288"/>
            </a:xfrm>
            <a:custGeom>
              <a:avLst/>
              <a:gdLst>
                <a:gd name="T0" fmla="*/ 0 w 101"/>
                <a:gd name="T1" fmla="*/ 148 h 160"/>
                <a:gd name="T2" fmla="*/ 10 w 101"/>
                <a:gd name="T3" fmla="*/ 122 h 160"/>
                <a:gd name="T4" fmla="*/ 47 w 101"/>
                <a:gd name="T5" fmla="*/ 137 h 160"/>
                <a:gd name="T6" fmla="*/ 72 w 101"/>
                <a:gd name="T7" fmla="*/ 116 h 160"/>
                <a:gd name="T8" fmla="*/ 47 w 101"/>
                <a:gd name="T9" fmla="*/ 90 h 160"/>
                <a:gd name="T10" fmla="*/ 22 w 101"/>
                <a:gd name="T11" fmla="*/ 77 h 160"/>
                <a:gd name="T12" fmla="*/ 10 w 101"/>
                <a:gd name="T13" fmla="*/ 66 h 160"/>
                <a:gd name="T14" fmla="*/ 3 w 101"/>
                <a:gd name="T15" fmla="*/ 54 h 160"/>
                <a:gd name="T16" fmla="*/ 1 w 101"/>
                <a:gd name="T17" fmla="*/ 40 h 160"/>
                <a:gd name="T18" fmla="*/ 15 w 101"/>
                <a:gd name="T19" fmla="*/ 11 h 160"/>
                <a:gd name="T20" fmla="*/ 51 w 101"/>
                <a:gd name="T21" fmla="*/ 0 h 160"/>
                <a:gd name="T22" fmla="*/ 94 w 101"/>
                <a:gd name="T23" fmla="*/ 11 h 160"/>
                <a:gd name="T24" fmla="*/ 86 w 101"/>
                <a:gd name="T25" fmla="*/ 36 h 160"/>
                <a:gd name="T26" fmla="*/ 53 w 101"/>
                <a:gd name="T27" fmla="*/ 23 h 160"/>
                <a:gd name="T28" fmla="*/ 36 w 101"/>
                <a:gd name="T29" fmla="*/ 28 h 160"/>
                <a:gd name="T30" fmla="*/ 30 w 101"/>
                <a:gd name="T31" fmla="*/ 39 h 160"/>
                <a:gd name="T32" fmla="*/ 47 w 101"/>
                <a:gd name="T33" fmla="*/ 62 h 160"/>
                <a:gd name="T34" fmla="*/ 66 w 101"/>
                <a:gd name="T35" fmla="*/ 71 h 160"/>
                <a:gd name="T36" fmla="*/ 93 w 101"/>
                <a:gd name="T37" fmla="*/ 90 h 160"/>
                <a:gd name="T38" fmla="*/ 101 w 101"/>
                <a:gd name="T39" fmla="*/ 116 h 160"/>
                <a:gd name="T40" fmla="*/ 86 w 101"/>
                <a:gd name="T41" fmla="*/ 149 h 160"/>
                <a:gd name="T42" fmla="*/ 46 w 101"/>
                <a:gd name="T43" fmla="*/ 160 h 160"/>
                <a:gd name="T44" fmla="*/ 0 w 101"/>
                <a:gd name="T45" fmla="*/ 148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01" h="160">
                  <a:moveTo>
                    <a:pt x="0" y="148"/>
                  </a:moveTo>
                  <a:cubicBezTo>
                    <a:pt x="10" y="122"/>
                    <a:pt x="10" y="122"/>
                    <a:pt x="10" y="122"/>
                  </a:cubicBezTo>
                  <a:cubicBezTo>
                    <a:pt x="25" y="132"/>
                    <a:pt x="37" y="137"/>
                    <a:pt x="47" y="137"/>
                  </a:cubicBezTo>
                  <a:cubicBezTo>
                    <a:pt x="63" y="137"/>
                    <a:pt x="72" y="130"/>
                    <a:pt x="72" y="116"/>
                  </a:cubicBezTo>
                  <a:cubicBezTo>
                    <a:pt x="72" y="106"/>
                    <a:pt x="64" y="97"/>
                    <a:pt x="47" y="90"/>
                  </a:cubicBezTo>
                  <a:cubicBezTo>
                    <a:pt x="35" y="84"/>
                    <a:pt x="26" y="80"/>
                    <a:pt x="22" y="77"/>
                  </a:cubicBezTo>
                  <a:cubicBezTo>
                    <a:pt x="18" y="74"/>
                    <a:pt x="14" y="70"/>
                    <a:pt x="10" y="66"/>
                  </a:cubicBezTo>
                  <a:cubicBezTo>
                    <a:pt x="7" y="63"/>
                    <a:pt x="5" y="59"/>
                    <a:pt x="3" y="54"/>
                  </a:cubicBezTo>
                  <a:cubicBezTo>
                    <a:pt x="2" y="50"/>
                    <a:pt x="1" y="45"/>
                    <a:pt x="1" y="40"/>
                  </a:cubicBezTo>
                  <a:cubicBezTo>
                    <a:pt x="1" y="28"/>
                    <a:pt x="6" y="18"/>
                    <a:pt x="15" y="11"/>
                  </a:cubicBezTo>
                  <a:cubicBezTo>
                    <a:pt x="24" y="4"/>
                    <a:pt x="36" y="0"/>
                    <a:pt x="51" y="0"/>
                  </a:cubicBezTo>
                  <a:cubicBezTo>
                    <a:pt x="62" y="0"/>
                    <a:pt x="76" y="4"/>
                    <a:pt x="94" y="11"/>
                  </a:cubicBezTo>
                  <a:cubicBezTo>
                    <a:pt x="86" y="36"/>
                    <a:pt x="86" y="36"/>
                    <a:pt x="86" y="36"/>
                  </a:cubicBezTo>
                  <a:cubicBezTo>
                    <a:pt x="75" y="27"/>
                    <a:pt x="64" y="23"/>
                    <a:pt x="53" y="23"/>
                  </a:cubicBezTo>
                  <a:cubicBezTo>
                    <a:pt x="46" y="23"/>
                    <a:pt x="41" y="25"/>
                    <a:pt x="36" y="28"/>
                  </a:cubicBezTo>
                  <a:cubicBezTo>
                    <a:pt x="32" y="31"/>
                    <a:pt x="30" y="35"/>
                    <a:pt x="30" y="39"/>
                  </a:cubicBezTo>
                  <a:cubicBezTo>
                    <a:pt x="30" y="49"/>
                    <a:pt x="35" y="57"/>
                    <a:pt x="47" y="62"/>
                  </a:cubicBezTo>
                  <a:cubicBezTo>
                    <a:pt x="66" y="71"/>
                    <a:pt x="66" y="71"/>
                    <a:pt x="66" y="71"/>
                  </a:cubicBezTo>
                  <a:cubicBezTo>
                    <a:pt x="78" y="76"/>
                    <a:pt x="87" y="83"/>
                    <a:pt x="93" y="90"/>
                  </a:cubicBezTo>
                  <a:cubicBezTo>
                    <a:pt x="98" y="97"/>
                    <a:pt x="101" y="105"/>
                    <a:pt x="101" y="116"/>
                  </a:cubicBezTo>
                  <a:cubicBezTo>
                    <a:pt x="101" y="130"/>
                    <a:pt x="96" y="141"/>
                    <a:pt x="86" y="149"/>
                  </a:cubicBezTo>
                  <a:cubicBezTo>
                    <a:pt x="76" y="156"/>
                    <a:pt x="63" y="160"/>
                    <a:pt x="46" y="160"/>
                  </a:cubicBezTo>
                  <a:cubicBezTo>
                    <a:pt x="30" y="160"/>
                    <a:pt x="14" y="156"/>
                    <a:pt x="0" y="148"/>
                  </a:cubicBezTo>
                </a:path>
              </a:pathLst>
            </a:custGeom>
            <a:solidFill>
              <a:srgbClr val="6B63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22699514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Divider">
    <p:spTree>
      <p:nvGrpSpPr>
        <p:cNvPr id="1" name=""/>
        <p:cNvGrpSpPr/>
        <p:nvPr/>
      </p:nvGrpSpPr>
      <p:grpSpPr>
        <a:xfrm>
          <a:off x="0" y="0"/>
          <a:ext cx="0" cy="0"/>
          <a:chOff x="0" y="0"/>
          <a:chExt cx="0" cy="0"/>
        </a:xfrm>
      </p:grpSpPr>
      <p:pic>
        <p:nvPicPr>
          <p:cNvPr id="28" name="Picture 27" descr="A picture containing outdoor&#10;&#10;Description generated with very high confidence">
            <a:extLst>
              <a:ext uri="{FF2B5EF4-FFF2-40B4-BE49-F238E27FC236}">
                <a16:creationId xmlns:a16="http://schemas.microsoft.com/office/drawing/2014/main" id="{8BDD3F1A-0226-4133-8200-2BFD2994E45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9" name="Rectangle 28">
            <a:extLst>
              <a:ext uri="{FF2B5EF4-FFF2-40B4-BE49-F238E27FC236}">
                <a16:creationId xmlns:a16="http://schemas.microsoft.com/office/drawing/2014/main" id="{2CC44766-F15A-41E7-A5D3-BF025F156C34}"/>
              </a:ext>
            </a:extLst>
          </p:cNvPr>
          <p:cNvSpPr/>
          <p:nvPr userDrawn="1"/>
        </p:nvSpPr>
        <p:spPr>
          <a:xfrm>
            <a:off x="0" y="0"/>
            <a:ext cx="12192000" cy="6857998"/>
          </a:xfrm>
          <a:prstGeom prst="rect">
            <a:avLst/>
          </a:prstGeom>
          <a:solidFill>
            <a:schemeClr val="bg1">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Freeform: Shape 23">
            <a:extLst>
              <a:ext uri="{FF2B5EF4-FFF2-40B4-BE49-F238E27FC236}">
                <a16:creationId xmlns:a16="http://schemas.microsoft.com/office/drawing/2014/main" id="{9D047DD6-73B3-4C28-B429-327937A6303A}"/>
              </a:ext>
            </a:extLst>
          </p:cNvPr>
          <p:cNvSpPr/>
          <p:nvPr userDrawn="1"/>
        </p:nvSpPr>
        <p:spPr>
          <a:xfrm>
            <a:off x="693556" y="493485"/>
            <a:ext cx="1543020" cy="6364515"/>
          </a:xfrm>
          <a:custGeom>
            <a:avLst/>
            <a:gdLst>
              <a:gd name="connsiteX0" fmla="*/ 771510 w 1543020"/>
              <a:gd name="connsiteY0" fmla="*/ 0 h 6364515"/>
              <a:gd name="connsiteX1" fmla="*/ 1543020 w 1543020"/>
              <a:gd name="connsiteY1" fmla="*/ 771510 h 6364515"/>
              <a:gd name="connsiteX2" fmla="*/ 1543020 w 1543020"/>
              <a:gd name="connsiteY2" fmla="*/ 6364515 h 6364515"/>
              <a:gd name="connsiteX3" fmla="*/ 0 w 1543020"/>
              <a:gd name="connsiteY3" fmla="*/ 6364515 h 6364515"/>
              <a:gd name="connsiteX4" fmla="*/ 0 w 1543020"/>
              <a:gd name="connsiteY4" fmla="*/ 771510 h 6364515"/>
              <a:gd name="connsiteX5" fmla="*/ 771510 w 1543020"/>
              <a:gd name="connsiteY5" fmla="*/ 0 h 6364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43020" h="6364515">
                <a:moveTo>
                  <a:pt x="771510" y="0"/>
                </a:moveTo>
                <a:cubicBezTo>
                  <a:pt x="1197603" y="0"/>
                  <a:pt x="1543020" y="345417"/>
                  <a:pt x="1543020" y="771510"/>
                </a:cubicBezTo>
                <a:lnTo>
                  <a:pt x="1543020" y="6364515"/>
                </a:lnTo>
                <a:lnTo>
                  <a:pt x="0" y="6364515"/>
                </a:lnTo>
                <a:lnTo>
                  <a:pt x="0" y="771510"/>
                </a:lnTo>
                <a:cubicBezTo>
                  <a:pt x="0" y="345417"/>
                  <a:pt x="345417" y="0"/>
                  <a:pt x="771510" y="0"/>
                </a:cubicBezTo>
                <a:close/>
              </a:path>
            </a:pathLst>
          </a:cu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Oval 24">
            <a:extLst>
              <a:ext uri="{FF2B5EF4-FFF2-40B4-BE49-F238E27FC236}">
                <a16:creationId xmlns:a16="http://schemas.microsoft.com/office/drawing/2014/main" id="{ADAB6006-8FF0-4ECE-9F3A-911691C7A7B3}"/>
              </a:ext>
            </a:extLst>
          </p:cNvPr>
          <p:cNvSpPr/>
          <p:nvPr userDrawn="1"/>
        </p:nvSpPr>
        <p:spPr>
          <a:xfrm>
            <a:off x="837322" y="609601"/>
            <a:ext cx="1255488" cy="1255486"/>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4400" b="1">
              <a:solidFill>
                <a:schemeClr val="bg1"/>
              </a:solidFill>
            </a:endParaRPr>
          </a:p>
        </p:txBody>
      </p:sp>
      <p:sp>
        <p:nvSpPr>
          <p:cNvPr id="2" name="Title 1">
            <a:extLst>
              <a:ext uri="{FF2B5EF4-FFF2-40B4-BE49-F238E27FC236}">
                <a16:creationId xmlns:a16="http://schemas.microsoft.com/office/drawing/2014/main" id="{0B9ADC4A-720F-46B1-98A1-87DAD495DC1B}"/>
              </a:ext>
            </a:extLst>
          </p:cNvPr>
          <p:cNvSpPr>
            <a:spLocks noGrp="1"/>
          </p:cNvSpPr>
          <p:nvPr>
            <p:ph type="title"/>
          </p:nvPr>
        </p:nvSpPr>
        <p:spPr>
          <a:xfrm>
            <a:off x="3048000" y="795338"/>
            <a:ext cx="4229100" cy="2852737"/>
          </a:xfrm>
        </p:spPr>
        <p:txBody>
          <a:bodyPr anchor="b">
            <a:normAutofit/>
          </a:bodyPr>
          <a:lstStyle>
            <a:lvl1pPr>
              <a:defRPr sz="3600" b="1" cap="all" baseline="0">
                <a:solidFill>
                  <a:schemeClr val="tx1"/>
                </a:solidFill>
              </a:defRPr>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6E6739A5-7B29-4322-8DEC-B816DF173FEF}"/>
              </a:ext>
            </a:extLst>
          </p:cNvPr>
          <p:cNvSpPr>
            <a:spLocks noGrp="1"/>
          </p:cNvSpPr>
          <p:nvPr>
            <p:ph type="body" idx="1"/>
          </p:nvPr>
        </p:nvSpPr>
        <p:spPr>
          <a:xfrm>
            <a:off x="3048000" y="3789364"/>
            <a:ext cx="4229100" cy="552450"/>
          </a:xfrm>
        </p:spPr>
        <p:txBody>
          <a:bodyPr anchor="ctr">
            <a:normAutofit/>
          </a:bodyPr>
          <a:lstStyle>
            <a:lvl1pPr marL="0" indent="0">
              <a:lnSpc>
                <a:spcPct val="100000"/>
              </a:lnSpc>
              <a:spcBef>
                <a:spcPts val="0"/>
              </a:spcBef>
              <a:buNone/>
              <a:defRPr sz="2800" b="0">
                <a:solidFill>
                  <a:schemeClr val="bg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35" name="Freeform: Shape 34">
            <a:extLst>
              <a:ext uri="{FF2B5EF4-FFF2-40B4-BE49-F238E27FC236}">
                <a16:creationId xmlns:a16="http://schemas.microsoft.com/office/drawing/2014/main" id="{4071DF3E-A139-4B83-B575-BC1867577449}"/>
              </a:ext>
            </a:extLst>
          </p:cNvPr>
          <p:cNvSpPr/>
          <p:nvPr userDrawn="1"/>
        </p:nvSpPr>
        <p:spPr>
          <a:xfrm rot="5400000">
            <a:off x="2486478" y="5543550"/>
            <a:ext cx="1892300" cy="736600"/>
          </a:xfrm>
          <a:custGeom>
            <a:avLst/>
            <a:gdLst>
              <a:gd name="connsiteX0" fmla="*/ 0 w 1892300"/>
              <a:gd name="connsiteY0" fmla="*/ 368300 h 736600"/>
              <a:gd name="connsiteX1" fmla="*/ 368300 w 1892300"/>
              <a:gd name="connsiteY1" fmla="*/ 0 h 736600"/>
              <a:gd name="connsiteX2" fmla="*/ 1892300 w 1892300"/>
              <a:gd name="connsiteY2" fmla="*/ 0 h 736600"/>
              <a:gd name="connsiteX3" fmla="*/ 1892300 w 1892300"/>
              <a:gd name="connsiteY3" fmla="*/ 736600 h 736600"/>
              <a:gd name="connsiteX4" fmla="*/ 368300 w 1892300"/>
              <a:gd name="connsiteY4" fmla="*/ 736600 h 736600"/>
              <a:gd name="connsiteX5" fmla="*/ 0 w 1892300"/>
              <a:gd name="connsiteY5" fmla="*/ 368300 h 73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92300" h="736600">
                <a:moveTo>
                  <a:pt x="0" y="368300"/>
                </a:moveTo>
                <a:cubicBezTo>
                  <a:pt x="0" y="164894"/>
                  <a:pt x="164894" y="0"/>
                  <a:pt x="368300" y="0"/>
                </a:cubicBezTo>
                <a:lnTo>
                  <a:pt x="1892300" y="0"/>
                </a:lnTo>
                <a:lnTo>
                  <a:pt x="1892300" y="736600"/>
                </a:lnTo>
                <a:lnTo>
                  <a:pt x="368300" y="736600"/>
                </a:lnTo>
                <a:cubicBezTo>
                  <a:pt x="164894" y="736600"/>
                  <a:pt x="0" y="571706"/>
                  <a:pt x="0" y="36830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Freeform: Shape 31">
            <a:extLst>
              <a:ext uri="{FF2B5EF4-FFF2-40B4-BE49-F238E27FC236}">
                <a16:creationId xmlns:a16="http://schemas.microsoft.com/office/drawing/2014/main" id="{282668F5-FEFD-49FC-A2DA-9EFBBC585DF3}"/>
              </a:ext>
            </a:extLst>
          </p:cNvPr>
          <p:cNvSpPr/>
          <p:nvPr userDrawn="1"/>
        </p:nvSpPr>
        <p:spPr>
          <a:xfrm rot="5400000">
            <a:off x="6965950" y="730250"/>
            <a:ext cx="2197100" cy="736600"/>
          </a:xfrm>
          <a:custGeom>
            <a:avLst/>
            <a:gdLst>
              <a:gd name="connsiteX0" fmla="*/ 0 w 2197100"/>
              <a:gd name="connsiteY0" fmla="*/ 736600 h 736600"/>
              <a:gd name="connsiteX1" fmla="*/ 0 w 2197100"/>
              <a:gd name="connsiteY1" fmla="*/ 0 h 736600"/>
              <a:gd name="connsiteX2" fmla="*/ 1828800 w 2197100"/>
              <a:gd name="connsiteY2" fmla="*/ 0 h 736600"/>
              <a:gd name="connsiteX3" fmla="*/ 2197100 w 2197100"/>
              <a:gd name="connsiteY3" fmla="*/ 368300 h 736600"/>
              <a:gd name="connsiteX4" fmla="*/ 1828800 w 2197100"/>
              <a:gd name="connsiteY4" fmla="*/ 736600 h 736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7100" h="736600">
                <a:moveTo>
                  <a:pt x="0" y="736600"/>
                </a:moveTo>
                <a:lnTo>
                  <a:pt x="0" y="0"/>
                </a:lnTo>
                <a:lnTo>
                  <a:pt x="1828800" y="0"/>
                </a:lnTo>
                <a:cubicBezTo>
                  <a:pt x="2032206" y="0"/>
                  <a:pt x="2197100" y="164894"/>
                  <a:pt x="2197100" y="368300"/>
                </a:cubicBezTo>
                <a:cubicBezTo>
                  <a:pt x="2197100" y="571706"/>
                  <a:pt x="2032206" y="736600"/>
                  <a:pt x="1828800" y="73660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Text Placeholder 9">
            <a:extLst>
              <a:ext uri="{FF2B5EF4-FFF2-40B4-BE49-F238E27FC236}">
                <a16:creationId xmlns:a16="http://schemas.microsoft.com/office/drawing/2014/main" id="{98ED0577-7CE6-4271-BE86-1FC4E49AD44C}"/>
              </a:ext>
            </a:extLst>
          </p:cNvPr>
          <p:cNvSpPr>
            <a:spLocks noGrp="1"/>
          </p:cNvSpPr>
          <p:nvPr>
            <p:ph type="body" sz="quarter" idx="10" hasCustomPrompt="1"/>
          </p:nvPr>
        </p:nvSpPr>
        <p:spPr>
          <a:xfrm>
            <a:off x="836410" y="609601"/>
            <a:ext cx="1256400" cy="1256400"/>
          </a:xfrm>
        </p:spPr>
        <p:txBody>
          <a:bodyPr anchor="ctr">
            <a:normAutofit/>
          </a:bodyPr>
          <a:lstStyle>
            <a:lvl1pPr algn="ctr">
              <a:lnSpc>
                <a:spcPct val="100000"/>
              </a:lnSpc>
              <a:spcBef>
                <a:spcPts val="0"/>
              </a:spcBef>
              <a:defRPr sz="4400">
                <a:solidFill>
                  <a:schemeClr val="bg1"/>
                </a:solidFill>
              </a:defRPr>
            </a:lvl1pPr>
          </a:lstStyle>
          <a:p>
            <a:pPr lvl="0"/>
            <a:r>
              <a:rPr lang="en-US"/>
              <a:t>##</a:t>
            </a:r>
            <a:endParaRPr lang="en-GB"/>
          </a:p>
        </p:txBody>
      </p:sp>
      <p:sp>
        <p:nvSpPr>
          <p:cNvPr id="43" name="Freeform: Shape 42">
            <a:extLst>
              <a:ext uri="{FF2B5EF4-FFF2-40B4-BE49-F238E27FC236}">
                <a16:creationId xmlns:a16="http://schemas.microsoft.com/office/drawing/2014/main" id="{33C8BA43-3B9B-4D2C-A1CB-6E3CE971B31C}"/>
              </a:ext>
            </a:extLst>
          </p:cNvPr>
          <p:cNvSpPr/>
          <p:nvPr userDrawn="1"/>
        </p:nvSpPr>
        <p:spPr>
          <a:xfrm rot="5400000">
            <a:off x="8648700" y="4013200"/>
            <a:ext cx="4953000" cy="736600"/>
          </a:xfrm>
          <a:custGeom>
            <a:avLst/>
            <a:gdLst>
              <a:gd name="connsiteX0" fmla="*/ 0 w 4953000"/>
              <a:gd name="connsiteY0" fmla="*/ 368300 h 736600"/>
              <a:gd name="connsiteX1" fmla="*/ 368300 w 4953000"/>
              <a:gd name="connsiteY1" fmla="*/ 0 h 736600"/>
              <a:gd name="connsiteX2" fmla="*/ 4953000 w 4953000"/>
              <a:gd name="connsiteY2" fmla="*/ 0 h 736600"/>
              <a:gd name="connsiteX3" fmla="*/ 4953000 w 4953000"/>
              <a:gd name="connsiteY3" fmla="*/ 736600 h 736600"/>
              <a:gd name="connsiteX4" fmla="*/ 368300 w 4953000"/>
              <a:gd name="connsiteY4" fmla="*/ 736600 h 736600"/>
              <a:gd name="connsiteX5" fmla="*/ 0 w 4953000"/>
              <a:gd name="connsiteY5" fmla="*/ 368300 h 73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53000" h="736600">
                <a:moveTo>
                  <a:pt x="0" y="368300"/>
                </a:moveTo>
                <a:cubicBezTo>
                  <a:pt x="0" y="164894"/>
                  <a:pt x="164894" y="0"/>
                  <a:pt x="368300" y="0"/>
                </a:cubicBezTo>
                <a:lnTo>
                  <a:pt x="4953000" y="0"/>
                </a:lnTo>
                <a:lnTo>
                  <a:pt x="4953000" y="736600"/>
                </a:lnTo>
                <a:lnTo>
                  <a:pt x="368300" y="736600"/>
                </a:lnTo>
                <a:cubicBezTo>
                  <a:pt x="164894" y="736600"/>
                  <a:pt x="0" y="571706"/>
                  <a:pt x="0" y="36830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44" name="Group 43">
            <a:extLst>
              <a:ext uri="{FF2B5EF4-FFF2-40B4-BE49-F238E27FC236}">
                <a16:creationId xmlns:a16="http://schemas.microsoft.com/office/drawing/2014/main" id="{0D9CC793-7332-4F1C-9139-C5AADEE66B67}"/>
              </a:ext>
            </a:extLst>
          </p:cNvPr>
          <p:cNvGrpSpPr/>
          <p:nvPr userDrawn="1"/>
        </p:nvGrpSpPr>
        <p:grpSpPr>
          <a:xfrm>
            <a:off x="10817037" y="1965137"/>
            <a:ext cx="617726" cy="617726"/>
            <a:chOff x="10131237" y="1965137"/>
            <a:chExt cx="617726" cy="617726"/>
          </a:xfrm>
        </p:grpSpPr>
        <p:sp>
          <p:nvSpPr>
            <p:cNvPr id="45" name="Oval 44">
              <a:extLst>
                <a:ext uri="{FF2B5EF4-FFF2-40B4-BE49-F238E27FC236}">
                  <a16:creationId xmlns:a16="http://schemas.microsoft.com/office/drawing/2014/main" id="{104B4FF7-1B5E-4389-BBB5-CF129712E3F8}"/>
                </a:ext>
              </a:extLst>
            </p:cNvPr>
            <p:cNvSpPr>
              <a:spLocks noChangeAspect="1"/>
            </p:cNvSpPr>
            <p:nvPr userDrawn="1"/>
          </p:nvSpPr>
          <p:spPr>
            <a:xfrm>
              <a:off x="10131237" y="1965137"/>
              <a:ext cx="617726" cy="61772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grpSp>
          <p:nvGrpSpPr>
            <p:cNvPr id="46" name="Group 45">
              <a:extLst>
                <a:ext uri="{FF2B5EF4-FFF2-40B4-BE49-F238E27FC236}">
                  <a16:creationId xmlns:a16="http://schemas.microsoft.com/office/drawing/2014/main" id="{73DB47BB-4CAB-4613-BD5A-879D595B0618}"/>
                </a:ext>
              </a:extLst>
            </p:cNvPr>
            <p:cNvGrpSpPr/>
            <p:nvPr/>
          </p:nvGrpSpPr>
          <p:grpSpPr>
            <a:xfrm>
              <a:off x="10379250" y="2093262"/>
              <a:ext cx="121701" cy="361477"/>
              <a:chOff x="-12442" y="1663700"/>
              <a:chExt cx="1761630" cy="5232400"/>
            </a:xfrm>
            <a:solidFill>
              <a:schemeClr val="tx2"/>
            </a:solidFill>
          </p:grpSpPr>
          <p:sp>
            <p:nvSpPr>
              <p:cNvPr id="47" name="Freeform 5">
                <a:extLst>
                  <a:ext uri="{FF2B5EF4-FFF2-40B4-BE49-F238E27FC236}">
                    <a16:creationId xmlns:a16="http://schemas.microsoft.com/office/drawing/2014/main" id="{CD97D5F9-8577-4E55-A370-E70B9ED773B1}"/>
                  </a:ext>
                </a:extLst>
              </p:cNvPr>
              <p:cNvSpPr>
                <a:spLocks/>
              </p:cNvSpPr>
              <p:nvPr/>
            </p:nvSpPr>
            <p:spPr bwMode="auto">
              <a:xfrm>
                <a:off x="376188" y="1663700"/>
                <a:ext cx="1373000" cy="1373000"/>
              </a:xfrm>
              <a:custGeom>
                <a:avLst/>
                <a:gdLst>
                  <a:gd name="T0" fmla="*/ 4 w 178"/>
                  <a:gd name="T1" fmla="*/ 80 h 178"/>
                  <a:gd name="T2" fmla="*/ 98 w 178"/>
                  <a:gd name="T3" fmla="*/ 4 h 178"/>
                  <a:gd name="T4" fmla="*/ 173 w 178"/>
                  <a:gd name="T5" fmla="*/ 98 h 178"/>
                  <a:gd name="T6" fmla="*/ 80 w 178"/>
                  <a:gd name="T7" fmla="*/ 173 h 178"/>
                  <a:gd name="T8" fmla="*/ 4 w 178"/>
                  <a:gd name="T9" fmla="*/ 80 h 178"/>
                </a:gdLst>
                <a:ahLst/>
                <a:cxnLst>
                  <a:cxn ang="0">
                    <a:pos x="T0" y="T1"/>
                  </a:cxn>
                  <a:cxn ang="0">
                    <a:pos x="T2" y="T3"/>
                  </a:cxn>
                  <a:cxn ang="0">
                    <a:pos x="T4" y="T5"/>
                  </a:cxn>
                  <a:cxn ang="0">
                    <a:pos x="T6" y="T7"/>
                  </a:cxn>
                  <a:cxn ang="0">
                    <a:pos x="T8" y="T9"/>
                  </a:cxn>
                </a:cxnLst>
                <a:rect l="0" t="0" r="r" b="b"/>
                <a:pathLst>
                  <a:path w="178" h="178">
                    <a:moveTo>
                      <a:pt x="4" y="80"/>
                    </a:moveTo>
                    <a:cubicBezTo>
                      <a:pt x="9" y="33"/>
                      <a:pt x="51" y="0"/>
                      <a:pt x="98" y="4"/>
                    </a:cubicBezTo>
                    <a:cubicBezTo>
                      <a:pt x="144" y="9"/>
                      <a:pt x="178" y="51"/>
                      <a:pt x="173" y="98"/>
                    </a:cubicBezTo>
                    <a:cubicBezTo>
                      <a:pt x="168" y="144"/>
                      <a:pt x="127" y="178"/>
                      <a:pt x="80" y="173"/>
                    </a:cubicBezTo>
                    <a:cubicBezTo>
                      <a:pt x="33" y="168"/>
                      <a:pt x="0" y="127"/>
                      <a:pt x="4" y="80"/>
                    </a:cubicBezTo>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solidFill>
                    <a:schemeClr val="tx1"/>
                  </a:solidFill>
                </a:endParaRPr>
              </a:p>
            </p:txBody>
          </p:sp>
          <p:sp>
            <p:nvSpPr>
              <p:cNvPr id="48" name="Freeform 6">
                <a:extLst>
                  <a:ext uri="{FF2B5EF4-FFF2-40B4-BE49-F238E27FC236}">
                    <a16:creationId xmlns:a16="http://schemas.microsoft.com/office/drawing/2014/main" id="{538CA225-9D4A-41EA-8C13-07EACEF994DC}"/>
                  </a:ext>
                </a:extLst>
              </p:cNvPr>
              <p:cNvSpPr>
                <a:spLocks/>
              </p:cNvSpPr>
              <p:nvPr/>
            </p:nvSpPr>
            <p:spPr bwMode="auto">
              <a:xfrm>
                <a:off x="-12442" y="3340705"/>
                <a:ext cx="1640372" cy="3555395"/>
              </a:xfrm>
              <a:custGeom>
                <a:avLst/>
                <a:gdLst>
                  <a:gd name="T0" fmla="*/ 133 w 436"/>
                  <a:gd name="T1" fmla="*/ 945 h 945"/>
                  <a:gd name="T2" fmla="*/ 133 w 436"/>
                  <a:gd name="T3" fmla="*/ 233 h 945"/>
                  <a:gd name="T4" fmla="*/ 0 w 436"/>
                  <a:gd name="T5" fmla="*/ 233 h 945"/>
                  <a:gd name="T6" fmla="*/ 0 w 436"/>
                  <a:gd name="T7" fmla="*/ 0 h 945"/>
                  <a:gd name="T8" fmla="*/ 436 w 436"/>
                  <a:gd name="T9" fmla="*/ 0 h 945"/>
                  <a:gd name="T10" fmla="*/ 436 w 436"/>
                  <a:gd name="T11" fmla="*/ 945 h 945"/>
                  <a:gd name="T12" fmla="*/ 133 w 436"/>
                  <a:gd name="T13" fmla="*/ 945 h 945"/>
                </a:gdLst>
                <a:ahLst/>
                <a:cxnLst>
                  <a:cxn ang="0">
                    <a:pos x="T0" y="T1"/>
                  </a:cxn>
                  <a:cxn ang="0">
                    <a:pos x="T2" y="T3"/>
                  </a:cxn>
                  <a:cxn ang="0">
                    <a:pos x="T4" y="T5"/>
                  </a:cxn>
                  <a:cxn ang="0">
                    <a:pos x="T6" y="T7"/>
                  </a:cxn>
                  <a:cxn ang="0">
                    <a:pos x="T8" y="T9"/>
                  </a:cxn>
                  <a:cxn ang="0">
                    <a:pos x="T10" y="T11"/>
                  </a:cxn>
                  <a:cxn ang="0">
                    <a:pos x="T12" y="T13"/>
                  </a:cxn>
                </a:cxnLst>
                <a:rect l="0" t="0" r="r" b="b"/>
                <a:pathLst>
                  <a:path w="436" h="945">
                    <a:moveTo>
                      <a:pt x="133" y="945"/>
                    </a:moveTo>
                    <a:lnTo>
                      <a:pt x="133" y="233"/>
                    </a:lnTo>
                    <a:lnTo>
                      <a:pt x="0" y="233"/>
                    </a:lnTo>
                    <a:lnTo>
                      <a:pt x="0" y="0"/>
                    </a:lnTo>
                    <a:lnTo>
                      <a:pt x="436" y="0"/>
                    </a:lnTo>
                    <a:lnTo>
                      <a:pt x="436" y="945"/>
                    </a:lnTo>
                    <a:lnTo>
                      <a:pt x="133" y="94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solidFill>
                    <a:schemeClr val="tx1"/>
                  </a:solidFill>
                </a:endParaRPr>
              </a:p>
            </p:txBody>
          </p:sp>
        </p:grpSp>
      </p:grpSp>
    </p:spTree>
    <p:extLst>
      <p:ext uri="{BB962C8B-B14F-4D97-AF65-F5344CB8AC3E}">
        <p14:creationId xmlns:p14="http://schemas.microsoft.com/office/powerpoint/2010/main" val="19081269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Icon Divider">
    <p:spTree>
      <p:nvGrpSpPr>
        <p:cNvPr id="1" name=""/>
        <p:cNvGrpSpPr/>
        <p:nvPr/>
      </p:nvGrpSpPr>
      <p:grpSpPr>
        <a:xfrm>
          <a:off x="0" y="0"/>
          <a:ext cx="0" cy="0"/>
          <a:chOff x="0" y="0"/>
          <a:chExt cx="0" cy="0"/>
        </a:xfrm>
      </p:grpSpPr>
      <p:pic>
        <p:nvPicPr>
          <p:cNvPr id="28" name="Picture 27" descr="A picture containing outdoor&#10;&#10;Description generated with very high confidence">
            <a:extLst>
              <a:ext uri="{FF2B5EF4-FFF2-40B4-BE49-F238E27FC236}">
                <a16:creationId xmlns:a16="http://schemas.microsoft.com/office/drawing/2014/main" id="{8BDD3F1A-0226-4133-8200-2BFD2994E45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9" name="Rectangle 28">
            <a:extLst>
              <a:ext uri="{FF2B5EF4-FFF2-40B4-BE49-F238E27FC236}">
                <a16:creationId xmlns:a16="http://schemas.microsoft.com/office/drawing/2014/main" id="{2CC44766-F15A-41E7-A5D3-BF025F156C34}"/>
              </a:ext>
            </a:extLst>
          </p:cNvPr>
          <p:cNvSpPr/>
          <p:nvPr userDrawn="1"/>
        </p:nvSpPr>
        <p:spPr>
          <a:xfrm>
            <a:off x="0" y="0"/>
            <a:ext cx="12192000" cy="6857998"/>
          </a:xfrm>
          <a:prstGeom prst="rect">
            <a:avLst/>
          </a:prstGeom>
          <a:solidFill>
            <a:schemeClr val="bg1">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Freeform: Shape 23">
            <a:extLst>
              <a:ext uri="{FF2B5EF4-FFF2-40B4-BE49-F238E27FC236}">
                <a16:creationId xmlns:a16="http://schemas.microsoft.com/office/drawing/2014/main" id="{9D047DD6-73B3-4C28-B429-327937A6303A}"/>
              </a:ext>
            </a:extLst>
          </p:cNvPr>
          <p:cNvSpPr/>
          <p:nvPr userDrawn="1"/>
        </p:nvSpPr>
        <p:spPr>
          <a:xfrm>
            <a:off x="693556" y="493485"/>
            <a:ext cx="1543020" cy="6364515"/>
          </a:xfrm>
          <a:custGeom>
            <a:avLst/>
            <a:gdLst>
              <a:gd name="connsiteX0" fmla="*/ 771510 w 1543020"/>
              <a:gd name="connsiteY0" fmla="*/ 0 h 6364515"/>
              <a:gd name="connsiteX1" fmla="*/ 1543020 w 1543020"/>
              <a:gd name="connsiteY1" fmla="*/ 771510 h 6364515"/>
              <a:gd name="connsiteX2" fmla="*/ 1543020 w 1543020"/>
              <a:gd name="connsiteY2" fmla="*/ 6364515 h 6364515"/>
              <a:gd name="connsiteX3" fmla="*/ 0 w 1543020"/>
              <a:gd name="connsiteY3" fmla="*/ 6364515 h 6364515"/>
              <a:gd name="connsiteX4" fmla="*/ 0 w 1543020"/>
              <a:gd name="connsiteY4" fmla="*/ 771510 h 6364515"/>
              <a:gd name="connsiteX5" fmla="*/ 771510 w 1543020"/>
              <a:gd name="connsiteY5" fmla="*/ 0 h 6364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43020" h="6364515">
                <a:moveTo>
                  <a:pt x="771510" y="0"/>
                </a:moveTo>
                <a:cubicBezTo>
                  <a:pt x="1197603" y="0"/>
                  <a:pt x="1543020" y="345417"/>
                  <a:pt x="1543020" y="771510"/>
                </a:cubicBezTo>
                <a:lnTo>
                  <a:pt x="1543020" y="6364515"/>
                </a:lnTo>
                <a:lnTo>
                  <a:pt x="0" y="6364515"/>
                </a:lnTo>
                <a:lnTo>
                  <a:pt x="0" y="771510"/>
                </a:lnTo>
                <a:cubicBezTo>
                  <a:pt x="0" y="345417"/>
                  <a:pt x="345417" y="0"/>
                  <a:pt x="771510" y="0"/>
                </a:cubicBezTo>
                <a:close/>
              </a:path>
            </a:pathLst>
          </a:cu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Oval 24">
            <a:extLst>
              <a:ext uri="{FF2B5EF4-FFF2-40B4-BE49-F238E27FC236}">
                <a16:creationId xmlns:a16="http://schemas.microsoft.com/office/drawing/2014/main" id="{ADAB6006-8FF0-4ECE-9F3A-911691C7A7B3}"/>
              </a:ext>
            </a:extLst>
          </p:cNvPr>
          <p:cNvSpPr/>
          <p:nvPr userDrawn="1"/>
        </p:nvSpPr>
        <p:spPr>
          <a:xfrm>
            <a:off x="837322" y="609601"/>
            <a:ext cx="1255488" cy="125548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4400" b="1">
              <a:solidFill>
                <a:schemeClr val="bg1"/>
              </a:solidFill>
            </a:endParaRPr>
          </a:p>
        </p:txBody>
      </p:sp>
      <p:sp>
        <p:nvSpPr>
          <p:cNvPr id="2" name="Title 1">
            <a:extLst>
              <a:ext uri="{FF2B5EF4-FFF2-40B4-BE49-F238E27FC236}">
                <a16:creationId xmlns:a16="http://schemas.microsoft.com/office/drawing/2014/main" id="{0B9ADC4A-720F-46B1-98A1-87DAD495DC1B}"/>
              </a:ext>
            </a:extLst>
          </p:cNvPr>
          <p:cNvSpPr>
            <a:spLocks noGrp="1"/>
          </p:cNvSpPr>
          <p:nvPr>
            <p:ph type="title"/>
          </p:nvPr>
        </p:nvSpPr>
        <p:spPr>
          <a:xfrm>
            <a:off x="3048000" y="795338"/>
            <a:ext cx="4229100" cy="2852737"/>
          </a:xfrm>
        </p:spPr>
        <p:txBody>
          <a:bodyPr anchor="b">
            <a:normAutofit/>
          </a:bodyPr>
          <a:lstStyle>
            <a:lvl1pPr>
              <a:defRPr sz="3600" b="1" cap="all" baseline="0">
                <a:solidFill>
                  <a:schemeClr val="tx1"/>
                </a:solidFill>
              </a:defRPr>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6E6739A5-7B29-4322-8DEC-B816DF173FEF}"/>
              </a:ext>
            </a:extLst>
          </p:cNvPr>
          <p:cNvSpPr>
            <a:spLocks noGrp="1"/>
          </p:cNvSpPr>
          <p:nvPr>
            <p:ph type="body" idx="1"/>
          </p:nvPr>
        </p:nvSpPr>
        <p:spPr>
          <a:xfrm>
            <a:off x="3048000" y="3789364"/>
            <a:ext cx="4229100" cy="552450"/>
          </a:xfrm>
        </p:spPr>
        <p:txBody>
          <a:bodyPr anchor="ctr">
            <a:normAutofit/>
          </a:bodyPr>
          <a:lstStyle>
            <a:lvl1pPr marL="0" indent="0">
              <a:lnSpc>
                <a:spcPct val="100000"/>
              </a:lnSpc>
              <a:spcBef>
                <a:spcPts val="0"/>
              </a:spcBef>
              <a:buNone/>
              <a:defRPr sz="2800" b="0">
                <a:solidFill>
                  <a:schemeClr val="bg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35" name="Freeform: Shape 34">
            <a:extLst>
              <a:ext uri="{FF2B5EF4-FFF2-40B4-BE49-F238E27FC236}">
                <a16:creationId xmlns:a16="http://schemas.microsoft.com/office/drawing/2014/main" id="{4071DF3E-A139-4B83-B575-BC1867577449}"/>
              </a:ext>
            </a:extLst>
          </p:cNvPr>
          <p:cNvSpPr/>
          <p:nvPr userDrawn="1"/>
        </p:nvSpPr>
        <p:spPr>
          <a:xfrm rot="5400000">
            <a:off x="2486478" y="5543550"/>
            <a:ext cx="1892300" cy="736600"/>
          </a:xfrm>
          <a:custGeom>
            <a:avLst/>
            <a:gdLst>
              <a:gd name="connsiteX0" fmla="*/ 0 w 1892300"/>
              <a:gd name="connsiteY0" fmla="*/ 368300 h 736600"/>
              <a:gd name="connsiteX1" fmla="*/ 368300 w 1892300"/>
              <a:gd name="connsiteY1" fmla="*/ 0 h 736600"/>
              <a:gd name="connsiteX2" fmla="*/ 1892300 w 1892300"/>
              <a:gd name="connsiteY2" fmla="*/ 0 h 736600"/>
              <a:gd name="connsiteX3" fmla="*/ 1892300 w 1892300"/>
              <a:gd name="connsiteY3" fmla="*/ 736600 h 736600"/>
              <a:gd name="connsiteX4" fmla="*/ 368300 w 1892300"/>
              <a:gd name="connsiteY4" fmla="*/ 736600 h 736600"/>
              <a:gd name="connsiteX5" fmla="*/ 0 w 1892300"/>
              <a:gd name="connsiteY5" fmla="*/ 368300 h 73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92300" h="736600">
                <a:moveTo>
                  <a:pt x="0" y="368300"/>
                </a:moveTo>
                <a:cubicBezTo>
                  <a:pt x="0" y="164894"/>
                  <a:pt x="164894" y="0"/>
                  <a:pt x="368300" y="0"/>
                </a:cubicBezTo>
                <a:lnTo>
                  <a:pt x="1892300" y="0"/>
                </a:lnTo>
                <a:lnTo>
                  <a:pt x="1892300" y="736600"/>
                </a:lnTo>
                <a:lnTo>
                  <a:pt x="368300" y="736600"/>
                </a:lnTo>
                <a:cubicBezTo>
                  <a:pt x="164894" y="736600"/>
                  <a:pt x="0" y="571706"/>
                  <a:pt x="0" y="36830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Freeform: Shape 31">
            <a:extLst>
              <a:ext uri="{FF2B5EF4-FFF2-40B4-BE49-F238E27FC236}">
                <a16:creationId xmlns:a16="http://schemas.microsoft.com/office/drawing/2014/main" id="{282668F5-FEFD-49FC-A2DA-9EFBBC585DF3}"/>
              </a:ext>
            </a:extLst>
          </p:cNvPr>
          <p:cNvSpPr/>
          <p:nvPr userDrawn="1"/>
        </p:nvSpPr>
        <p:spPr>
          <a:xfrm rot="5400000">
            <a:off x="6965950" y="730250"/>
            <a:ext cx="2197100" cy="736600"/>
          </a:xfrm>
          <a:custGeom>
            <a:avLst/>
            <a:gdLst>
              <a:gd name="connsiteX0" fmla="*/ 0 w 2197100"/>
              <a:gd name="connsiteY0" fmla="*/ 736600 h 736600"/>
              <a:gd name="connsiteX1" fmla="*/ 0 w 2197100"/>
              <a:gd name="connsiteY1" fmla="*/ 0 h 736600"/>
              <a:gd name="connsiteX2" fmla="*/ 1828800 w 2197100"/>
              <a:gd name="connsiteY2" fmla="*/ 0 h 736600"/>
              <a:gd name="connsiteX3" fmla="*/ 2197100 w 2197100"/>
              <a:gd name="connsiteY3" fmla="*/ 368300 h 736600"/>
              <a:gd name="connsiteX4" fmla="*/ 1828800 w 2197100"/>
              <a:gd name="connsiteY4" fmla="*/ 736600 h 736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7100" h="736600">
                <a:moveTo>
                  <a:pt x="0" y="736600"/>
                </a:moveTo>
                <a:lnTo>
                  <a:pt x="0" y="0"/>
                </a:lnTo>
                <a:lnTo>
                  <a:pt x="1828800" y="0"/>
                </a:lnTo>
                <a:cubicBezTo>
                  <a:pt x="2032206" y="0"/>
                  <a:pt x="2197100" y="164894"/>
                  <a:pt x="2197100" y="368300"/>
                </a:cubicBezTo>
                <a:cubicBezTo>
                  <a:pt x="2197100" y="571706"/>
                  <a:pt x="2032206" y="736600"/>
                  <a:pt x="1828800" y="73660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Freeform: Shape 42">
            <a:extLst>
              <a:ext uri="{FF2B5EF4-FFF2-40B4-BE49-F238E27FC236}">
                <a16:creationId xmlns:a16="http://schemas.microsoft.com/office/drawing/2014/main" id="{33C8BA43-3B9B-4D2C-A1CB-6E3CE971B31C}"/>
              </a:ext>
            </a:extLst>
          </p:cNvPr>
          <p:cNvSpPr/>
          <p:nvPr userDrawn="1"/>
        </p:nvSpPr>
        <p:spPr>
          <a:xfrm rot="5400000">
            <a:off x="8648700" y="4013200"/>
            <a:ext cx="4953000" cy="736600"/>
          </a:xfrm>
          <a:custGeom>
            <a:avLst/>
            <a:gdLst>
              <a:gd name="connsiteX0" fmla="*/ 0 w 4953000"/>
              <a:gd name="connsiteY0" fmla="*/ 368300 h 736600"/>
              <a:gd name="connsiteX1" fmla="*/ 368300 w 4953000"/>
              <a:gd name="connsiteY1" fmla="*/ 0 h 736600"/>
              <a:gd name="connsiteX2" fmla="*/ 4953000 w 4953000"/>
              <a:gd name="connsiteY2" fmla="*/ 0 h 736600"/>
              <a:gd name="connsiteX3" fmla="*/ 4953000 w 4953000"/>
              <a:gd name="connsiteY3" fmla="*/ 736600 h 736600"/>
              <a:gd name="connsiteX4" fmla="*/ 368300 w 4953000"/>
              <a:gd name="connsiteY4" fmla="*/ 736600 h 736600"/>
              <a:gd name="connsiteX5" fmla="*/ 0 w 4953000"/>
              <a:gd name="connsiteY5" fmla="*/ 368300 h 73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53000" h="736600">
                <a:moveTo>
                  <a:pt x="0" y="368300"/>
                </a:moveTo>
                <a:cubicBezTo>
                  <a:pt x="0" y="164894"/>
                  <a:pt x="164894" y="0"/>
                  <a:pt x="368300" y="0"/>
                </a:cubicBezTo>
                <a:lnTo>
                  <a:pt x="4953000" y="0"/>
                </a:lnTo>
                <a:lnTo>
                  <a:pt x="4953000" y="736600"/>
                </a:lnTo>
                <a:lnTo>
                  <a:pt x="368300" y="736600"/>
                </a:lnTo>
                <a:cubicBezTo>
                  <a:pt x="164894" y="736600"/>
                  <a:pt x="0" y="571706"/>
                  <a:pt x="0" y="36830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44" name="Group 43">
            <a:extLst>
              <a:ext uri="{FF2B5EF4-FFF2-40B4-BE49-F238E27FC236}">
                <a16:creationId xmlns:a16="http://schemas.microsoft.com/office/drawing/2014/main" id="{0D9CC793-7332-4F1C-9139-C5AADEE66B67}"/>
              </a:ext>
            </a:extLst>
          </p:cNvPr>
          <p:cNvGrpSpPr/>
          <p:nvPr userDrawn="1"/>
        </p:nvGrpSpPr>
        <p:grpSpPr>
          <a:xfrm>
            <a:off x="10817037" y="1965137"/>
            <a:ext cx="617726" cy="617726"/>
            <a:chOff x="10131237" y="1965137"/>
            <a:chExt cx="617726" cy="617726"/>
          </a:xfrm>
        </p:grpSpPr>
        <p:sp>
          <p:nvSpPr>
            <p:cNvPr id="45" name="Oval 44">
              <a:extLst>
                <a:ext uri="{FF2B5EF4-FFF2-40B4-BE49-F238E27FC236}">
                  <a16:creationId xmlns:a16="http://schemas.microsoft.com/office/drawing/2014/main" id="{104B4FF7-1B5E-4389-BBB5-CF129712E3F8}"/>
                </a:ext>
              </a:extLst>
            </p:cNvPr>
            <p:cNvSpPr>
              <a:spLocks noChangeAspect="1"/>
            </p:cNvSpPr>
            <p:nvPr userDrawn="1"/>
          </p:nvSpPr>
          <p:spPr>
            <a:xfrm>
              <a:off x="10131237" y="1965137"/>
              <a:ext cx="617726" cy="61772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grpSp>
          <p:nvGrpSpPr>
            <p:cNvPr id="46" name="Group 45">
              <a:extLst>
                <a:ext uri="{FF2B5EF4-FFF2-40B4-BE49-F238E27FC236}">
                  <a16:creationId xmlns:a16="http://schemas.microsoft.com/office/drawing/2014/main" id="{73DB47BB-4CAB-4613-BD5A-879D595B0618}"/>
                </a:ext>
              </a:extLst>
            </p:cNvPr>
            <p:cNvGrpSpPr/>
            <p:nvPr/>
          </p:nvGrpSpPr>
          <p:grpSpPr>
            <a:xfrm>
              <a:off x="10379250" y="2093262"/>
              <a:ext cx="121701" cy="361477"/>
              <a:chOff x="-12442" y="1663700"/>
              <a:chExt cx="1761630" cy="5232400"/>
            </a:xfrm>
            <a:solidFill>
              <a:schemeClr val="tx2"/>
            </a:solidFill>
          </p:grpSpPr>
          <p:sp>
            <p:nvSpPr>
              <p:cNvPr id="47" name="Freeform 5">
                <a:extLst>
                  <a:ext uri="{FF2B5EF4-FFF2-40B4-BE49-F238E27FC236}">
                    <a16:creationId xmlns:a16="http://schemas.microsoft.com/office/drawing/2014/main" id="{CD97D5F9-8577-4E55-A370-E70B9ED773B1}"/>
                  </a:ext>
                </a:extLst>
              </p:cNvPr>
              <p:cNvSpPr>
                <a:spLocks/>
              </p:cNvSpPr>
              <p:nvPr/>
            </p:nvSpPr>
            <p:spPr bwMode="auto">
              <a:xfrm>
                <a:off x="376188" y="1663700"/>
                <a:ext cx="1373000" cy="1373000"/>
              </a:xfrm>
              <a:custGeom>
                <a:avLst/>
                <a:gdLst>
                  <a:gd name="T0" fmla="*/ 4 w 178"/>
                  <a:gd name="T1" fmla="*/ 80 h 178"/>
                  <a:gd name="T2" fmla="*/ 98 w 178"/>
                  <a:gd name="T3" fmla="*/ 4 h 178"/>
                  <a:gd name="T4" fmla="*/ 173 w 178"/>
                  <a:gd name="T5" fmla="*/ 98 h 178"/>
                  <a:gd name="T6" fmla="*/ 80 w 178"/>
                  <a:gd name="T7" fmla="*/ 173 h 178"/>
                  <a:gd name="T8" fmla="*/ 4 w 178"/>
                  <a:gd name="T9" fmla="*/ 80 h 178"/>
                </a:gdLst>
                <a:ahLst/>
                <a:cxnLst>
                  <a:cxn ang="0">
                    <a:pos x="T0" y="T1"/>
                  </a:cxn>
                  <a:cxn ang="0">
                    <a:pos x="T2" y="T3"/>
                  </a:cxn>
                  <a:cxn ang="0">
                    <a:pos x="T4" y="T5"/>
                  </a:cxn>
                  <a:cxn ang="0">
                    <a:pos x="T6" y="T7"/>
                  </a:cxn>
                  <a:cxn ang="0">
                    <a:pos x="T8" y="T9"/>
                  </a:cxn>
                </a:cxnLst>
                <a:rect l="0" t="0" r="r" b="b"/>
                <a:pathLst>
                  <a:path w="178" h="178">
                    <a:moveTo>
                      <a:pt x="4" y="80"/>
                    </a:moveTo>
                    <a:cubicBezTo>
                      <a:pt x="9" y="33"/>
                      <a:pt x="51" y="0"/>
                      <a:pt x="98" y="4"/>
                    </a:cubicBezTo>
                    <a:cubicBezTo>
                      <a:pt x="144" y="9"/>
                      <a:pt x="178" y="51"/>
                      <a:pt x="173" y="98"/>
                    </a:cubicBezTo>
                    <a:cubicBezTo>
                      <a:pt x="168" y="144"/>
                      <a:pt x="127" y="178"/>
                      <a:pt x="80" y="173"/>
                    </a:cubicBezTo>
                    <a:cubicBezTo>
                      <a:pt x="33" y="168"/>
                      <a:pt x="0" y="127"/>
                      <a:pt x="4" y="80"/>
                    </a:cubicBezTo>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solidFill>
                    <a:schemeClr val="tx1"/>
                  </a:solidFill>
                </a:endParaRPr>
              </a:p>
            </p:txBody>
          </p:sp>
          <p:sp>
            <p:nvSpPr>
              <p:cNvPr id="48" name="Freeform 6">
                <a:extLst>
                  <a:ext uri="{FF2B5EF4-FFF2-40B4-BE49-F238E27FC236}">
                    <a16:creationId xmlns:a16="http://schemas.microsoft.com/office/drawing/2014/main" id="{538CA225-9D4A-41EA-8C13-07EACEF994DC}"/>
                  </a:ext>
                </a:extLst>
              </p:cNvPr>
              <p:cNvSpPr>
                <a:spLocks/>
              </p:cNvSpPr>
              <p:nvPr/>
            </p:nvSpPr>
            <p:spPr bwMode="auto">
              <a:xfrm>
                <a:off x="-12442" y="3340705"/>
                <a:ext cx="1640372" cy="3555395"/>
              </a:xfrm>
              <a:custGeom>
                <a:avLst/>
                <a:gdLst>
                  <a:gd name="T0" fmla="*/ 133 w 436"/>
                  <a:gd name="T1" fmla="*/ 945 h 945"/>
                  <a:gd name="T2" fmla="*/ 133 w 436"/>
                  <a:gd name="T3" fmla="*/ 233 h 945"/>
                  <a:gd name="T4" fmla="*/ 0 w 436"/>
                  <a:gd name="T5" fmla="*/ 233 h 945"/>
                  <a:gd name="T6" fmla="*/ 0 w 436"/>
                  <a:gd name="T7" fmla="*/ 0 h 945"/>
                  <a:gd name="T8" fmla="*/ 436 w 436"/>
                  <a:gd name="T9" fmla="*/ 0 h 945"/>
                  <a:gd name="T10" fmla="*/ 436 w 436"/>
                  <a:gd name="T11" fmla="*/ 945 h 945"/>
                  <a:gd name="T12" fmla="*/ 133 w 436"/>
                  <a:gd name="T13" fmla="*/ 945 h 945"/>
                </a:gdLst>
                <a:ahLst/>
                <a:cxnLst>
                  <a:cxn ang="0">
                    <a:pos x="T0" y="T1"/>
                  </a:cxn>
                  <a:cxn ang="0">
                    <a:pos x="T2" y="T3"/>
                  </a:cxn>
                  <a:cxn ang="0">
                    <a:pos x="T4" y="T5"/>
                  </a:cxn>
                  <a:cxn ang="0">
                    <a:pos x="T6" y="T7"/>
                  </a:cxn>
                  <a:cxn ang="0">
                    <a:pos x="T8" y="T9"/>
                  </a:cxn>
                  <a:cxn ang="0">
                    <a:pos x="T10" y="T11"/>
                  </a:cxn>
                  <a:cxn ang="0">
                    <a:pos x="T12" y="T13"/>
                  </a:cxn>
                </a:cxnLst>
                <a:rect l="0" t="0" r="r" b="b"/>
                <a:pathLst>
                  <a:path w="436" h="945">
                    <a:moveTo>
                      <a:pt x="133" y="945"/>
                    </a:moveTo>
                    <a:lnTo>
                      <a:pt x="133" y="233"/>
                    </a:lnTo>
                    <a:lnTo>
                      <a:pt x="0" y="233"/>
                    </a:lnTo>
                    <a:lnTo>
                      <a:pt x="0" y="0"/>
                    </a:lnTo>
                    <a:lnTo>
                      <a:pt x="436" y="0"/>
                    </a:lnTo>
                    <a:lnTo>
                      <a:pt x="436" y="945"/>
                    </a:lnTo>
                    <a:lnTo>
                      <a:pt x="133" y="94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solidFill>
                    <a:schemeClr val="tx1"/>
                  </a:solidFill>
                </a:endParaRPr>
              </a:p>
            </p:txBody>
          </p:sp>
        </p:grpSp>
      </p:grpSp>
      <p:pic>
        <p:nvPicPr>
          <p:cNvPr id="5" name="Picture 4">
            <a:extLst>
              <a:ext uri="{FF2B5EF4-FFF2-40B4-BE49-F238E27FC236}">
                <a16:creationId xmlns:a16="http://schemas.microsoft.com/office/drawing/2014/main" id="{A8B1BCA3-CCE8-4A84-805D-D08185020EA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rot="10800000" flipH="1" flipV="1">
            <a:off x="1007064" y="782424"/>
            <a:ext cx="912921" cy="912921"/>
          </a:xfrm>
          <a:prstGeom prst="rect">
            <a:avLst/>
          </a:prstGeom>
        </p:spPr>
      </p:pic>
    </p:spTree>
    <p:extLst>
      <p:ext uri="{BB962C8B-B14F-4D97-AF65-F5344CB8AC3E}">
        <p14:creationId xmlns:p14="http://schemas.microsoft.com/office/powerpoint/2010/main" val="38924613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
    <p:spTree>
      <p:nvGrpSpPr>
        <p:cNvPr id="1" name=""/>
        <p:cNvGrpSpPr/>
        <p:nvPr/>
      </p:nvGrpSpPr>
      <p:grpSpPr>
        <a:xfrm>
          <a:off x="0" y="0"/>
          <a:ext cx="0" cy="0"/>
          <a:chOff x="0" y="0"/>
          <a:chExt cx="0" cy="0"/>
        </a:xfrm>
      </p:grpSpPr>
      <p:pic>
        <p:nvPicPr>
          <p:cNvPr id="4" name="Picture 3" descr="A picture containing building, outdoor, sky&#10;&#10;Description generated with high confidence">
            <a:extLst>
              <a:ext uri="{FF2B5EF4-FFF2-40B4-BE49-F238E27FC236}">
                <a16:creationId xmlns:a16="http://schemas.microsoft.com/office/drawing/2014/main" id="{C1DF82AB-AF7D-4639-9012-DE1C56D96EF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95979"/>
          <a:stretch/>
        </p:blipFill>
        <p:spPr>
          <a:xfrm>
            <a:off x="0" y="6582228"/>
            <a:ext cx="12192000" cy="275771"/>
          </a:xfrm>
          <a:prstGeom prst="rect">
            <a:avLst/>
          </a:prstGeom>
        </p:spPr>
      </p:pic>
      <p:sp>
        <p:nvSpPr>
          <p:cNvPr id="9" name="Rectangle 8">
            <a:extLst>
              <a:ext uri="{FF2B5EF4-FFF2-40B4-BE49-F238E27FC236}">
                <a16:creationId xmlns:a16="http://schemas.microsoft.com/office/drawing/2014/main" id="{1374559E-AE65-4C9B-AAD3-CC94FB7F013C}"/>
              </a:ext>
            </a:extLst>
          </p:cNvPr>
          <p:cNvSpPr/>
          <p:nvPr userDrawn="1"/>
        </p:nvSpPr>
        <p:spPr>
          <a:xfrm>
            <a:off x="0" y="6582228"/>
            <a:ext cx="12192000" cy="275772"/>
          </a:xfrm>
          <a:prstGeom prst="rect">
            <a:avLst/>
          </a:prstGeom>
          <a:solidFill>
            <a:schemeClr val="bg1">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Content Placeholder 2">
            <a:extLst>
              <a:ext uri="{FF2B5EF4-FFF2-40B4-BE49-F238E27FC236}">
                <a16:creationId xmlns:a16="http://schemas.microsoft.com/office/drawing/2014/main" id="{08952E4C-D196-4C84-9515-57E479D2EFA4}"/>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lide Number Placeholder 5">
            <a:extLst>
              <a:ext uri="{FF2B5EF4-FFF2-40B4-BE49-F238E27FC236}">
                <a16:creationId xmlns:a16="http://schemas.microsoft.com/office/drawing/2014/main" id="{B6F85792-A727-402C-807C-EA609F45C62D}"/>
              </a:ext>
            </a:extLst>
          </p:cNvPr>
          <p:cNvSpPr>
            <a:spLocks noGrp="1"/>
          </p:cNvSpPr>
          <p:nvPr>
            <p:ph type="sldNum" sz="quarter" idx="12"/>
          </p:nvPr>
        </p:nvSpPr>
        <p:spPr/>
        <p:txBody>
          <a:bodyPr/>
          <a:lstStyle/>
          <a:p>
            <a:fld id="{FAEEC637-5006-4E50-A83C-29CEB747C05F}" type="slidenum">
              <a:rPr lang="en-GB" smtClean="0"/>
              <a:t>‹#›</a:t>
            </a:fld>
            <a:endParaRPr lang="en-GB"/>
          </a:p>
        </p:txBody>
      </p:sp>
      <p:sp>
        <p:nvSpPr>
          <p:cNvPr id="28" name="Title 27">
            <a:extLst>
              <a:ext uri="{FF2B5EF4-FFF2-40B4-BE49-F238E27FC236}">
                <a16:creationId xmlns:a16="http://schemas.microsoft.com/office/drawing/2014/main" id="{D7DE24CA-30C6-4AD5-9799-CF97131D6364}"/>
              </a:ext>
            </a:extLst>
          </p:cNvPr>
          <p:cNvSpPr>
            <a:spLocks noGrp="1"/>
          </p:cNvSpPr>
          <p:nvPr>
            <p:ph type="title"/>
          </p:nvPr>
        </p:nvSpPr>
        <p:spPr/>
        <p:txBody>
          <a:bodyPr/>
          <a:lstStyle/>
          <a:p>
            <a:r>
              <a:rPr lang="en-US"/>
              <a:t>Click to edit Master title style</a:t>
            </a:r>
            <a:endParaRPr lang="en-GB"/>
          </a:p>
        </p:txBody>
      </p:sp>
      <p:sp>
        <p:nvSpPr>
          <p:cNvPr id="5" name="Footer Placeholder 4">
            <a:extLst>
              <a:ext uri="{FF2B5EF4-FFF2-40B4-BE49-F238E27FC236}">
                <a16:creationId xmlns:a16="http://schemas.microsoft.com/office/drawing/2014/main" id="{D7A77A6D-683B-4BDB-A6A4-E320FBD7F851}"/>
              </a:ext>
            </a:extLst>
          </p:cNvPr>
          <p:cNvSpPr>
            <a:spLocks noGrp="1"/>
          </p:cNvSpPr>
          <p:nvPr>
            <p:ph type="ftr" sz="quarter" idx="11"/>
          </p:nvPr>
        </p:nvSpPr>
        <p:spPr/>
        <p:txBody>
          <a:bodyPr/>
          <a:lstStyle/>
          <a:p>
            <a:r>
              <a:rPr lang="en-US"/>
              <a:t>Go to Insert &gt; Header &amp; Footer to edit footer text</a:t>
            </a:r>
            <a:endParaRPr lang="en-GB"/>
          </a:p>
        </p:txBody>
      </p:sp>
    </p:spTree>
    <p:extLst>
      <p:ext uri="{BB962C8B-B14F-4D97-AF65-F5344CB8AC3E}">
        <p14:creationId xmlns:p14="http://schemas.microsoft.com/office/powerpoint/2010/main" val="39783450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BD2A9174-AE62-4C39-A3DA-08D2294098A4}"/>
              </a:ext>
            </a:extLst>
          </p:cNvPr>
          <p:cNvSpPr>
            <a:spLocks noGrp="1"/>
          </p:cNvSpPr>
          <p:nvPr>
            <p:ph type="ftr" sz="quarter" idx="11"/>
          </p:nvPr>
        </p:nvSpPr>
        <p:spPr/>
        <p:txBody>
          <a:bodyPr/>
          <a:lstStyle/>
          <a:p>
            <a:r>
              <a:rPr lang="en-US"/>
              <a:t>Go to Insert &gt; Header &amp; Footer to edit footer text</a:t>
            </a:r>
            <a:endParaRPr lang="en-GB"/>
          </a:p>
        </p:txBody>
      </p:sp>
      <p:sp>
        <p:nvSpPr>
          <p:cNvPr id="7" name="Slide Number Placeholder 6">
            <a:extLst>
              <a:ext uri="{FF2B5EF4-FFF2-40B4-BE49-F238E27FC236}">
                <a16:creationId xmlns:a16="http://schemas.microsoft.com/office/drawing/2014/main" id="{B8EF8DD2-D12D-4F33-B472-AA51ABC12719}"/>
              </a:ext>
            </a:extLst>
          </p:cNvPr>
          <p:cNvSpPr>
            <a:spLocks noGrp="1"/>
          </p:cNvSpPr>
          <p:nvPr>
            <p:ph type="sldNum" sz="quarter" idx="12"/>
          </p:nvPr>
        </p:nvSpPr>
        <p:spPr/>
        <p:txBody>
          <a:bodyPr/>
          <a:lstStyle/>
          <a:p>
            <a:fld id="{FAEEC637-5006-4E50-A83C-29CEB747C05F}" type="slidenum">
              <a:rPr lang="en-GB" smtClean="0"/>
              <a:t>‹#›</a:t>
            </a:fld>
            <a:endParaRPr lang="en-GB"/>
          </a:p>
        </p:txBody>
      </p:sp>
      <p:sp>
        <p:nvSpPr>
          <p:cNvPr id="14" name="Title 13">
            <a:extLst>
              <a:ext uri="{FF2B5EF4-FFF2-40B4-BE49-F238E27FC236}">
                <a16:creationId xmlns:a16="http://schemas.microsoft.com/office/drawing/2014/main" id="{B87D5249-2480-44E9-9FEE-825E44639A83}"/>
              </a:ext>
            </a:extLst>
          </p:cNvPr>
          <p:cNvSpPr>
            <a:spLocks noGrp="1"/>
          </p:cNvSpPr>
          <p:nvPr>
            <p:ph type="title"/>
          </p:nvPr>
        </p:nvSpPr>
        <p:spPr>
          <a:xfrm>
            <a:off x="710381" y="275771"/>
            <a:ext cx="10783118" cy="1085172"/>
          </a:xfrm>
        </p:spPr>
        <p:txBody>
          <a:bodyPr/>
          <a:lstStyle/>
          <a:p>
            <a:r>
              <a:rPr lang="en-US"/>
              <a:t>Click to edit Master title style</a:t>
            </a:r>
            <a:endParaRPr lang="en-GB"/>
          </a:p>
        </p:txBody>
      </p:sp>
      <p:sp>
        <p:nvSpPr>
          <p:cNvPr id="16" name="Content Placeholder 15">
            <a:extLst>
              <a:ext uri="{FF2B5EF4-FFF2-40B4-BE49-F238E27FC236}">
                <a16:creationId xmlns:a16="http://schemas.microsoft.com/office/drawing/2014/main" id="{4A8F2D77-441F-48B4-A821-351780FDE8D5}"/>
              </a:ext>
            </a:extLst>
          </p:cNvPr>
          <p:cNvSpPr>
            <a:spLocks noGrp="1"/>
          </p:cNvSpPr>
          <p:nvPr>
            <p:ph sz="quarter" idx="15"/>
          </p:nvPr>
        </p:nvSpPr>
        <p:spPr>
          <a:xfrm>
            <a:off x="710381" y="1748712"/>
            <a:ext cx="5119687" cy="41767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7" name="Content Placeholder 15">
            <a:extLst>
              <a:ext uri="{FF2B5EF4-FFF2-40B4-BE49-F238E27FC236}">
                <a16:creationId xmlns:a16="http://schemas.microsoft.com/office/drawing/2014/main" id="{CD68D76E-AFF8-4B02-BAA9-0FED28F1004D}"/>
              </a:ext>
            </a:extLst>
          </p:cNvPr>
          <p:cNvSpPr>
            <a:spLocks noGrp="1"/>
          </p:cNvSpPr>
          <p:nvPr>
            <p:ph sz="quarter" idx="16"/>
          </p:nvPr>
        </p:nvSpPr>
        <p:spPr>
          <a:xfrm>
            <a:off x="6373812" y="1748712"/>
            <a:ext cx="5119687" cy="41767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8" name="Picture 7" descr="A picture containing building, outdoor, sky&#10;&#10;Description generated with high confidence">
            <a:extLst>
              <a:ext uri="{FF2B5EF4-FFF2-40B4-BE49-F238E27FC236}">
                <a16:creationId xmlns:a16="http://schemas.microsoft.com/office/drawing/2014/main" id="{B9C24068-C1A2-477D-9F25-18C90AF8F224}"/>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95979"/>
          <a:stretch/>
        </p:blipFill>
        <p:spPr>
          <a:xfrm>
            <a:off x="0" y="6582228"/>
            <a:ext cx="12192000" cy="275771"/>
          </a:xfrm>
          <a:prstGeom prst="rect">
            <a:avLst/>
          </a:prstGeom>
        </p:spPr>
      </p:pic>
      <p:sp>
        <p:nvSpPr>
          <p:cNvPr id="9" name="Rectangle 8">
            <a:extLst>
              <a:ext uri="{FF2B5EF4-FFF2-40B4-BE49-F238E27FC236}">
                <a16:creationId xmlns:a16="http://schemas.microsoft.com/office/drawing/2014/main" id="{7175C9FE-EA62-4AA9-AE88-39A9966CA189}"/>
              </a:ext>
            </a:extLst>
          </p:cNvPr>
          <p:cNvSpPr/>
          <p:nvPr userDrawn="1"/>
        </p:nvSpPr>
        <p:spPr>
          <a:xfrm>
            <a:off x="0" y="6582228"/>
            <a:ext cx="12192000" cy="275772"/>
          </a:xfrm>
          <a:prstGeom prst="rect">
            <a:avLst/>
          </a:prstGeom>
          <a:solidFill>
            <a:schemeClr val="bg1">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710947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BD2A9174-AE62-4C39-A3DA-08D2294098A4}"/>
              </a:ext>
            </a:extLst>
          </p:cNvPr>
          <p:cNvSpPr>
            <a:spLocks noGrp="1"/>
          </p:cNvSpPr>
          <p:nvPr>
            <p:ph type="ftr" sz="quarter" idx="11"/>
          </p:nvPr>
        </p:nvSpPr>
        <p:spPr/>
        <p:txBody>
          <a:bodyPr/>
          <a:lstStyle/>
          <a:p>
            <a:r>
              <a:rPr lang="en-US"/>
              <a:t>Go to Insert &gt; Header &amp; Footer to edit footer text</a:t>
            </a:r>
            <a:endParaRPr lang="en-GB"/>
          </a:p>
        </p:txBody>
      </p:sp>
      <p:sp>
        <p:nvSpPr>
          <p:cNvPr id="7" name="Slide Number Placeholder 6">
            <a:extLst>
              <a:ext uri="{FF2B5EF4-FFF2-40B4-BE49-F238E27FC236}">
                <a16:creationId xmlns:a16="http://schemas.microsoft.com/office/drawing/2014/main" id="{B8EF8DD2-D12D-4F33-B472-AA51ABC12719}"/>
              </a:ext>
            </a:extLst>
          </p:cNvPr>
          <p:cNvSpPr>
            <a:spLocks noGrp="1"/>
          </p:cNvSpPr>
          <p:nvPr>
            <p:ph type="sldNum" sz="quarter" idx="12"/>
          </p:nvPr>
        </p:nvSpPr>
        <p:spPr/>
        <p:txBody>
          <a:bodyPr/>
          <a:lstStyle/>
          <a:p>
            <a:fld id="{FAEEC637-5006-4E50-A83C-29CEB747C05F}" type="slidenum">
              <a:rPr lang="en-GB" smtClean="0"/>
              <a:t>‹#›</a:t>
            </a:fld>
            <a:endParaRPr lang="en-GB"/>
          </a:p>
        </p:txBody>
      </p:sp>
      <p:sp>
        <p:nvSpPr>
          <p:cNvPr id="3" name="Title 2">
            <a:extLst>
              <a:ext uri="{FF2B5EF4-FFF2-40B4-BE49-F238E27FC236}">
                <a16:creationId xmlns:a16="http://schemas.microsoft.com/office/drawing/2014/main" id="{550994A2-FF53-473B-9518-B935E654BB62}"/>
              </a:ext>
            </a:extLst>
          </p:cNvPr>
          <p:cNvSpPr>
            <a:spLocks noGrp="1"/>
          </p:cNvSpPr>
          <p:nvPr>
            <p:ph type="title"/>
          </p:nvPr>
        </p:nvSpPr>
        <p:spPr>
          <a:xfrm>
            <a:off x="710381" y="275771"/>
            <a:ext cx="10783118" cy="1085172"/>
          </a:xfrm>
        </p:spPr>
        <p:txBody>
          <a:bodyPr/>
          <a:lstStyle/>
          <a:p>
            <a:r>
              <a:rPr lang="en-US"/>
              <a:t>Click to edit Master title style</a:t>
            </a:r>
            <a:endParaRPr lang="en-GB"/>
          </a:p>
        </p:txBody>
      </p:sp>
      <p:sp>
        <p:nvSpPr>
          <p:cNvPr id="17" name="Content Placeholder 15">
            <a:extLst>
              <a:ext uri="{FF2B5EF4-FFF2-40B4-BE49-F238E27FC236}">
                <a16:creationId xmlns:a16="http://schemas.microsoft.com/office/drawing/2014/main" id="{5FF0F91E-87EA-4199-AA93-F4252B351E92}"/>
              </a:ext>
            </a:extLst>
          </p:cNvPr>
          <p:cNvSpPr>
            <a:spLocks noGrp="1"/>
          </p:cNvSpPr>
          <p:nvPr>
            <p:ph sz="quarter" idx="16"/>
          </p:nvPr>
        </p:nvSpPr>
        <p:spPr>
          <a:xfrm>
            <a:off x="710381" y="1748712"/>
            <a:ext cx="3257073" cy="41767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Content Placeholder 15">
            <a:extLst>
              <a:ext uri="{FF2B5EF4-FFF2-40B4-BE49-F238E27FC236}">
                <a16:creationId xmlns:a16="http://schemas.microsoft.com/office/drawing/2014/main" id="{C1F72E16-6A8E-4447-87BA-003C5FA15F5A}"/>
              </a:ext>
            </a:extLst>
          </p:cNvPr>
          <p:cNvSpPr>
            <a:spLocks noGrp="1"/>
          </p:cNvSpPr>
          <p:nvPr>
            <p:ph sz="quarter" idx="17"/>
          </p:nvPr>
        </p:nvSpPr>
        <p:spPr>
          <a:xfrm>
            <a:off x="8236426" y="1748712"/>
            <a:ext cx="3257073" cy="41767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9" name="Content Placeholder 15">
            <a:extLst>
              <a:ext uri="{FF2B5EF4-FFF2-40B4-BE49-F238E27FC236}">
                <a16:creationId xmlns:a16="http://schemas.microsoft.com/office/drawing/2014/main" id="{5E832D2A-A709-4375-B688-8EB1C4928F02}"/>
              </a:ext>
            </a:extLst>
          </p:cNvPr>
          <p:cNvSpPr>
            <a:spLocks noGrp="1"/>
          </p:cNvSpPr>
          <p:nvPr>
            <p:ph sz="quarter" idx="18"/>
          </p:nvPr>
        </p:nvSpPr>
        <p:spPr>
          <a:xfrm>
            <a:off x="4473403" y="1748712"/>
            <a:ext cx="3257073" cy="41767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8" name="Picture 7" descr="A picture containing building, outdoor, sky&#10;&#10;Description generated with high confidence">
            <a:extLst>
              <a:ext uri="{FF2B5EF4-FFF2-40B4-BE49-F238E27FC236}">
                <a16:creationId xmlns:a16="http://schemas.microsoft.com/office/drawing/2014/main" id="{9E693D63-499E-4EC1-8ED6-D8B9BC755A9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95979"/>
          <a:stretch/>
        </p:blipFill>
        <p:spPr>
          <a:xfrm>
            <a:off x="0" y="6582228"/>
            <a:ext cx="12192000" cy="275771"/>
          </a:xfrm>
          <a:prstGeom prst="rect">
            <a:avLst/>
          </a:prstGeom>
        </p:spPr>
      </p:pic>
      <p:sp>
        <p:nvSpPr>
          <p:cNvPr id="9" name="Rectangle 8">
            <a:extLst>
              <a:ext uri="{FF2B5EF4-FFF2-40B4-BE49-F238E27FC236}">
                <a16:creationId xmlns:a16="http://schemas.microsoft.com/office/drawing/2014/main" id="{D5906753-7C29-4620-8395-5A49F5FD9932}"/>
              </a:ext>
            </a:extLst>
          </p:cNvPr>
          <p:cNvSpPr/>
          <p:nvPr userDrawn="1"/>
        </p:nvSpPr>
        <p:spPr>
          <a:xfrm>
            <a:off x="0" y="6582228"/>
            <a:ext cx="12192000" cy="275772"/>
          </a:xfrm>
          <a:prstGeom prst="rect">
            <a:avLst/>
          </a:prstGeom>
          <a:solidFill>
            <a:schemeClr val="bg1">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050851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amp; Left Imag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8D585246-1954-427D-B255-C25001135C7B}"/>
              </a:ext>
            </a:extLst>
          </p:cNvPr>
          <p:cNvSpPr>
            <a:spLocks noGrp="1"/>
          </p:cNvSpPr>
          <p:nvPr>
            <p:ph type="pic" sz="quarter" idx="15"/>
          </p:nvPr>
        </p:nvSpPr>
        <p:spPr>
          <a:xfrm>
            <a:off x="0" y="0"/>
            <a:ext cx="3657600" cy="6858000"/>
          </a:xfrm>
          <a:solidFill>
            <a:schemeClr val="bg1">
              <a:lumMod val="95000"/>
            </a:schemeClr>
          </a:solidFill>
        </p:spPr>
        <p:txBody>
          <a:bodyPr anchor="ctr"/>
          <a:lstStyle>
            <a:lvl1pPr algn="ctr">
              <a:defRPr>
                <a:solidFill>
                  <a:schemeClr val="tx1"/>
                </a:solidFill>
              </a:defRPr>
            </a:lvl1pPr>
          </a:lstStyle>
          <a:p>
            <a:endParaRPr lang="en-GB"/>
          </a:p>
        </p:txBody>
      </p:sp>
      <p:sp>
        <p:nvSpPr>
          <p:cNvPr id="6" name="Footer Placeholder 5">
            <a:extLst>
              <a:ext uri="{FF2B5EF4-FFF2-40B4-BE49-F238E27FC236}">
                <a16:creationId xmlns:a16="http://schemas.microsoft.com/office/drawing/2014/main" id="{BD2A9174-AE62-4C39-A3DA-08D2294098A4}"/>
              </a:ext>
            </a:extLst>
          </p:cNvPr>
          <p:cNvSpPr>
            <a:spLocks noGrp="1"/>
          </p:cNvSpPr>
          <p:nvPr>
            <p:ph type="ftr" sz="quarter" idx="11"/>
          </p:nvPr>
        </p:nvSpPr>
        <p:spPr/>
        <p:txBody>
          <a:bodyPr/>
          <a:lstStyle/>
          <a:p>
            <a:r>
              <a:rPr lang="en-US"/>
              <a:t>Go to Insert &gt; Header &amp; Footer to edit footer text</a:t>
            </a:r>
            <a:endParaRPr lang="en-GB"/>
          </a:p>
        </p:txBody>
      </p:sp>
      <p:sp>
        <p:nvSpPr>
          <p:cNvPr id="7" name="Slide Number Placeholder 6">
            <a:extLst>
              <a:ext uri="{FF2B5EF4-FFF2-40B4-BE49-F238E27FC236}">
                <a16:creationId xmlns:a16="http://schemas.microsoft.com/office/drawing/2014/main" id="{B8EF8DD2-D12D-4F33-B472-AA51ABC12719}"/>
              </a:ext>
            </a:extLst>
          </p:cNvPr>
          <p:cNvSpPr>
            <a:spLocks noGrp="1"/>
          </p:cNvSpPr>
          <p:nvPr>
            <p:ph type="sldNum" sz="quarter" idx="12"/>
          </p:nvPr>
        </p:nvSpPr>
        <p:spPr/>
        <p:txBody>
          <a:bodyPr/>
          <a:lstStyle/>
          <a:p>
            <a:fld id="{FAEEC637-5006-4E50-A83C-29CEB747C05F}" type="slidenum">
              <a:rPr lang="en-GB" smtClean="0"/>
              <a:t>‹#›</a:t>
            </a:fld>
            <a:endParaRPr lang="en-GB"/>
          </a:p>
        </p:txBody>
      </p:sp>
      <p:grpSp>
        <p:nvGrpSpPr>
          <p:cNvPr id="11" name="Group 10">
            <a:extLst>
              <a:ext uri="{FF2B5EF4-FFF2-40B4-BE49-F238E27FC236}">
                <a16:creationId xmlns:a16="http://schemas.microsoft.com/office/drawing/2014/main" id="{AE9ADE75-6973-43E5-A5E5-C73FAA64A8D3}"/>
              </a:ext>
            </a:extLst>
          </p:cNvPr>
          <p:cNvGrpSpPr/>
          <p:nvPr userDrawn="1"/>
        </p:nvGrpSpPr>
        <p:grpSpPr>
          <a:xfrm>
            <a:off x="3657600" y="445112"/>
            <a:ext cx="368300" cy="746490"/>
            <a:chOff x="0" y="415872"/>
            <a:chExt cx="368300" cy="746490"/>
          </a:xfrm>
        </p:grpSpPr>
        <p:sp>
          <p:nvSpPr>
            <p:cNvPr id="13" name="Freeform: Shape 12">
              <a:extLst>
                <a:ext uri="{FF2B5EF4-FFF2-40B4-BE49-F238E27FC236}">
                  <a16:creationId xmlns:a16="http://schemas.microsoft.com/office/drawing/2014/main" id="{0BCC7A88-3E81-41A9-BE87-E6D48B19D7E2}"/>
                </a:ext>
              </a:extLst>
            </p:cNvPr>
            <p:cNvSpPr>
              <a:spLocks noChangeAspect="1"/>
            </p:cNvSpPr>
            <p:nvPr/>
          </p:nvSpPr>
          <p:spPr>
            <a:xfrm>
              <a:off x="0" y="415872"/>
              <a:ext cx="368300" cy="746490"/>
            </a:xfrm>
            <a:custGeom>
              <a:avLst/>
              <a:gdLst>
                <a:gd name="connsiteX0" fmla="*/ 0 w 368300"/>
                <a:gd name="connsiteY0" fmla="*/ 0 h 746490"/>
                <a:gd name="connsiteX1" fmla="*/ 69834 w 368300"/>
                <a:gd name="connsiteY1" fmla="*/ 7040 h 746490"/>
                <a:gd name="connsiteX2" fmla="*/ 368300 w 368300"/>
                <a:gd name="connsiteY2" fmla="*/ 373245 h 746490"/>
                <a:gd name="connsiteX3" fmla="*/ 69834 w 368300"/>
                <a:gd name="connsiteY3" fmla="*/ 739450 h 746490"/>
                <a:gd name="connsiteX4" fmla="*/ 0 w 368300"/>
                <a:gd name="connsiteY4" fmla="*/ 746490 h 7464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300" h="746490">
                  <a:moveTo>
                    <a:pt x="0" y="0"/>
                  </a:moveTo>
                  <a:lnTo>
                    <a:pt x="69834" y="7040"/>
                  </a:lnTo>
                  <a:cubicBezTo>
                    <a:pt x="240168" y="41896"/>
                    <a:pt x="368300" y="192607"/>
                    <a:pt x="368300" y="373245"/>
                  </a:cubicBezTo>
                  <a:cubicBezTo>
                    <a:pt x="368300" y="553883"/>
                    <a:pt x="240168" y="704594"/>
                    <a:pt x="69834" y="739450"/>
                  </a:cubicBezTo>
                  <a:lnTo>
                    <a:pt x="0" y="74649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4400" b="1" spc="300"/>
            </a:p>
          </p:txBody>
        </p:sp>
        <p:grpSp>
          <p:nvGrpSpPr>
            <p:cNvPr id="14" name="Group 13">
              <a:extLst>
                <a:ext uri="{FF2B5EF4-FFF2-40B4-BE49-F238E27FC236}">
                  <a16:creationId xmlns:a16="http://schemas.microsoft.com/office/drawing/2014/main" id="{78E85866-BFA6-443A-A892-469B61A3AFF2}"/>
                </a:ext>
              </a:extLst>
            </p:cNvPr>
            <p:cNvGrpSpPr/>
            <p:nvPr/>
          </p:nvGrpSpPr>
          <p:grpSpPr>
            <a:xfrm>
              <a:off x="78324" y="605745"/>
              <a:ext cx="121701" cy="361477"/>
              <a:chOff x="-12442" y="1663700"/>
              <a:chExt cx="1761630" cy="5232400"/>
            </a:xfrm>
          </p:grpSpPr>
          <p:sp>
            <p:nvSpPr>
              <p:cNvPr id="15" name="Freeform 5">
                <a:extLst>
                  <a:ext uri="{FF2B5EF4-FFF2-40B4-BE49-F238E27FC236}">
                    <a16:creationId xmlns:a16="http://schemas.microsoft.com/office/drawing/2014/main" id="{B430C14F-CB1F-4CEE-9B91-FFAEB3609D44}"/>
                  </a:ext>
                </a:extLst>
              </p:cNvPr>
              <p:cNvSpPr>
                <a:spLocks/>
              </p:cNvSpPr>
              <p:nvPr/>
            </p:nvSpPr>
            <p:spPr bwMode="auto">
              <a:xfrm>
                <a:off x="376188" y="1663700"/>
                <a:ext cx="1373000" cy="1373000"/>
              </a:xfrm>
              <a:custGeom>
                <a:avLst/>
                <a:gdLst>
                  <a:gd name="T0" fmla="*/ 4 w 178"/>
                  <a:gd name="T1" fmla="*/ 80 h 178"/>
                  <a:gd name="T2" fmla="*/ 98 w 178"/>
                  <a:gd name="T3" fmla="*/ 4 h 178"/>
                  <a:gd name="T4" fmla="*/ 173 w 178"/>
                  <a:gd name="T5" fmla="*/ 98 h 178"/>
                  <a:gd name="T6" fmla="*/ 80 w 178"/>
                  <a:gd name="T7" fmla="*/ 173 h 178"/>
                  <a:gd name="T8" fmla="*/ 4 w 178"/>
                  <a:gd name="T9" fmla="*/ 80 h 178"/>
                </a:gdLst>
                <a:ahLst/>
                <a:cxnLst>
                  <a:cxn ang="0">
                    <a:pos x="T0" y="T1"/>
                  </a:cxn>
                  <a:cxn ang="0">
                    <a:pos x="T2" y="T3"/>
                  </a:cxn>
                  <a:cxn ang="0">
                    <a:pos x="T4" y="T5"/>
                  </a:cxn>
                  <a:cxn ang="0">
                    <a:pos x="T6" y="T7"/>
                  </a:cxn>
                  <a:cxn ang="0">
                    <a:pos x="T8" y="T9"/>
                  </a:cxn>
                </a:cxnLst>
                <a:rect l="0" t="0" r="r" b="b"/>
                <a:pathLst>
                  <a:path w="178" h="178">
                    <a:moveTo>
                      <a:pt x="4" y="80"/>
                    </a:moveTo>
                    <a:cubicBezTo>
                      <a:pt x="9" y="33"/>
                      <a:pt x="51" y="0"/>
                      <a:pt x="98" y="4"/>
                    </a:cubicBezTo>
                    <a:cubicBezTo>
                      <a:pt x="144" y="9"/>
                      <a:pt x="178" y="51"/>
                      <a:pt x="173" y="98"/>
                    </a:cubicBezTo>
                    <a:cubicBezTo>
                      <a:pt x="168" y="144"/>
                      <a:pt x="127" y="178"/>
                      <a:pt x="80" y="173"/>
                    </a:cubicBezTo>
                    <a:cubicBezTo>
                      <a:pt x="33" y="168"/>
                      <a:pt x="0" y="127"/>
                      <a:pt x="4" y="8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solidFill>
                    <a:schemeClr val="tx1"/>
                  </a:solidFill>
                </a:endParaRPr>
              </a:p>
            </p:txBody>
          </p:sp>
          <p:sp>
            <p:nvSpPr>
              <p:cNvPr id="16" name="Freeform 6">
                <a:extLst>
                  <a:ext uri="{FF2B5EF4-FFF2-40B4-BE49-F238E27FC236}">
                    <a16:creationId xmlns:a16="http://schemas.microsoft.com/office/drawing/2014/main" id="{F06A3196-F07E-44B7-A538-72649FE99C84}"/>
                  </a:ext>
                </a:extLst>
              </p:cNvPr>
              <p:cNvSpPr>
                <a:spLocks/>
              </p:cNvSpPr>
              <p:nvPr/>
            </p:nvSpPr>
            <p:spPr bwMode="auto">
              <a:xfrm>
                <a:off x="-12442" y="3340705"/>
                <a:ext cx="1640372" cy="3555395"/>
              </a:xfrm>
              <a:custGeom>
                <a:avLst/>
                <a:gdLst>
                  <a:gd name="T0" fmla="*/ 133 w 436"/>
                  <a:gd name="T1" fmla="*/ 945 h 945"/>
                  <a:gd name="T2" fmla="*/ 133 w 436"/>
                  <a:gd name="T3" fmla="*/ 233 h 945"/>
                  <a:gd name="T4" fmla="*/ 0 w 436"/>
                  <a:gd name="T5" fmla="*/ 233 h 945"/>
                  <a:gd name="T6" fmla="*/ 0 w 436"/>
                  <a:gd name="T7" fmla="*/ 0 h 945"/>
                  <a:gd name="T8" fmla="*/ 436 w 436"/>
                  <a:gd name="T9" fmla="*/ 0 h 945"/>
                  <a:gd name="T10" fmla="*/ 436 w 436"/>
                  <a:gd name="T11" fmla="*/ 945 h 945"/>
                  <a:gd name="T12" fmla="*/ 133 w 436"/>
                  <a:gd name="T13" fmla="*/ 945 h 945"/>
                </a:gdLst>
                <a:ahLst/>
                <a:cxnLst>
                  <a:cxn ang="0">
                    <a:pos x="T0" y="T1"/>
                  </a:cxn>
                  <a:cxn ang="0">
                    <a:pos x="T2" y="T3"/>
                  </a:cxn>
                  <a:cxn ang="0">
                    <a:pos x="T4" y="T5"/>
                  </a:cxn>
                  <a:cxn ang="0">
                    <a:pos x="T6" y="T7"/>
                  </a:cxn>
                  <a:cxn ang="0">
                    <a:pos x="T8" y="T9"/>
                  </a:cxn>
                  <a:cxn ang="0">
                    <a:pos x="T10" y="T11"/>
                  </a:cxn>
                  <a:cxn ang="0">
                    <a:pos x="T12" y="T13"/>
                  </a:cxn>
                </a:cxnLst>
                <a:rect l="0" t="0" r="r" b="b"/>
                <a:pathLst>
                  <a:path w="436" h="945">
                    <a:moveTo>
                      <a:pt x="133" y="945"/>
                    </a:moveTo>
                    <a:lnTo>
                      <a:pt x="133" y="233"/>
                    </a:lnTo>
                    <a:lnTo>
                      <a:pt x="0" y="233"/>
                    </a:lnTo>
                    <a:lnTo>
                      <a:pt x="0" y="0"/>
                    </a:lnTo>
                    <a:lnTo>
                      <a:pt x="436" y="0"/>
                    </a:lnTo>
                    <a:lnTo>
                      <a:pt x="436" y="945"/>
                    </a:lnTo>
                    <a:lnTo>
                      <a:pt x="133" y="94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solidFill>
                    <a:schemeClr val="tx1"/>
                  </a:solidFill>
                </a:endParaRPr>
              </a:p>
            </p:txBody>
          </p:sp>
        </p:grpSp>
      </p:grpSp>
      <p:sp>
        <p:nvSpPr>
          <p:cNvPr id="4" name="Title 3">
            <a:extLst>
              <a:ext uri="{FF2B5EF4-FFF2-40B4-BE49-F238E27FC236}">
                <a16:creationId xmlns:a16="http://schemas.microsoft.com/office/drawing/2014/main" id="{832148D3-C9A7-4EA0-9252-3D0008D222CB}"/>
              </a:ext>
            </a:extLst>
          </p:cNvPr>
          <p:cNvSpPr>
            <a:spLocks noGrp="1"/>
          </p:cNvSpPr>
          <p:nvPr>
            <p:ph type="title"/>
          </p:nvPr>
        </p:nvSpPr>
        <p:spPr>
          <a:xfrm>
            <a:off x="4393379" y="275771"/>
            <a:ext cx="7100119" cy="1085172"/>
          </a:xfrm>
        </p:spPr>
        <p:txBody>
          <a:bodyPr/>
          <a:lstStyle/>
          <a:p>
            <a:r>
              <a:rPr lang="en-US"/>
              <a:t>Click to edit Master title style</a:t>
            </a:r>
            <a:endParaRPr lang="en-GB"/>
          </a:p>
        </p:txBody>
      </p:sp>
      <p:sp>
        <p:nvSpPr>
          <p:cNvPr id="17" name="Content Placeholder 15">
            <a:extLst>
              <a:ext uri="{FF2B5EF4-FFF2-40B4-BE49-F238E27FC236}">
                <a16:creationId xmlns:a16="http://schemas.microsoft.com/office/drawing/2014/main" id="{A11C52F5-48D0-4855-B28C-0BD5E409C5B3}"/>
              </a:ext>
            </a:extLst>
          </p:cNvPr>
          <p:cNvSpPr>
            <a:spLocks noGrp="1"/>
          </p:cNvSpPr>
          <p:nvPr>
            <p:ph sz="quarter" idx="16"/>
          </p:nvPr>
        </p:nvSpPr>
        <p:spPr>
          <a:xfrm>
            <a:off x="4393379" y="1748712"/>
            <a:ext cx="7100121" cy="41767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626881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amp; Right Imag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8D585246-1954-427D-B255-C25001135C7B}"/>
              </a:ext>
            </a:extLst>
          </p:cNvPr>
          <p:cNvSpPr>
            <a:spLocks noGrp="1"/>
          </p:cNvSpPr>
          <p:nvPr>
            <p:ph type="pic" sz="quarter" idx="15"/>
          </p:nvPr>
        </p:nvSpPr>
        <p:spPr>
          <a:xfrm>
            <a:off x="8534400" y="0"/>
            <a:ext cx="3657600" cy="6858000"/>
          </a:xfrm>
          <a:solidFill>
            <a:schemeClr val="bg1">
              <a:lumMod val="95000"/>
            </a:schemeClr>
          </a:solidFill>
        </p:spPr>
        <p:txBody>
          <a:bodyPr anchor="ctr"/>
          <a:lstStyle>
            <a:lvl1pPr algn="ctr">
              <a:defRPr>
                <a:solidFill>
                  <a:schemeClr val="tx1"/>
                </a:solidFill>
              </a:defRPr>
            </a:lvl1pPr>
          </a:lstStyle>
          <a:p>
            <a:endParaRPr lang="en-GB"/>
          </a:p>
        </p:txBody>
      </p:sp>
      <p:sp>
        <p:nvSpPr>
          <p:cNvPr id="6" name="Footer Placeholder 5">
            <a:extLst>
              <a:ext uri="{FF2B5EF4-FFF2-40B4-BE49-F238E27FC236}">
                <a16:creationId xmlns:a16="http://schemas.microsoft.com/office/drawing/2014/main" id="{BD2A9174-AE62-4C39-A3DA-08D2294098A4}"/>
              </a:ext>
            </a:extLst>
          </p:cNvPr>
          <p:cNvSpPr>
            <a:spLocks noGrp="1"/>
          </p:cNvSpPr>
          <p:nvPr>
            <p:ph type="ftr" sz="quarter" idx="11"/>
          </p:nvPr>
        </p:nvSpPr>
        <p:spPr/>
        <p:txBody>
          <a:bodyPr/>
          <a:lstStyle/>
          <a:p>
            <a:r>
              <a:rPr lang="en-US"/>
              <a:t>Go to Insert &gt; Header &amp; Footer to edit footer text</a:t>
            </a:r>
            <a:endParaRPr lang="en-GB"/>
          </a:p>
        </p:txBody>
      </p:sp>
      <p:sp>
        <p:nvSpPr>
          <p:cNvPr id="17" name="Freeform: Shape 16">
            <a:extLst>
              <a:ext uri="{FF2B5EF4-FFF2-40B4-BE49-F238E27FC236}">
                <a16:creationId xmlns:a16="http://schemas.microsoft.com/office/drawing/2014/main" id="{D5BCA6B4-C5FD-4781-B3F1-316CAB213A1A}"/>
              </a:ext>
            </a:extLst>
          </p:cNvPr>
          <p:cNvSpPr>
            <a:spLocks noChangeAspect="1"/>
          </p:cNvSpPr>
          <p:nvPr userDrawn="1"/>
        </p:nvSpPr>
        <p:spPr>
          <a:xfrm flipH="1">
            <a:off x="8178800" y="445112"/>
            <a:ext cx="368300" cy="746490"/>
          </a:xfrm>
          <a:custGeom>
            <a:avLst/>
            <a:gdLst>
              <a:gd name="connsiteX0" fmla="*/ 0 w 368300"/>
              <a:gd name="connsiteY0" fmla="*/ 0 h 746490"/>
              <a:gd name="connsiteX1" fmla="*/ 69834 w 368300"/>
              <a:gd name="connsiteY1" fmla="*/ 7040 h 746490"/>
              <a:gd name="connsiteX2" fmla="*/ 368300 w 368300"/>
              <a:gd name="connsiteY2" fmla="*/ 373245 h 746490"/>
              <a:gd name="connsiteX3" fmla="*/ 69834 w 368300"/>
              <a:gd name="connsiteY3" fmla="*/ 739450 h 746490"/>
              <a:gd name="connsiteX4" fmla="*/ 0 w 368300"/>
              <a:gd name="connsiteY4" fmla="*/ 746490 h 7464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300" h="746490">
                <a:moveTo>
                  <a:pt x="0" y="0"/>
                </a:moveTo>
                <a:lnTo>
                  <a:pt x="69834" y="7040"/>
                </a:lnTo>
                <a:cubicBezTo>
                  <a:pt x="240168" y="41896"/>
                  <a:pt x="368300" y="192607"/>
                  <a:pt x="368300" y="373245"/>
                </a:cubicBezTo>
                <a:cubicBezTo>
                  <a:pt x="368300" y="553883"/>
                  <a:pt x="240168" y="704594"/>
                  <a:pt x="69834" y="739450"/>
                </a:cubicBezTo>
                <a:lnTo>
                  <a:pt x="0" y="74649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4400" b="1" spc="300"/>
          </a:p>
        </p:txBody>
      </p:sp>
      <p:sp>
        <p:nvSpPr>
          <p:cNvPr id="18" name="Slide Number Placeholder 5">
            <a:extLst>
              <a:ext uri="{FF2B5EF4-FFF2-40B4-BE49-F238E27FC236}">
                <a16:creationId xmlns:a16="http://schemas.microsoft.com/office/drawing/2014/main" id="{03805916-7BFC-4FAD-BE47-414CDF4220FE}"/>
              </a:ext>
            </a:extLst>
          </p:cNvPr>
          <p:cNvSpPr>
            <a:spLocks noGrp="1"/>
          </p:cNvSpPr>
          <p:nvPr>
            <p:ph type="sldNum" sz="quarter" idx="4"/>
          </p:nvPr>
        </p:nvSpPr>
        <p:spPr>
          <a:xfrm>
            <a:off x="8140700" y="635795"/>
            <a:ext cx="368300" cy="365125"/>
          </a:xfrm>
          <a:prstGeom prst="rect">
            <a:avLst/>
          </a:prstGeom>
        </p:spPr>
        <p:txBody>
          <a:bodyPr vert="horz" lIns="0" tIns="0" rIns="0" bIns="0" rtlCol="0" anchor="ctr"/>
          <a:lstStyle>
            <a:lvl1pPr algn="r">
              <a:defRPr sz="1050">
                <a:solidFill>
                  <a:schemeClr val="bg1"/>
                </a:solidFill>
              </a:defRPr>
            </a:lvl1pPr>
          </a:lstStyle>
          <a:p>
            <a:fld id="{FAEEC637-5006-4E50-A83C-29CEB747C05F}" type="slidenum">
              <a:rPr lang="en-GB" smtClean="0"/>
              <a:pPr/>
              <a:t>‹#›</a:t>
            </a:fld>
            <a:endParaRPr lang="en-GB"/>
          </a:p>
        </p:txBody>
      </p:sp>
      <p:sp>
        <p:nvSpPr>
          <p:cNvPr id="4" name="Title 3">
            <a:extLst>
              <a:ext uri="{FF2B5EF4-FFF2-40B4-BE49-F238E27FC236}">
                <a16:creationId xmlns:a16="http://schemas.microsoft.com/office/drawing/2014/main" id="{31608B16-B6FA-4F3E-8353-0A541E8BE5F1}"/>
              </a:ext>
            </a:extLst>
          </p:cNvPr>
          <p:cNvSpPr>
            <a:spLocks noGrp="1"/>
          </p:cNvSpPr>
          <p:nvPr>
            <p:ph type="title"/>
          </p:nvPr>
        </p:nvSpPr>
        <p:spPr>
          <a:xfrm>
            <a:off x="710381" y="275771"/>
            <a:ext cx="7100118" cy="1085172"/>
          </a:xfrm>
        </p:spPr>
        <p:txBody>
          <a:bodyPr/>
          <a:lstStyle/>
          <a:p>
            <a:r>
              <a:rPr lang="en-US"/>
              <a:t>Click to edit Master title style</a:t>
            </a:r>
            <a:endParaRPr lang="en-GB"/>
          </a:p>
        </p:txBody>
      </p:sp>
      <p:sp>
        <p:nvSpPr>
          <p:cNvPr id="22" name="Content Placeholder 15">
            <a:extLst>
              <a:ext uri="{FF2B5EF4-FFF2-40B4-BE49-F238E27FC236}">
                <a16:creationId xmlns:a16="http://schemas.microsoft.com/office/drawing/2014/main" id="{CB4E58A0-1EA8-4DBE-B28A-67728CEC13EC}"/>
              </a:ext>
            </a:extLst>
          </p:cNvPr>
          <p:cNvSpPr>
            <a:spLocks noGrp="1"/>
          </p:cNvSpPr>
          <p:nvPr>
            <p:ph sz="quarter" idx="16"/>
          </p:nvPr>
        </p:nvSpPr>
        <p:spPr>
          <a:xfrm>
            <a:off x="710381" y="1748712"/>
            <a:ext cx="7100121" cy="41767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2114635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Quote or Statement">
    <p:spTree>
      <p:nvGrpSpPr>
        <p:cNvPr id="1" name=""/>
        <p:cNvGrpSpPr/>
        <p:nvPr/>
      </p:nvGrpSpPr>
      <p:grpSpPr>
        <a:xfrm>
          <a:off x="0" y="0"/>
          <a:ext cx="0" cy="0"/>
          <a:chOff x="0" y="0"/>
          <a:chExt cx="0" cy="0"/>
        </a:xfrm>
      </p:grpSpPr>
      <p:pic>
        <p:nvPicPr>
          <p:cNvPr id="18" name="Picture 17" descr="A picture containing outdoor&#10;&#10;Description generated with very high confidence">
            <a:extLst>
              <a:ext uri="{FF2B5EF4-FFF2-40B4-BE49-F238E27FC236}">
                <a16:creationId xmlns:a16="http://schemas.microsoft.com/office/drawing/2014/main" id="{9596B830-8529-46BF-BF6A-67DB63FB052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9" name="Rectangle 18">
            <a:extLst>
              <a:ext uri="{FF2B5EF4-FFF2-40B4-BE49-F238E27FC236}">
                <a16:creationId xmlns:a16="http://schemas.microsoft.com/office/drawing/2014/main" id="{AE6AEA2D-94B1-4669-B3E4-612302B88B9D}"/>
              </a:ext>
            </a:extLst>
          </p:cNvPr>
          <p:cNvSpPr/>
          <p:nvPr userDrawn="1"/>
        </p:nvSpPr>
        <p:spPr>
          <a:xfrm>
            <a:off x="0" y="0"/>
            <a:ext cx="12192000" cy="6857998"/>
          </a:xfrm>
          <a:prstGeom prst="rect">
            <a:avLst/>
          </a:prstGeom>
          <a:solidFill>
            <a:schemeClr val="bg1">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Footer Placeholder 2">
            <a:extLst>
              <a:ext uri="{FF2B5EF4-FFF2-40B4-BE49-F238E27FC236}">
                <a16:creationId xmlns:a16="http://schemas.microsoft.com/office/drawing/2014/main" id="{709C8322-D2BC-4FB2-81D0-54CD35257875}"/>
              </a:ext>
            </a:extLst>
          </p:cNvPr>
          <p:cNvSpPr>
            <a:spLocks noGrp="1"/>
          </p:cNvSpPr>
          <p:nvPr>
            <p:ph type="ftr" sz="quarter" idx="10"/>
          </p:nvPr>
        </p:nvSpPr>
        <p:spPr/>
        <p:txBody>
          <a:bodyPr/>
          <a:lstStyle/>
          <a:p>
            <a:r>
              <a:rPr lang="en-US"/>
              <a:t>Go to Insert &gt; Header &amp; Footer to edit footer text</a:t>
            </a:r>
            <a:endParaRPr lang="en-GB"/>
          </a:p>
        </p:txBody>
      </p:sp>
      <p:sp>
        <p:nvSpPr>
          <p:cNvPr id="17" name="Freeform: Shape 16">
            <a:extLst>
              <a:ext uri="{FF2B5EF4-FFF2-40B4-BE49-F238E27FC236}">
                <a16:creationId xmlns:a16="http://schemas.microsoft.com/office/drawing/2014/main" id="{A8D4B3AC-666F-4E9E-B904-F633D547596C}"/>
              </a:ext>
            </a:extLst>
          </p:cNvPr>
          <p:cNvSpPr/>
          <p:nvPr userDrawn="1"/>
        </p:nvSpPr>
        <p:spPr>
          <a:xfrm>
            <a:off x="698501" y="1884731"/>
            <a:ext cx="11493499" cy="3327398"/>
          </a:xfrm>
          <a:custGeom>
            <a:avLst/>
            <a:gdLst>
              <a:gd name="connsiteX0" fmla="*/ 1663699 w 11493499"/>
              <a:gd name="connsiteY0" fmla="*/ 0 h 3327398"/>
              <a:gd name="connsiteX1" fmla="*/ 11493499 w 11493499"/>
              <a:gd name="connsiteY1" fmla="*/ 0 h 3327398"/>
              <a:gd name="connsiteX2" fmla="*/ 11493499 w 11493499"/>
              <a:gd name="connsiteY2" fmla="*/ 3327398 h 3327398"/>
              <a:gd name="connsiteX3" fmla="*/ 1663699 w 11493499"/>
              <a:gd name="connsiteY3" fmla="*/ 3327398 h 3327398"/>
              <a:gd name="connsiteX4" fmla="*/ 0 w 11493499"/>
              <a:gd name="connsiteY4" fmla="*/ 1663699 h 3327398"/>
              <a:gd name="connsiteX5" fmla="*/ 1663699 w 11493499"/>
              <a:gd name="connsiteY5" fmla="*/ 0 h 3327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493499" h="3327398">
                <a:moveTo>
                  <a:pt x="1663699" y="0"/>
                </a:moveTo>
                <a:lnTo>
                  <a:pt x="11493499" y="0"/>
                </a:lnTo>
                <a:lnTo>
                  <a:pt x="11493499" y="3327398"/>
                </a:lnTo>
                <a:lnTo>
                  <a:pt x="1663699" y="3327398"/>
                </a:lnTo>
                <a:cubicBezTo>
                  <a:pt x="744863" y="3327398"/>
                  <a:pt x="0" y="2582535"/>
                  <a:pt x="0" y="1663699"/>
                </a:cubicBezTo>
                <a:cubicBezTo>
                  <a:pt x="0" y="744863"/>
                  <a:pt x="744863" y="0"/>
                  <a:pt x="1663699"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3" name="Picture Placeholder 12">
            <a:extLst>
              <a:ext uri="{FF2B5EF4-FFF2-40B4-BE49-F238E27FC236}">
                <a16:creationId xmlns:a16="http://schemas.microsoft.com/office/drawing/2014/main" id="{7F595A26-9317-4CC6-BE9B-BCC5CE1C0790}"/>
              </a:ext>
            </a:extLst>
          </p:cNvPr>
          <p:cNvSpPr>
            <a:spLocks noGrp="1"/>
          </p:cNvSpPr>
          <p:nvPr>
            <p:ph type="pic" sz="quarter" idx="12"/>
          </p:nvPr>
        </p:nvSpPr>
        <p:spPr>
          <a:xfrm>
            <a:off x="688875" y="1885230"/>
            <a:ext cx="3348000" cy="3326400"/>
          </a:xfrm>
          <a:custGeom>
            <a:avLst/>
            <a:gdLst>
              <a:gd name="connsiteX0" fmla="*/ 1663200 w 3326400"/>
              <a:gd name="connsiteY0" fmla="*/ 0 h 3326400"/>
              <a:gd name="connsiteX1" fmla="*/ 3326400 w 3326400"/>
              <a:gd name="connsiteY1" fmla="*/ 1663200 h 3326400"/>
              <a:gd name="connsiteX2" fmla="*/ 1663200 w 3326400"/>
              <a:gd name="connsiteY2" fmla="*/ 3326400 h 3326400"/>
              <a:gd name="connsiteX3" fmla="*/ 0 w 3326400"/>
              <a:gd name="connsiteY3" fmla="*/ 1663200 h 3326400"/>
              <a:gd name="connsiteX4" fmla="*/ 1663200 w 3326400"/>
              <a:gd name="connsiteY4" fmla="*/ 0 h 3326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26400" h="3326400">
                <a:moveTo>
                  <a:pt x="1663200" y="0"/>
                </a:moveTo>
                <a:cubicBezTo>
                  <a:pt x="2581760" y="0"/>
                  <a:pt x="3326400" y="744640"/>
                  <a:pt x="3326400" y="1663200"/>
                </a:cubicBezTo>
                <a:cubicBezTo>
                  <a:pt x="3326400" y="2581760"/>
                  <a:pt x="2581760" y="3326400"/>
                  <a:pt x="1663200" y="3326400"/>
                </a:cubicBezTo>
                <a:cubicBezTo>
                  <a:pt x="744640" y="3326400"/>
                  <a:pt x="0" y="2581760"/>
                  <a:pt x="0" y="1663200"/>
                </a:cubicBezTo>
                <a:cubicBezTo>
                  <a:pt x="0" y="744640"/>
                  <a:pt x="744640" y="0"/>
                  <a:pt x="1663200" y="0"/>
                </a:cubicBezTo>
                <a:close/>
              </a:path>
            </a:pathLst>
          </a:custGeom>
          <a:solidFill>
            <a:schemeClr val="bg1">
              <a:lumMod val="95000"/>
            </a:schemeClr>
          </a:solidFill>
        </p:spPr>
        <p:txBody>
          <a:bodyPr wrap="square" anchor="ctr">
            <a:noAutofit/>
          </a:bodyPr>
          <a:lstStyle>
            <a:lvl1pPr algn="ctr">
              <a:defRPr>
                <a:solidFill>
                  <a:schemeClr val="tx1"/>
                </a:solidFill>
              </a:defRPr>
            </a:lvl1pPr>
          </a:lstStyle>
          <a:p>
            <a:endParaRPr lang="en-GB"/>
          </a:p>
        </p:txBody>
      </p:sp>
      <p:sp>
        <p:nvSpPr>
          <p:cNvPr id="15" name="Text Placeholder 14">
            <a:extLst>
              <a:ext uri="{FF2B5EF4-FFF2-40B4-BE49-F238E27FC236}">
                <a16:creationId xmlns:a16="http://schemas.microsoft.com/office/drawing/2014/main" id="{DE5A9667-5612-4B76-B61A-FB5335E7C461}"/>
              </a:ext>
            </a:extLst>
          </p:cNvPr>
          <p:cNvSpPr>
            <a:spLocks noGrp="1"/>
          </p:cNvSpPr>
          <p:nvPr>
            <p:ph type="body" sz="quarter" idx="13"/>
          </p:nvPr>
        </p:nvSpPr>
        <p:spPr>
          <a:xfrm>
            <a:off x="4584700" y="2291130"/>
            <a:ext cx="6908799" cy="2514600"/>
          </a:xfrm>
        </p:spPr>
        <p:txBody>
          <a:bodyPr anchor="ctr">
            <a:normAutofit/>
          </a:bodyPr>
          <a:lstStyle>
            <a:lvl1pPr>
              <a:defRPr sz="3600">
                <a:solidFill>
                  <a:schemeClr val="bg1"/>
                </a:solidFill>
              </a:defRPr>
            </a:lvl1pPr>
          </a:lstStyle>
          <a:p>
            <a:pPr lvl="0"/>
            <a:r>
              <a:rPr lang="en-US"/>
              <a:t>Edit Master text styles</a:t>
            </a:r>
          </a:p>
        </p:txBody>
      </p:sp>
      <p:sp>
        <p:nvSpPr>
          <p:cNvPr id="20" name="Freeform: Shape 19">
            <a:extLst>
              <a:ext uri="{FF2B5EF4-FFF2-40B4-BE49-F238E27FC236}">
                <a16:creationId xmlns:a16="http://schemas.microsoft.com/office/drawing/2014/main" id="{49A37327-6163-44BA-97B3-2D3415A4DE61}"/>
              </a:ext>
            </a:extLst>
          </p:cNvPr>
          <p:cNvSpPr>
            <a:spLocks noChangeAspect="1"/>
          </p:cNvSpPr>
          <p:nvPr userDrawn="1"/>
        </p:nvSpPr>
        <p:spPr>
          <a:xfrm flipH="1">
            <a:off x="11823700" y="445112"/>
            <a:ext cx="368300" cy="746490"/>
          </a:xfrm>
          <a:custGeom>
            <a:avLst/>
            <a:gdLst>
              <a:gd name="connsiteX0" fmla="*/ 0 w 368300"/>
              <a:gd name="connsiteY0" fmla="*/ 0 h 746490"/>
              <a:gd name="connsiteX1" fmla="*/ 69834 w 368300"/>
              <a:gd name="connsiteY1" fmla="*/ 7040 h 746490"/>
              <a:gd name="connsiteX2" fmla="*/ 368300 w 368300"/>
              <a:gd name="connsiteY2" fmla="*/ 373245 h 746490"/>
              <a:gd name="connsiteX3" fmla="*/ 69834 w 368300"/>
              <a:gd name="connsiteY3" fmla="*/ 739450 h 746490"/>
              <a:gd name="connsiteX4" fmla="*/ 0 w 368300"/>
              <a:gd name="connsiteY4" fmla="*/ 746490 h 7464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300" h="746490">
                <a:moveTo>
                  <a:pt x="0" y="0"/>
                </a:moveTo>
                <a:lnTo>
                  <a:pt x="69834" y="7040"/>
                </a:lnTo>
                <a:cubicBezTo>
                  <a:pt x="240168" y="41896"/>
                  <a:pt x="368300" y="192607"/>
                  <a:pt x="368300" y="373245"/>
                </a:cubicBezTo>
                <a:cubicBezTo>
                  <a:pt x="368300" y="553883"/>
                  <a:pt x="240168" y="704594"/>
                  <a:pt x="69834" y="739450"/>
                </a:cubicBezTo>
                <a:lnTo>
                  <a:pt x="0" y="74649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4400" b="1" spc="300"/>
          </a:p>
        </p:txBody>
      </p:sp>
      <p:grpSp>
        <p:nvGrpSpPr>
          <p:cNvPr id="21" name="Group 20">
            <a:extLst>
              <a:ext uri="{FF2B5EF4-FFF2-40B4-BE49-F238E27FC236}">
                <a16:creationId xmlns:a16="http://schemas.microsoft.com/office/drawing/2014/main" id="{8DDAD210-C494-48B6-95BE-8C9B9DB75551}"/>
              </a:ext>
            </a:extLst>
          </p:cNvPr>
          <p:cNvGrpSpPr/>
          <p:nvPr userDrawn="1"/>
        </p:nvGrpSpPr>
        <p:grpSpPr>
          <a:xfrm>
            <a:off x="0" y="445112"/>
            <a:ext cx="368300" cy="746490"/>
            <a:chOff x="0" y="415872"/>
            <a:chExt cx="368300" cy="746490"/>
          </a:xfrm>
        </p:grpSpPr>
        <p:sp>
          <p:nvSpPr>
            <p:cNvPr id="22" name="Freeform: Shape 21">
              <a:extLst>
                <a:ext uri="{FF2B5EF4-FFF2-40B4-BE49-F238E27FC236}">
                  <a16:creationId xmlns:a16="http://schemas.microsoft.com/office/drawing/2014/main" id="{A15C7EC2-27C0-44C8-AF3E-AD0C8FE81E69}"/>
                </a:ext>
              </a:extLst>
            </p:cNvPr>
            <p:cNvSpPr>
              <a:spLocks noChangeAspect="1"/>
            </p:cNvSpPr>
            <p:nvPr/>
          </p:nvSpPr>
          <p:spPr>
            <a:xfrm>
              <a:off x="0" y="415872"/>
              <a:ext cx="368300" cy="746490"/>
            </a:xfrm>
            <a:custGeom>
              <a:avLst/>
              <a:gdLst>
                <a:gd name="connsiteX0" fmla="*/ 0 w 368300"/>
                <a:gd name="connsiteY0" fmla="*/ 0 h 746490"/>
                <a:gd name="connsiteX1" fmla="*/ 69834 w 368300"/>
                <a:gd name="connsiteY1" fmla="*/ 7040 h 746490"/>
                <a:gd name="connsiteX2" fmla="*/ 368300 w 368300"/>
                <a:gd name="connsiteY2" fmla="*/ 373245 h 746490"/>
                <a:gd name="connsiteX3" fmla="*/ 69834 w 368300"/>
                <a:gd name="connsiteY3" fmla="*/ 739450 h 746490"/>
                <a:gd name="connsiteX4" fmla="*/ 0 w 368300"/>
                <a:gd name="connsiteY4" fmla="*/ 746490 h 7464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300" h="746490">
                  <a:moveTo>
                    <a:pt x="0" y="0"/>
                  </a:moveTo>
                  <a:lnTo>
                    <a:pt x="69834" y="7040"/>
                  </a:lnTo>
                  <a:cubicBezTo>
                    <a:pt x="240168" y="41896"/>
                    <a:pt x="368300" y="192607"/>
                    <a:pt x="368300" y="373245"/>
                  </a:cubicBezTo>
                  <a:cubicBezTo>
                    <a:pt x="368300" y="553883"/>
                    <a:pt x="240168" y="704594"/>
                    <a:pt x="69834" y="739450"/>
                  </a:cubicBezTo>
                  <a:lnTo>
                    <a:pt x="0" y="74649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4400" b="1" spc="300"/>
            </a:p>
          </p:txBody>
        </p:sp>
        <p:grpSp>
          <p:nvGrpSpPr>
            <p:cNvPr id="23" name="Group 22">
              <a:extLst>
                <a:ext uri="{FF2B5EF4-FFF2-40B4-BE49-F238E27FC236}">
                  <a16:creationId xmlns:a16="http://schemas.microsoft.com/office/drawing/2014/main" id="{EE8BA3DF-3DB6-4B5C-8BDA-1337AA8E1FAE}"/>
                </a:ext>
              </a:extLst>
            </p:cNvPr>
            <p:cNvGrpSpPr/>
            <p:nvPr/>
          </p:nvGrpSpPr>
          <p:grpSpPr>
            <a:xfrm>
              <a:off x="78324" y="605745"/>
              <a:ext cx="121701" cy="361477"/>
              <a:chOff x="-12442" y="1663700"/>
              <a:chExt cx="1761630" cy="5232400"/>
            </a:xfrm>
          </p:grpSpPr>
          <p:sp>
            <p:nvSpPr>
              <p:cNvPr id="24" name="Freeform 5">
                <a:extLst>
                  <a:ext uri="{FF2B5EF4-FFF2-40B4-BE49-F238E27FC236}">
                    <a16:creationId xmlns:a16="http://schemas.microsoft.com/office/drawing/2014/main" id="{F92DBA50-E586-417D-ACE8-E9328CAD1DB3}"/>
                  </a:ext>
                </a:extLst>
              </p:cNvPr>
              <p:cNvSpPr>
                <a:spLocks/>
              </p:cNvSpPr>
              <p:nvPr/>
            </p:nvSpPr>
            <p:spPr bwMode="auto">
              <a:xfrm>
                <a:off x="376188" y="1663700"/>
                <a:ext cx="1373000" cy="1373000"/>
              </a:xfrm>
              <a:custGeom>
                <a:avLst/>
                <a:gdLst>
                  <a:gd name="T0" fmla="*/ 4 w 178"/>
                  <a:gd name="T1" fmla="*/ 80 h 178"/>
                  <a:gd name="T2" fmla="*/ 98 w 178"/>
                  <a:gd name="T3" fmla="*/ 4 h 178"/>
                  <a:gd name="T4" fmla="*/ 173 w 178"/>
                  <a:gd name="T5" fmla="*/ 98 h 178"/>
                  <a:gd name="T6" fmla="*/ 80 w 178"/>
                  <a:gd name="T7" fmla="*/ 173 h 178"/>
                  <a:gd name="T8" fmla="*/ 4 w 178"/>
                  <a:gd name="T9" fmla="*/ 80 h 178"/>
                </a:gdLst>
                <a:ahLst/>
                <a:cxnLst>
                  <a:cxn ang="0">
                    <a:pos x="T0" y="T1"/>
                  </a:cxn>
                  <a:cxn ang="0">
                    <a:pos x="T2" y="T3"/>
                  </a:cxn>
                  <a:cxn ang="0">
                    <a:pos x="T4" y="T5"/>
                  </a:cxn>
                  <a:cxn ang="0">
                    <a:pos x="T6" y="T7"/>
                  </a:cxn>
                  <a:cxn ang="0">
                    <a:pos x="T8" y="T9"/>
                  </a:cxn>
                </a:cxnLst>
                <a:rect l="0" t="0" r="r" b="b"/>
                <a:pathLst>
                  <a:path w="178" h="178">
                    <a:moveTo>
                      <a:pt x="4" y="80"/>
                    </a:moveTo>
                    <a:cubicBezTo>
                      <a:pt x="9" y="33"/>
                      <a:pt x="51" y="0"/>
                      <a:pt x="98" y="4"/>
                    </a:cubicBezTo>
                    <a:cubicBezTo>
                      <a:pt x="144" y="9"/>
                      <a:pt x="178" y="51"/>
                      <a:pt x="173" y="98"/>
                    </a:cubicBezTo>
                    <a:cubicBezTo>
                      <a:pt x="168" y="144"/>
                      <a:pt x="127" y="178"/>
                      <a:pt x="80" y="173"/>
                    </a:cubicBezTo>
                    <a:cubicBezTo>
                      <a:pt x="33" y="168"/>
                      <a:pt x="0" y="127"/>
                      <a:pt x="4" y="8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solidFill>
                    <a:schemeClr val="tx1"/>
                  </a:solidFill>
                </a:endParaRPr>
              </a:p>
            </p:txBody>
          </p:sp>
          <p:sp>
            <p:nvSpPr>
              <p:cNvPr id="25" name="Freeform 6">
                <a:extLst>
                  <a:ext uri="{FF2B5EF4-FFF2-40B4-BE49-F238E27FC236}">
                    <a16:creationId xmlns:a16="http://schemas.microsoft.com/office/drawing/2014/main" id="{CCD4F696-0109-496D-8830-21B98FFAB290}"/>
                  </a:ext>
                </a:extLst>
              </p:cNvPr>
              <p:cNvSpPr>
                <a:spLocks/>
              </p:cNvSpPr>
              <p:nvPr/>
            </p:nvSpPr>
            <p:spPr bwMode="auto">
              <a:xfrm>
                <a:off x="-12442" y="3340705"/>
                <a:ext cx="1640372" cy="3555395"/>
              </a:xfrm>
              <a:custGeom>
                <a:avLst/>
                <a:gdLst>
                  <a:gd name="T0" fmla="*/ 133 w 436"/>
                  <a:gd name="T1" fmla="*/ 945 h 945"/>
                  <a:gd name="T2" fmla="*/ 133 w 436"/>
                  <a:gd name="T3" fmla="*/ 233 h 945"/>
                  <a:gd name="T4" fmla="*/ 0 w 436"/>
                  <a:gd name="T5" fmla="*/ 233 h 945"/>
                  <a:gd name="T6" fmla="*/ 0 w 436"/>
                  <a:gd name="T7" fmla="*/ 0 h 945"/>
                  <a:gd name="T8" fmla="*/ 436 w 436"/>
                  <a:gd name="T9" fmla="*/ 0 h 945"/>
                  <a:gd name="T10" fmla="*/ 436 w 436"/>
                  <a:gd name="T11" fmla="*/ 945 h 945"/>
                  <a:gd name="T12" fmla="*/ 133 w 436"/>
                  <a:gd name="T13" fmla="*/ 945 h 945"/>
                </a:gdLst>
                <a:ahLst/>
                <a:cxnLst>
                  <a:cxn ang="0">
                    <a:pos x="T0" y="T1"/>
                  </a:cxn>
                  <a:cxn ang="0">
                    <a:pos x="T2" y="T3"/>
                  </a:cxn>
                  <a:cxn ang="0">
                    <a:pos x="T4" y="T5"/>
                  </a:cxn>
                  <a:cxn ang="0">
                    <a:pos x="T6" y="T7"/>
                  </a:cxn>
                  <a:cxn ang="0">
                    <a:pos x="T8" y="T9"/>
                  </a:cxn>
                  <a:cxn ang="0">
                    <a:pos x="T10" y="T11"/>
                  </a:cxn>
                  <a:cxn ang="0">
                    <a:pos x="T12" y="T13"/>
                  </a:cxn>
                </a:cxnLst>
                <a:rect l="0" t="0" r="r" b="b"/>
                <a:pathLst>
                  <a:path w="436" h="945">
                    <a:moveTo>
                      <a:pt x="133" y="945"/>
                    </a:moveTo>
                    <a:lnTo>
                      <a:pt x="133" y="233"/>
                    </a:lnTo>
                    <a:lnTo>
                      <a:pt x="0" y="233"/>
                    </a:lnTo>
                    <a:lnTo>
                      <a:pt x="0" y="0"/>
                    </a:lnTo>
                    <a:lnTo>
                      <a:pt x="436" y="0"/>
                    </a:lnTo>
                    <a:lnTo>
                      <a:pt x="436" y="945"/>
                    </a:lnTo>
                    <a:lnTo>
                      <a:pt x="133" y="94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solidFill>
                    <a:schemeClr val="tx1"/>
                  </a:solidFill>
                </a:endParaRPr>
              </a:p>
            </p:txBody>
          </p:sp>
        </p:grpSp>
      </p:grpSp>
      <p:sp>
        <p:nvSpPr>
          <p:cNvPr id="4" name="Slide Number Placeholder 3">
            <a:extLst>
              <a:ext uri="{FF2B5EF4-FFF2-40B4-BE49-F238E27FC236}">
                <a16:creationId xmlns:a16="http://schemas.microsoft.com/office/drawing/2014/main" id="{5FD8AA36-DC02-4C10-B19F-8CC1013CFC9D}"/>
              </a:ext>
            </a:extLst>
          </p:cNvPr>
          <p:cNvSpPr>
            <a:spLocks noGrp="1"/>
          </p:cNvSpPr>
          <p:nvPr>
            <p:ph type="sldNum" sz="quarter" idx="11"/>
          </p:nvPr>
        </p:nvSpPr>
        <p:spPr/>
        <p:txBody>
          <a:bodyPr/>
          <a:lstStyle/>
          <a:p>
            <a:fld id="{FAEEC637-5006-4E50-A83C-29CEB747C05F}" type="slidenum">
              <a:rPr lang="en-GB" smtClean="0"/>
              <a:pPr/>
              <a:t>‹#›</a:t>
            </a:fld>
            <a:endParaRPr lang="en-GB"/>
          </a:p>
        </p:txBody>
      </p:sp>
    </p:spTree>
    <p:extLst>
      <p:ext uri="{BB962C8B-B14F-4D97-AF65-F5344CB8AC3E}">
        <p14:creationId xmlns:p14="http://schemas.microsoft.com/office/powerpoint/2010/main" val="19050553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11500-00F8-4965-84B4-14C20B61B64D}"/>
              </a:ext>
            </a:extLst>
          </p:cNvPr>
          <p:cNvSpPr>
            <a:spLocks noGrp="1"/>
          </p:cNvSpPr>
          <p:nvPr>
            <p:ph type="title"/>
          </p:nvPr>
        </p:nvSpPr>
        <p:spPr/>
        <p:txBody>
          <a:bodyPr/>
          <a:lstStyle/>
          <a:p>
            <a:r>
              <a:rPr lang="en-US"/>
              <a:t>Click to edit Master title style</a:t>
            </a:r>
            <a:endParaRPr lang="en-GB"/>
          </a:p>
        </p:txBody>
      </p:sp>
      <p:sp>
        <p:nvSpPr>
          <p:cNvPr id="4" name="Footer Placeholder 3">
            <a:extLst>
              <a:ext uri="{FF2B5EF4-FFF2-40B4-BE49-F238E27FC236}">
                <a16:creationId xmlns:a16="http://schemas.microsoft.com/office/drawing/2014/main" id="{ACB3732C-FC7F-4DE3-88A8-A46C602C6181}"/>
              </a:ext>
            </a:extLst>
          </p:cNvPr>
          <p:cNvSpPr>
            <a:spLocks noGrp="1"/>
          </p:cNvSpPr>
          <p:nvPr>
            <p:ph type="ftr" sz="quarter" idx="11"/>
          </p:nvPr>
        </p:nvSpPr>
        <p:spPr/>
        <p:txBody>
          <a:bodyPr/>
          <a:lstStyle/>
          <a:p>
            <a:r>
              <a:rPr lang="en-US"/>
              <a:t>Go to Insert &gt; Header &amp; Footer to edit footer text</a:t>
            </a:r>
            <a:endParaRPr lang="en-GB"/>
          </a:p>
        </p:txBody>
      </p:sp>
      <p:sp>
        <p:nvSpPr>
          <p:cNvPr id="5" name="Slide Number Placeholder 4">
            <a:extLst>
              <a:ext uri="{FF2B5EF4-FFF2-40B4-BE49-F238E27FC236}">
                <a16:creationId xmlns:a16="http://schemas.microsoft.com/office/drawing/2014/main" id="{83506D75-FF9B-4780-94C9-D353E2FAEE5F}"/>
              </a:ext>
            </a:extLst>
          </p:cNvPr>
          <p:cNvSpPr>
            <a:spLocks noGrp="1"/>
          </p:cNvSpPr>
          <p:nvPr>
            <p:ph type="sldNum" sz="quarter" idx="12"/>
          </p:nvPr>
        </p:nvSpPr>
        <p:spPr/>
        <p:txBody>
          <a:bodyPr/>
          <a:lstStyle/>
          <a:p>
            <a:fld id="{FAEEC637-5006-4E50-A83C-29CEB747C05F}" type="slidenum">
              <a:rPr lang="en-GB" smtClean="0"/>
              <a:t>‹#›</a:t>
            </a:fld>
            <a:endParaRPr lang="en-GB"/>
          </a:p>
        </p:txBody>
      </p:sp>
    </p:spTree>
    <p:extLst>
      <p:ext uri="{BB962C8B-B14F-4D97-AF65-F5344CB8AC3E}">
        <p14:creationId xmlns:p14="http://schemas.microsoft.com/office/powerpoint/2010/main" val="35834604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8EEF98BD-1ACC-47C2-B49D-F62045976874}"/>
              </a:ext>
            </a:extLst>
          </p:cNvPr>
          <p:cNvSpPr>
            <a:spLocks noGrp="1"/>
          </p:cNvSpPr>
          <p:nvPr>
            <p:ph type="ftr" sz="quarter" idx="11"/>
          </p:nvPr>
        </p:nvSpPr>
        <p:spPr/>
        <p:txBody>
          <a:bodyPr/>
          <a:lstStyle/>
          <a:p>
            <a:r>
              <a:rPr lang="en-US"/>
              <a:t>Go to Insert &gt; Header &amp; Footer to edit footer text</a:t>
            </a:r>
            <a:endParaRPr lang="en-GB"/>
          </a:p>
        </p:txBody>
      </p:sp>
      <p:sp>
        <p:nvSpPr>
          <p:cNvPr id="4" name="Slide Number Placeholder 3">
            <a:extLst>
              <a:ext uri="{FF2B5EF4-FFF2-40B4-BE49-F238E27FC236}">
                <a16:creationId xmlns:a16="http://schemas.microsoft.com/office/drawing/2014/main" id="{FD5A0906-AC26-44F3-9B49-2006953D6072}"/>
              </a:ext>
            </a:extLst>
          </p:cNvPr>
          <p:cNvSpPr>
            <a:spLocks noGrp="1"/>
          </p:cNvSpPr>
          <p:nvPr>
            <p:ph type="sldNum" sz="quarter" idx="12"/>
          </p:nvPr>
        </p:nvSpPr>
        <p:spPr/>
        <p:txBody>
          <a:bodyPr/>
          <a:lstStyle/>
          <a:p>
            <a:fld id="{FAEEC637-5006-4E50-A83C-29CEB747C05F}" type="slidenum">
              <a:rPr lang="en-GB" smtClean="0"/>
              <a:t>‹#›</a:t>
            </a:fld>
            <a:endParaRPr lang="en-GB"/>
          </a:p>
        </p:txBody>
      </p:sp>
    </p:spTree>
    <p:extLst>
      <p:ext uri="{BB962C8B-B14F-4D97-AF65-F5344CB8AC3E}">
        <p14:creationId xmlns:p14="http://schemas.microsoft.com/office/powerpoint/2010/main" val="24692066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hank You">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BB1815A-B3AC-4EED-B654-8903A2CE163E}"/>
              </a:ext>
            </a:extLst>
          </p:cNvPr>
          <p:cNvSpPr/>
          <p:nvPr userDrawn="1"/>
        </p:nvSpPr>
        <p:spPr>
          <a:xfrm>
            <a:off x="0" y="0"/>
            <a:ext cx="12192000"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n>
                <a:solidFill>
                  <a:schemeClr val="bg1"/>
                </a:solidFill>
              </a:ln>
              <a:solidFill>
                <a:schemeClr val="bg1"/>
              </a:solidFill>
            </a:endParaRPr>
          </a:p>
        </p:txBody>
      </p:sp>
      <p:pic>
        <p:nvPicPr>
          <p:cNvPr id="6" name="Picture 5" descr="A picture containing outdoor&#10;&#10;Description generated with very high confidence">
            <a:extLst>
              <a:ext uri="{FF2B5EF4-FFF2-40B4-BE49-F238E27FC236}">
                <a16:creationId xmlns:a16="http://schemas.microsoft.com/office/drawing/2014/main" id="{353441D7-B154-431A-A906-AE049925AFE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Rectangle 6">
            <a:extLst>
              <a:ext uri="{FF2B5EF4-FFF2-40B4-BE49-F238E27FC236}">
                <a16:creationId xmlns:a16="http://schemas.microsoft.com/office/drawing/2014/main" id="{FB89681C-A500-41B3-AEC8-006EF607E575}"/>
              </a:ext>
            </a:extLst>
          </p:cNvPr>
          <p:cNvSpPr/>
          <p:nvPr userDrawn="1"/>
        </p:nvSpPr>
        <p:spPr>
          <a:xfrm>
            <a:off x="0" y="0"/>
            <a:ext cx="12192000" cy="6857998"/>
          </a:xfrm>
          <a:prstGeom prst="rect">
            <a:avLst/>
          </a:prstGeom>
          <a:solidFill>
            <a:schemeClr val="bg1">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Freeform: Shape 7">
            <a:extLst>
              <a:ext uri="{FF2B5EF4-FFF2-40B4-BE49-F238E27FC236}">
                <a16:creationId xmlns:a16="http://schemas.microsoft.com/office/drawing/2014/main" id="{24DE3A14-50CC-4DE7-BC04-ECE2D4476919}"/>
              </a:ext>
            </a:extLst>
          </p:cNvPr>
          <p:cNvSpPr/>
          <p:nvPr userDrawn="1"/>
        </p:nvSpPr>
        <p:spPr>
          <a:xfrm>
            <a:off x="695326" y="2119449"/>
            <a:ext cx="11496674" cy="2645018"/>
          </a:xfrm>
          <a:custGeom>
            <a:avLst/>
            <a:gdLst>
              <a:gd name="connsiteX0" fmla="*/ 1322509 w 11496675"/>
              <a:gd name="connsiteY0" fmla="*/ 0 h 2645018"/>
              <a:gd name="connsiteX1" fmla="*/ 11496675 w 11496675"/>
              <a:gd name="connsiteY1" fmla="*/ 0 h 2645018"/>
              <a:gd name="connsiteX2" fmla="*/ 11496675 w 11496675"/>
              <a:gd name="connsiteY2" fmla="*/ 2645018 h 2645018"/>
              <a:gd name="connsiteX3" fmla="*/ 1322509 w 11496675"/>
              <a:gd name="connsiteY3" fmla="*/ 2645018 h 2645018"/>
              <a:gd name="connsiteX4" fmla="*/ 0 w 11496675"/>
              <a:gd name="connsiteY4" fmla="*/ 1322509 h 2645018"/>
              <a:gd name="connsiteX5" fmla="*/ 1322509 w 11496675"/>
              <a:gd name="connsiteY5" fmla="*/ 0 h 2645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496675" h="2645018">
                <a:moveTo>
                  <a:pt x="1322509" y="0"/>
                </a:moveTo>
                <a:lnTo>
                  <a:pt x="11496675" y="0"/>
                </a:lnTo>
                <a:lnTo>
                  <a:pt x="11496675" y="2645018"/>
                </a:lnTo>
                <a:lnTo>
                  <a:pt x="1322509" y="2645018"/>
                </a:lnTo>
                <a:cubicBezTo>
                  <a:pt x="592109" y="2645018"/>
                  <a:pt x="0" y="2052909"/>
                  <a:pt x="0" y="1322509"/>
                </a:cubicBezTo>
                <a:cubicBezTo>
                  <a:pt x="0" y="592109"/>
                  <a:pt x="592109" y="0"/>
                  <a:pt x="1322509" y="0"/>
                </a:cubicBezTo>
                <a:close/>
              </a:path>
            </a:pathLst>
          </a:cu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GB"/>
          </a:p>
        </p:txBody>
      </p:sp>
      <p:sp>
        <p:nvSpPr>
          <p:cNvPr id="9" name="Oval 8">
            <a:extLst>
              <a:ext uri="{FF2B5EF4-FFF2-40B4-BE49-F238E27FC236}">
                <a16:creationId xmlns:a16="http://schemas.microsoft.com/office/drawing/2014/main" id="{208AB5E0-AFB1-46D0-B888-EFB7A35BC2A2}"/>
              </a:ext>
            </a:extLst>
          </p:cNvPr>
          <p:cNvSpPr/>
          <p:nvPr userDrawn="1"/>
        </p:nvSpPr>
        <p:spPr>
          <a:xfrm>
            <a:off x="905606" y="2329730"/>
            <a:ext cx="2224456" cy="222445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 name="Footer Placeholder 2">
            <a:extLst>
              <a:ext uri="{FF2B5EF4-FFF2-40B4-BE49-F238E27FC236}">
                <a16:creationId xmlns:a16="http://schemas.microsoft.com/office/drawing/2014/main" id="{8EEF98BD-1ACC-47C2-B49D-F62045976874}"/>
              </a:ext>
            </a:extLst>
          </p:cNvPr>
          <p:cNvSpPr>
            <a:spLocks noGrp="1"/>
          </p:cNvSpPr>
          <p:nvPr>
            <p:ph type="ftr" sz="quarter" idx="11"/>
          </p:nvPr>
        </p:nvSpPr>
        <p:spPr/>
        <p:txBody>
          <a:bodyPr/>
          <a:lstStyle/>
          <a:p>
            <a:r>
              <a:rPr lang="en-US"/>
              <a:t>Go to Insert &gt; Header &amp; Footer to edit footer text</a:t>
            </a:r>
            <a:endParaRPr lang="en-GB"/>
          </a:p>
        </p:txBody>
      </p:sp>
      <p:sp>
        <p:nvSpPr>
          <p:cNvPr id="11" name="Rectangle 10">
            <a:extLst>
              <a:ext uri="{FF2B5EF4-FFF2-40B4-BE49-F238E27FC236}">
                <a16:creationId xmlns:a16="http://schemas.microsoft.com/office/drawing/2014/main" id="{E50116F5-C21D-4DA9-892D-50392E4BD607}"/>
              </a:ext>
            </a:extLst>
          </p:cNvPr>
          <p:cNvSpPr/>
          <p:nvPr userDrawn="1"/>
        </p:nvSpPr>
        <p:spPr>
          <a:xfrm>
            <a:off x="3522951" y="2657128"/>
            <a:ext cx="7973723" cy="1569660"/>
          </a:xfrm>
          <a:prstGeom prst="rect">
            <a:avLst/>
          </a:prstGeom>
        </p:spPr>
        <p:txBody>
          <a:bodyPr wrap="square">
            <a:spAutoFit/>
          </a:bodyPr>
          <a:lstStyle/>
          <a:p>
            <a:pPr algn="ctr" defTabSz="914400" rtl="0" eaLnBrk="1" latinLnBrk="0" hangingPunct="1">
              <a:lnSpc>
                <a:spcPct val="100000"/>
              </a:lnSpc>
              <a:spcBef>
                <a:spcPct val="0"/>
              </a:spcBef>
              <a:buNone/>
            </a:pPr>
            <a:r>
              <a:rPr lang="en-US" sz="9600" b="1" kern="1200" cap="all" baseline="0" noProof="0">
                <a:solidFill>
                  <a:schemeClr val="bg2"/>
                </a:solidFill>
                <a:latin typeface="+mj-lt"/>
                <a:ea typeface="+mj-ea"/>
                <a:cs typeface="+mj-cs"/>
              </a:rPr>
              <a:t>THANK YOU</a:t>
            </a:r>
            <a:endParaRPr lang="en-US" sz="9600" b="1" kern="1200" cap="all" baseline="0">
              <a:solidFill>
                <a:schemeClr val="bg2"/>
              </a:solidFill>
              <a:latin typeface="+mj-lt"/>
              <a:ea typeface="+mj-ea"/>
              <a:cs typeface="+mj-cs"/>
            </a:endParaRPr>
          </a:p>
        </p:txBody>
      </p:sp>
      <p:pic>
        <p:nvPicPr>
          <p:cNvPr id="10" name="Picture 9">
            <a:extLst>
              <a:ext uri="{FF2B5EF4-FFF2-40B4-BE49-F238E27FC236}">
                <a16:creationId xmlns:a16="http://schemas.microsoft.com/office/drawing/2014/main" id="{1DCE2996-6646-445A-9880-B094B54B8E8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rot="10800000" flipH="1" flipV="1">
            <a:off x="1168246" y="2573517"/>
            <a:ext cx="1699176" cy="1699174"/>
          </a:xfrm>
          <a:prstGeom prst="rect">
            <a:avLst/>
          </a:prstGeom>
        </p:spPr>
      </p:pic>
    </p:spTree>
    <p:extLst>
      <p:ext uri="{BB962C8B-B14F-4D97-AF65-F5344CB8AC3E}">
        <p14:creationId xmlns:p14="http://schemas.microsoft.com/office/powerpoint/2010/main" val="1641596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TITLE">
    <p:bg>
      <p:bgPr>
        <a:solidFill>
          <a:schemeClr val="bg1"/>
        </a:solidFill>
        <a:effectLst/>
      </p:bgPr>
    </p:bg>
    <p:spTree>
      <p:nvGrpSpPr>
        <p:cNvPr id="1" name=""/>
        <p:cNvGrpSpPr/>
        <p:nvPr/>
      </p:nvGrpSpPr>
      <p:grpSpPr>
        <a:xfrm>
          <a:off x="0" y="0"/>
          <a:ext cx="0" cy="0"/>
          <a:chOff x="0" y="0"/>
          <a:chExt cx="0" cy="0"/>
        </a:xfrm>
      </p:grpSpPr>
      <p:sp>
        <p:nvSpPr>
          <p:cNvPr id="16" name="bg object 16"/>
          <p:cNvSpPr/>
          <p:nvPr userDrawn="1"/>
        </p:nvSpPr>
        <p:spPr>
          <a:xfrm>
            <a:off x="0" y="0"/>
            <a:ext cx="12193270" cy="6858000"/>
          </a:xfrm>
          <a:custGeom>
            <a:avLst/>
            <a:gdLst/>
            <a:ahLst/>
            <a:cxnLst/>
            <a:rect l="l" t="t" r="r" b="b"/>
            <a:pathLst>
              <a:path w="12193270" h="6858000">
                <a:moveTo>
                  <a:pt x="12193206" y="0"/>
                </a:moveTo>
                <a:lnTo>
                  <a:pt x="0" y="0"/>
                </a:lnTo>
                <a:lnTo>
                  <a:pt x="0" y="6858000"/>
                </a:lnTo>
                <a:lnTo>
                  <a:pt x="12193206" y="6858000"/>
                </a:lnTo>
                <a:lnTo>
                  <a:pt x="12193206" y="0"/>
                </a:lnTo>
                <a:close/>
              </a:path>
            </a:pathLst>
          </a:custGeom>
          <a:solidFill>
            <a:srgbClr val="25408D"/>
          </a:solidFill>
        </p:spPr>
        <p:txBody>
          <a:bodyPr wrap="square" lIns="0" tIns="0" rIns="0" bIns="0" rtlCol="0"/>
          <a:lstStyle/>
          <a:p>
            <a:endParaRPr/>
          </a:p>
        </p:txBody>
      </p:sp>
      <p:sp>
        <p:nvSpPr>
          <p:cNvPr id="15" name="Text Placeholder 14">
            <a:extLst>
              <a:ext uri="{FF2B5EF4-FFF2-40B4-BE49-F238E27FC236}">
                <a16:creationId xmlns:a16="http://schemas.microsoft.com/office/drawing/2014/main" id="{B49E1506-44A0-C243-961B-917943DAE1E2}"/>
              </a:ext>
            </a:extLst>
          </p:cNvPr>
          <p:cNvSpPr>
            <a:spLocks noGrp="1"/>
          </p:cNvSpPr>
          <p:nvPr>
            <p:ph type="body" sz="quarter" idx="10" hasCustomPrompt="1"/>
          </p:nvPr>
        </p:nvSpPr>
        <p:spPr>
          <a:xfrm>
            <a:off x="533400" y="2318598"/>
            <a:ext cx="5562600" cy="1485900"/>
          </a:xfrm>
        </p:spPr>
        <p:txBody>
          <a:bodyPr/>
          <a:lstStyle>
            <a:lvl1pPr>
              <a:defRPr sz="5000" b="1" baseline="0">
                <a:solidFill>
                  <a:srgbClr val="FDBA13"/>
                </a:solidFill>
                <a:latin typeface="Arial" panose="020B0604020202020204" pitchFamily="34" charset="0"/>
                <a:cs typeface="Arial" panose="020B0604020202020204" pitchFamily="34" charset="0"/>
              </a:defRPr>
            </a:lvl1pPr>
          </a:lstStyle>
          <a:p>
            <a:pPr lvl="0"/>
            <a:r>
              <a:rPr lang="en-GB"/>
              <a:t>1st Line Header</a:t>
            </a:r>
            <a:br>
              <a:rPr lang="en-GB"/>
            </a:br>
            <a:r>
              <a:rPr lang="en-GB"/>
              <a:t>2nd Line Header</a:t>
            </a:r>
            <a:endParaRPr lang="en-US"/>
          </a:p>
        </p:txBody>
      </p:sp>
      <p:sp>
        <p:nvSpPr>
          <p:cNvPr id="18" name="Text Placeholder 17">
            <a:extLst>
              <a:ext uri="{FF2B5EF4-FFF2-40B4-BE49-F238E27FC236}">
                <a16:creationId xmlns:a16="http://schemas.microsoft.com/office/drawing/2014/main" id="{7A74C29E-264C-E546-AA84-D6DEEEFAE46E}"/>
              </a:ext>
            </a:extLst>
          </p:cNvPr>
          <p:cNvSpPr>
            <a:spLocks noGrp="1"/>
          </p:cNvSpPr>
          <p:nvPr>
            <p:ph type="body" sz="quarter" idx="11" hasCustomPrompt="1"/>
          </p:nvPr>
        </p:nvSpPr>
        <p:spPr>
          <a:xfrm>
            <a:off x="533400" y="3947160"/>
            <a:ext cx="2743200" cy="384721"/>
          </a:xfrm>
        </p:spPr>
        <p:txBody>
          <a:bodyPr/>
          <a:lstStyle>
            <a:lvl1pPr>
              <a:defRPr sz="2500">
                <a:solidFill>
                  <a:schemeClr val="bg1"/>
                </a:solidFill>
                <a:latin typeface="Arial" panose="020B0604020202020204" pitchFamily="34" charset="0"/>
                <a:cs typeface="Arial" panose="020B0604020202020204" pitchFamily="34" charset="0"/>
              </a:defRPr>
            </a:lvl1pPr>
          </a:lstStyle>
          <a:p>
            <a:pPr lvl="0"/>
            <a:r>
              <a:rPr lang="en-GB"/>
              <a:t>Sub Header</a:t>
            </a:r>
            <a:endParaRPr lang="en-US"/>
          </a:p>
        </p:txBody>
      </p:sp>
      <p:pic>
        <p:nvPicPr>
          <p:cNvPr id="8" name="Picture 7">
            <a:extLst>
              <a:ext uri="{FF2B5EF4-FFF2-40B4-BE49-F238E27FC236}">
                <a16:creationId xmlns:a16="http://schemas.microsoft.com/office/drawing/2014/main" id="{09406C76-BFDA-2443-8FE2-8A696F72BB97}"/>
              </a:ext>
            </a:extLst>
          </p:cNvPr>
          <p:cNvPicPr>
            <a:picLocks noChangeAspect="1"/>
          </p:cNvPicPr>
          <p:nvPr userDrawn="1"/>
        </p:nvPicPr>
        <p:blipFill>
          <a:blip r:embed="rId2"/>
          <a:stretch>
            <a:fillRect/>
          </a:stretch>
        </p:blipFill>
        <p:spPr>
          <a:xfrm>
            <a:off x="575994" y="5788803"/>
            <a:ext cx="1616743" cy="547430"/>
          </a:xfrm>
          <a:prstGeom prst="rect">
            <a:avLst/>
          </a:prstGeom>
        </p:spPr>
      </p:pic>
      <p:pic>
        <p:nvPicPr>
          <p:cNvPr id="9" name="Picture 8">
            <a:extLst>
              <a:ext uri="{FF2B5EF4-FFF2-40B4-BE49-F238E27FC236}">
                <a16:creationId xmlns:a16="http://schemas.microsoft.com/office/drawing/2014/main" id="{1B6C17F0-EC2B-8849-AC98-388A1F15AAA1}"/>
              </a:ext>
            </a:extLst>
          </p:cNvPr>
          <p:cNvPicPr>
            <a:picLocks noChangeAspect="1"/>
          </p:cNvPicPr>
          <p:nvPr userDrawn="1"/>
        </p:nvPicPr>
        <p:blipFill>
          <a:blip r:embed="rId3"/>
          <a:stretch>
            <a:fillRect/>
          </a:stretch>
        </p:blipFill>
        <p:spPr>
          <a:xfrm>
            <a:off x="575994" y="577370"/>
            <a:ext cx="2353083" cy="722375"/>
          </a:xfrm>
          <a:prstGeom prst="rect">
            <a:avLst/>
          </a:prstGeom>
        </p:spPr>
      </p:pic>
      <p:pic>
        <p:nvPicPr>
          <p:cNvPr id="11" name="Picture 10">
            <a:extLst>
              <a:ext uri="{FF2B5EF4-FFF2-40B4-BE49-F238E27FC236}">
                <a16:creationId xmlns:a16="http://schemas.microsoft.com/office/drawing/2014/main" id="{AA8B8DAD-9481-AA47-88A7-BFE49BF958F8}"/>
              </a:ext>
            </a:extLst>
          </p:cNvPr>
          <p:cNvPicPr>
            <a:picLocks noChangeAspect="1"/>
          </p:cNvPicPr>
          <p:nvPr userDrawn="1"/>
        </p:nvPicPr>
        <p:blipFill>
          <a:blip r:embed="rId4"/>
          <a:stretch>
            <a:fillRect/>
          </a:stretch>
        </p:blipFill>
        <p:spPr>
          <a:xfrm>
            <a:off x="6688306" y="1328904"/>
            <a:ext cx="5300495" cy="5300495"/>
          </a:xfrm>
          <a:prstGeom prst="rect">
            <a:avLst/>
          </a:prstGeom>
        </p:spPr>
      </p:pic>
    </p:spTree>
    <p:extLst>
      <p:ext uri="{BB962C8B-B14F-4D97-AF65-F5344CB8AC3E}">
        <p14:creationId xmlns:p14="http://schemas.microsoft.com/office/powerpoint/2010/main" val="38714020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WATERMARK">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962BE2F-60AC-894F-B8EE-A0F0C34CD80D}"/>
              </a:ext>
            </a:extLst>
          </p:cNvPr>
          <p:cNvPicPr>
            <a:picLocks noChangeAspect="1"/>
          </p:cNvPicPr>
          <p:nvPr userDrawn="1"/>
        </p:nvPicPr>
        <p:blipFill>
          <a:blip r:embed="rId2">
            <a:alphaModFix amt="20000"/>
          </a:blip>
          <a:stretch>
            <a:fillRect/>
          </a:stretch>
        </p:blipFill>
        <p:spPr>
          <a:xfrm>
            <a:off x="7082294" y="1720622"/>
            <a:ext cx="4906507" cy="4906507"/>
          </a:xfrm>
          <a:prstGeom prst="rect">
            <a:avLst/>
          </a:prstGeom>
        </p:spPr>
      </p:pic>
      <p:sp>
        <p:nvSpPr>
          <p:cNvPr id="5" name="object 4">
            <a:extLst>
              <a:ext uri="{FF2B5EF4-FFF2-40B4-BE49-F238E27FC236}">
                <a16:creationId xmlns:a16="http://schemas.microsoft.com/office/drawing/2014/main" id="{C1F0E6C2-2EE5-D841-B127-9502BB69D97F}"/>
              </a:ext>
            </a:extLst>
          </p:cNvPr>
          <p:cNvSpPr/>
          <p:nvPr userDrawn="1"/>
        </p:nvSpPr>
        <p:spPr>
          <a:xfrm>
            <a:off x="0" y="0"/>
            <a:ext cx="12193270" cy="1295855"/>
          </a:xfrm>
          <a:custGeom>
            <a:avLst/>
            <a:gdLst/>
            <a:ahLst/>
            <a:cxnLst/>
            <a:rect l="l" t="t" r="r" b="b"/>
            <a:pathLst>
              <a:path w="12193270" h="1706880">
                <a:moveTo>
                  <a:pt x="12193206" y="0"/>
                </a:moveTo>
                <a:lnTo>
                  <a:pt x="0" y="0"/>
                </a:lnTo>
                <a:lnTo>
                  <a:pt x="0" y="1706765"/>
                </a:lnTo>
                <a:lnTo>
                  <a:pt x="12193206" y="1706765"/>
                </a:lnTo>
                <a:lnTo>
                  <a:pt x="12193206" y="0"/>
                </a:lnTo>
                <a:close/>
              </a:path>
            </a:pathLst>
          </a:custGeom>
          <a:solidFill>
            <a:srgbClr val="25408D"/>
          </a:solidFill>
        </p:spPr>
        <p:txBody>
          <a:bodyPr wrap="square" lIns="0" tIns="0" rIns="0" bIns="0" rtlCol="0"/>
          <a:lstStyle/>
          <a:p>
            <a:endParaRPr/>
          </a:p>
        </p:txBody>
      </p:sp>
      <p:pic>
        <p:nvPicPr>
          <p:cNvPr id="7" name="Picture 6">
            <a:extLst>
              <a:ext uri="{FF2B5EF4-FFF2-40B4-BE49-F238E27FC236}">
                <a16:creationId xmlns:a16="http://schemas.microsoft.com/office/drawing/2014/main" id="{02EE7552-CF1D-3046-90BC-DA62E4CFA17F}"/>
              </a:ext>
            </a:extLst>
          </p:cNvPr>
          <p:cNvPicPr>
            <a:picLocks noChangeAspect="1"/>
          </p:cNvPicPr>
          <p:nvPr userDrawn="1"/>
        </p:nvPicPr>
        <p:blipFill>
          <a:blip r:embed="rId3"/>
          <a:stretch>
            <a:fillRect/>
          </a:stretch>
        </p:blipFill>
        <p:spPr>
          <a:xfrm>
            <a:off x="9815421" y="424767"/>
            <a:ext cx="1801776" cy="553129"/>
          </a:xfrm>
          <a:prstGeom prst="rect">
            <a:avLst/>
          </a:prstGeom>
        </p:spPr>
      </p:pic>
      <p:sp>
        <p:nvSpPr>
          <p:cNvPr id="15" name="Text Placeholder 14">
            <a:extLst>
              <a:ext uri="{FF2B5EF4-FFF2-40B4-BE49-F238E27FC236}">
                <a16:creationId xmlns:a16="http://schemas.microsoft.com/office/drawing/2014/main" id="{2B32422C-E3F5-664F-A900-E87EE9A73BA9}"/>
              </a:ext>
            </a:extLst>
          </p:cNvPr>
          <p:cNvSpPr>
            <a:spLocks noGrp="1"/>
          </p:cNvSpPr>
          <p:nvPr>
            <p:ph type="body" sz="quarter" idx="12" hasCustomPrompt="1"/>
          </p:nvPr>
        </p:nvSpPr>
        <p:spPr>
          <a:xfrm>
            <a:off x="533399" y="1995059"/>
            <a:ext cx="11083797" cy="1538883"/>
          </a:xfrm>
        </p:spPr>
        <p:txBody>
          <a:bodyPr/>
          <a:lstStyle>
            <a:lvl1pPr>
              <a:defRPr sz="2500" b="1">
                <a:solidFill>
                  <a:srgbClr val="24408D"/>
                </a:solidFill>
                <a:latin typeface="Arial" panose="020B0604020202020204" pitchFamily="34" charset="0"/>
                <a:cs typeface="Arial" panose="020B0604020202020204" pitchFamily="34" charset="0"/>
              </a:defRPr>
            </a:lvl1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Duis at </a:t>
            </a:r>
            <a:r>
              <a:rPr lang="en-GB" err="1"/>
              <a:t>commodo</a:t>
            </a:r>
            <a:r>
              <a:rPr lang="en-GB"/>
              <a:t> </a:t>
            </a:r>
            <a:r>
              <a:rPr lang="en-GB" err="1"/>
              <a:t>neque</a:t>
            </a:r>
            <a:r>
              <a:rPr lang="en-GB"/>
              <a:t>, non </a:t>
            </a:r>
            <a:r>
              <a:rPr lang="en-GB" err="1"/>
              <a:t>ultrices</a:t>
            </a:r>
            <a:r>
              <a:rPr lang="en-GB"/>
              <a:t> </a:t>
            </a:r>
            <a:r>
              <a:rPr lang="en-GB" err="1"/>
              <a:t>turpis</a:t>
            </a:r>
            <a:r>
              <a:rPr lang="en-GB"/>
              <a:t>. Integer </a:t>
            </a:r>
            <a:r>
              <a:rPr lang="en-GB" err="1"/>
              <a:t>rutrum</a:t>
            </a:r>
            <a:r>
              <a:rPr lang="en-GB"/>
              <a:t> </a:t>
            </a:r>
            <a:r>
              <a:rPr lang="en-GB" err="1"/>
              <a:t>sem</a:t>
            </a:r>
            <a:r>
              <a:rPr lang="en-GB"/>
              <a:t> </a:t>
            </a:r>
            <a:r>
              <a:rPr lang="en-GB" err="1"/>
              <a:t>quis</a:t>
            </a:r>
            <a:r>
              <a:rPr lang="en-GB"/>
              <a:t> </a:t>
            </a:r>
            <a:r>
              <a:rPr lang="en-GB" err="1"/>
              <a:t>neque</a:t>
            </a:r>
            <a:r>
              <a:rPr lang="en-GB"/>
              <a:t> </a:t>
            </a:r>
            <a:r>
              <a:rPr lang="en-GB" err="1"/>
              <a:t>interdum</a:t>
            </a:r>
            <a:r>
              <a:rPr lang="en-GB"/>
              <a:t> </a:t>
            </a:r>
            <a:r>
              <a:rPr lang="en-GB" err="1"/>
              <a:t>egestas</a:t>
            </a:r>
            <a:r>
              <a:rPr lang="en-GB"/>
              <a:t>. </a:t>
            </a:r>
            <a:r>
              <a:rPr lang="en-GB" err="1"/>
              <a:t>Praesent</a:t>
            </a:r>
            <a:r>
              <a:rPr lang="en-GB"/>
              <a:t> </a:t>
            </a:r>
            <a:r>
              <a:rPr lang="en-GB" err="1"/>
              <a:t>nibh</a:t>
            </a:r>
            <a:r>
              <a:rPr lang="en-GB"/>
              <a:t> </a:t>
            </a:r>
            <a:r>
              <a:rPr lang="en-GB" err="1"/>
              <a:t>est</a:t>
            </a:r>
            <a:r>
              <a:rPr lang="en-GB"/>
              <a:t>, </a:t>
            </a:r>
            <a:r>
              <a:rPr lang="en-GB" err="1"/>
              <a:t>pellentesque</a:t>
            </a:r>
            <a:r>
              <a:rPr lang="en-GB"/>
              <a:t> et </a:t>
            </a:r>
            <a:r>
              <a:rPr lang="en-GB" err="1"/>
              <a:t>felis</a:t>
            </a:r>
            <a:r>
              <a:rPr lang="en-GB"/>
              <a:t> </a:t>
            </a:r>
            <a:r>
              <a:rPr lang="en-GB" err="1"/>
              <a:t>vel</a:t>
            </a:r>
            <a:r>
              <a:rPr lang="en-GB"/>
              <a:t>, </a:t>
            </a:r>
            <a:r>
              <a:rPr lang="en-GB" err="1"/>
              <a:t>aliquet</a:t>
            </a:r>
            <a:r>
              <a:rPr lang="en-GB"/>
              <a:t> </a:t>
            </a:r>
            <a:r>
              <a:rPr lang="en-GB" err="1"/>
              <a:t>interdum</a:t>
            </a:r>
            <a:r>
              <a:rPr lang="en-GB"/>
              <a:t> magna.</a:t>
            </a:r>
            <a:endParaRPr lang="en-US"/>
          </a:p>
        </p:txBody>
      </p:sp>
      <p:sp>
        <p:nvSpPr>
          <p:cNvPr id="16" name="Text Placeholder 14">
            <a:extLst>
              <a:ext uri="{FF2B5EF4-FFF2-40B4-BE49-F238E27FC236}">
                <a16:creationId xmlns:a16="http://schemas.microsoft.com/office/drawing/2014/main" id="{E2D74DB2-1448-F044-80ED-D57DCBA77357}"/>
              </a:ext>
            </a:extLst>
          </p:cNvPr>
          <p:cNvSpPr>
            <a:spLocks noGrp="1"/>
          </p:cNvSpPr>
          <p:nvPr>
            <p:ph type="body" sz="quarter" idx="13" hasCustomPrompt="1"/>
          </p:nvPr>
        </p:nvSpPr>
        <p:spPr>
          <a:xfrm>
            <a:off x="533400" y="3823541"/>
            <a:ext cx="11083796" cy="2752035"/>
          </a:xfrm>
        </p:spPr>
        <p:txBody>
          <a:bodyPr/>
          <a:lstStyle>
            <a:lvl1pPr>
              <a:defRPr sz="2000" b="0">
                <a:solidFill>
                  <a:schemeClr val="tx1"/>
                </a:solidFill>
                <a:latin typeface="Arial" panose="020B0604020202020204" pitchFamily="34" charset="0"/>
                <a:cs typeface="Arial" panose="020B0604020202020204" pitchFamily="34" charset="0"/>
              </a:defRPr>
            </a:lvl1pPr>
          </a:lstStyle>
          <a:p>
            <a:pPr marL="12700" marR="5080">
              <a:lnSpc>
                <a:spcPct val="100000"/>
              </a:lnSpc>
              <a:spcBef>
                <a:spcPts val="2185"/>
              </a:spcBef>
            </a:pPr>
            <a:r>
              <a:rPr lang="en-GB" sz="2000" spc="-5">
                <a:solidFill>
                  <a:srgbClr val="231F20"/>
                </a:solidFill>
                <a:latin typeface="Arial"/>
                <a:cs typeface="Arial"/>
              </a:rPr>
              <a:t>Lorem ipsum </a:t>
            </a:r>
            <a:r>
              <a:rPr lang="en-GB" sz="2000" spc="-5" err="1">
                <a:solidFill>
                  <a:srgbClr val="231F20"/>
                </a:solidFill>
                <a:latin typeface="Arial"/>
                <a:cs typeface="Arial"/>
              </a:rPr>
              <a:t>dolor</a:t>
            </a:r>
            <a:r>
              <a:rPr lang="en-GB" sz="2000" spc="-5">
                <a:solidFill>
                  <a:srgbClr val="231F20"/>
                </a:solidFill>
                <a:latin typeface="Arial"/>
                <a:cs typeface="Arial"/>
              </a:rPr>
              <a:t> </a:t>
            </a:r>
            <a:r>
              <a:rPr lang="en-GB" sz="2000">
                <a:solidFill>
                  <a:srgbClr val="231F20"/>
                </a:solidFill>
                <a:latin typeface="Arial"/>
                <a:cs typeface="Arial"/>
              </a:rPr>
              <a:t>sit </a:t>
            </a:r>
            <a:r>
              <a:rPr lang="en-GB" sz="2000" spc="-5" err="1">
                <a:solidFill>
                  <a:srgbClr val="231F20"/>
                </a:solidFill>
                <a:latin typeface="Arial"/>
                <a:cs typeface="Arial"/>
              </a:rPr>
              <a:t>amet</a:t>
            </a:r>
            <a:r>
              <a:rPr lang="en-GB" sz="2000" spc="-5">
                <a:solidFill>
                  <a:srgbClr val="231F20"/>
                </a:solidFill>
                <a:latin typeface="Arial"/>
                <a:cs typeface="Arial"/>
              </a:rPr>
              <a:t>, </a:t>
            </a:r>
            <a:r>
              <a:rPr lang="en-GB" sz="2000" err="1">
                <a:solidFill>
                  <a:srgbClr val="231F20"/>
                </a:solidFill>
                <a:latin typeface="Arial"/>
                <a:cs typeface="Arial"/>
              </a:rPr>
              <a:t>consectetur</a:t>
            </a:r>
            <a:r>
              <a:rPr lang="en-GB" sz="2000">
                <a:solidFill>
                  <a:srgbClr val="231F20"/>
                </a:solidFill>
                <a:latin typeface="Arial"/>
                <a:cs typeface="Arial"/>
              </a:rPr>
              <a:t> ad- </a:t>
            </a:r>
            <a:r>
              <a:rPr lang="en-GB" sz="2000" spc="5">
                <a:solidFill>
                  <a:srgbClr val="231F20"/>
                </a:solidFill>
                <a:latin typeface="Arial"/>
                <a:cs typeface="Arial"/>
              </a:rPr>
              <a:t> </a:t>
            </a:r>
            <a:r>
              <a:rPr lang="en-GB" sz="2000" spc="-5" err="1">
                <a:solidFill>
                  <a:srgbClr val="231F20"/>
                </a:solidFill>
                <a:latin typeface="Arial"/>
                <a:cs typeface="Arial"/>
              </a:rPr>
              <a:t>ipiscing</a:t>
            </a:r>
            <a:r>
              <a:rPr lang="en-GB" sz="2000" spc="-5">
                <a:solidFill>
                  <a:srgbClr val="231F20"/>
                </a:solidFill>
                <a:latin typeface="Arial"/>
                <a:cs typeface="Arial"/>
              </a:rPr>
              <a:t> </a:t>
            </a:r>
            <a:r>
              <a:rPr lang="en-GB" sz="2000" spc="-5" err="1">
                <a:solidFill>
                  <a:srgbClr val="231F20"/>
                </a:solidFill>
                <a:latin typeface="Arial"/>
                <a:cs typeface="Arial"/>
              </a:rPr>
              <a:t>elit</a:t>
            </a:r>
            <a:r>
              <a:rPr lang="en-GB" sz="2000" spc="-5">
                <a:solidFill>
                  <a:srgbClr val="231F20"/>
                </a:solidFill>
                <a:latin typeface="Arial"/>
                <a:cs typeface="Arial"/>
              </a:rPr>
              <a:t>. Duis at </a:t>
            </a:r>
            <a:r>
              <a:rPr lang="en-GB" sz="2000" err="1">
                <a:solidFill>
                  <a:srgbClr val="231F20"/>
                </a:solidFill>
                <a:latin typeface="Arial"/>
                <a:cs typeface="Arial"/>
              </a:rPr>
              <a:t>commodo</a:t>
            </a:r>
            <a:r>
              <a:rPr lang="en-GB" sz="2000">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 non </a:t>
            </a:r>
            <a:r>
              <a:rPr lang="en-GB" sz="2000">
                <a:solidFill>
                  <a:srgbClr val="231F20"/>
                </a:solidFill>
                <a:latin typeface="Arial"/>
                <a:cs typeface="Arial"/>
              </a:rPr>
              <a:t> </a:t>
            </a:r>
            <a:r>
              <a:rPr lang="en-GB" sz="2000" spc="-5" err="1">
                <a:solidFill>
                  <a:srgbClr val="231F20"/>
                </a:solidFill>
                <a:latin typeface="Arial"/>
                <a:cs typeface="Arial"/>
              </a:rPr>
              <a:t>ultrices</a:t>
            </a:r>
            <a:r>
              <a:rPr lang="en-GB" sz="2000" spc="-20">
                <a:solidFill>
                  <a:srgbClr val="231F20"/>
                </a:solidFill>
                <a:latin typeface="Arial"/>
                <a:cs typeface="Arial"/>
              </a:rPr>
              <a:t> </a:t>
            </a:r>
            <a:r>
              <a:rPr lang="en-GB" sz="2000" err="1">
                <a:solidFill>
                  <a:srgbClr val="231F20"/>
                </a:solidFill>
                <a:latin typeface="Arial"/>
                <a:cs typeface="Arial"/>
              </a:rPr>
              <a:t>turpis</a:t>
            </a:r>
            <a:r>
              <a:rPr lang="en-GB" sz="2000">
                <a:solidFill>
                  <a:srgbClr val="231F20"/>
                </a:solidFill>
                <a:latin typeface="Arial"/>
                <a:cs typeface="Arial"/>
              </a:rPr>
              <a:t>.</a:t>
            </a:r>
            <a:r>
              <a:rPr lang="en-GB" sz="2000" spc="-20">
                <a:solidFill>
                  <a:srgbClr val="231F20"/>
                </a:solidFill>
                <a:latin typeface="Arial"/>
                <a:cs typeface="Arial"/>
              </a:rPr>
              <a:t> </a:t>
            </a:r>
            <a:r>
              <a:rPr lang="en-GB" sz="2000">
                <a:solidFill>
                  <a:srgbClr val="231F20"/>
                </a:solidFill>
                <a:latin typeface="Arial"/>
                <a:cs typeface="Arial"/>
              </a:rPr>
              <a:t>Integer</a:t>
            </a:r>
            <a:r>
              <a:rPr lang="en-GB" sz="2000" spc="-20">
                <a:solidFill>
                  <a:srgbClr val="231F20"/>
                </a:solidFill>
                <a:latin typeface="Arial"/>
                <a:cs typeface="Arial"/>
              </a:rPr>
              <a:t> </a:t>
            </a:r>
            <a:r>
              <a:rPr lang="en-GB" sz="2000" err="1">
                <a:solidFill>
                  <a:srgbClr val="231F20"/>
                </a:solidFill>
                <a:latin typeface="Arial"/>
                <a:cs typeface="Arial"/>
              </a:rPr>
              <a:t>rutrum</a:t>
            </a:r>
            <a:r>
              <a:rPr lang="en-GB" sz="2000" spc="-20">
                <a:solidFill>
                  <a:srgbClr val="231F20"/>
                </a:solidFill>
                <a:latin typeface="Arial"/>
                <a:cs typeface="Arial"/>
              </a:rPr>
              <a:t> </a:t>
            </a:r>
            <a:r>
              <a:rPr lang="en-GB" sz="2000" err="1">
                <a:solidFill>
                  <a:srgbClr val="231F20"/>
                </a:solidFill>
                <a:latin typeface="Arial"/>
                <a:cs typeface="Arial"/>
              </a:rPr>
              <a:t>sem</a:t>
            </a:r>
            <a:r>
              <a:rPr lang="en-GB" sz="2000" spc="-20">
                <a:solidFill>
                  <a:srgbClr val="231F20"/>
                </a:solidFill>
                <a:latin typeface="Arial"/>
                <a:cs typeface="Arial"/>
              </a:rPr>
              <a:t> </a:t>
            </a:r>
            <a:r>
              <a:rPr lang="en-GB" sz="2000" spc="-5" err="1">
                <a:solidFill>
                  <a:srgbClr val="231F20"/>
                </a:solidFill>
                <a:latin typeface="Arial"/>
                <a:cs typeface="Arial"/>
              </a:rPr>
              <a:t>quis</a:t>
            </a:r>
            <a:r>
              <a:rPr lang="en-GB" sz="2000" spc="-20">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 </a:t>
            </a:r>
            <a:r>
              <a:rPr lang="en-GB" sz="2000" spc="-540">
                <a:solidFill>
                  <a:srgbClr val="231F20"/>
                </a:solidFill>
                <a:latin typeface="Arial"/>
                <a:cs typeface="Arial"/>
              </a:rPr>
              <a:t> </a:t>
            </a:r>
            <a:r>
              <a:rPr lang="en-GB" sz="2000" spc="-5" err="1">
                <a:solidFill>
                  <a:srgbClr val="231F20"/>
                </a:solidFill>
                <a:latin typeface="Arial"/>
                <a:cs typeface="Arial"/>
              </a:rPr>
              <a:t>interdum</a:t>
            </a:r>
            <a:r>
              <a:rPr lang="en-GB" sz="2000" spc="-5">
                <a:solidFill>
                  <a:srgbClr val="231F20"/>
                </a:solidFill>
                <a:latin typeface="Arial"/>
                <a:cs typeface="Arial"/>
              </a:rPr>
              <a:t> </a:t>
            </a:r>
            <a:r>
              <a:rPr lang="en-GB" sz="2000" spc="-5" err="1">
                <a:solidFill>
                  <a:srgbClr val="231F20"/>
                </a:solidFill>
                <a:latin typeface="Arial"/>
                <a:cs typeface="Arial"/>
              </a:rPr>
              <a:t>egestas</a:t>
            </a:r>
            <a:r>
              <a:rPr lang="en-GB" sz="2000" spc="-5">
                <a:solidFill>
                  <a:srgbClr val="231F20"/>
                </a:solidFill>
                <a:latin typeface="Arial"/>
                <a:cs typeface="Arial"/>
              </a:rPr>
              <a:t>. </a:t>
            </a:r>
            <a:r>
              <a:rPr lang="en-GB" sz="2000" err="1">
                <a:solidFill>
                  <a:srgbClr val="231F20"/>
                </a:solidFill>
                <a:latin typeface="Arial"/>
                <a:cs typeface="Arial"/>
              </a:rPr>
              <a:t>Praesent</a:t>
            </a:r>
            <a:r>
              <a:rPr lang="en-GB" sz="2000">
                <a:solidFill>
                  <a:srgbClr val="231F20"/>
                </a:solidFill>
                <a:latin typeface="Arial"/>
                <a:cs typeface="Arial"/>
              </a:rPr>
              <a:t> </a:t>
            </a:r>
            <a:r>
              <a:rPr lang="en-GB" sz="2000" spc="-5" err="1">
                <a:solidFill>
                  <a:srgbClr val="231F20"/>
                </a:solidFill>
                <a:latin typeface="Arial"/>
                <a:cs typeface="Arial"/>
              </a:rPr>
              <a:t>nibh</a:t>
            </a:r>
            <a:r>
              <a:rPr lang="en-GB" sz="2000" spc="-5">
                <a:solidFill>
                  <a:srgbClr val="231F20"/>
                </a:solidFill>
                <a:latin typeface="Arial"/>
                <a:cs typeface="Arial"/>
              </a:rPr>
              <a:t> </a:t>
            </a:r>
            <a:r>
              <a:rPr lang="en-GB" sz="2000" spc="-5" err="1">
                <a:solidFill>
                  <a:srgbClr val="231F20"/>
                </a:solidFill>
                <a:latin typeface="Arial"/>
                <a:cs typeface="Arial"/>
              </a:rPr>
              <a:t>est</a:t>
            </a:r>
            <a:r>
              <a:rPr lang="en-GB" sz="2000" spc="-5">
                <a:solidFill>
                  <a:srgbClr val="231F20"/>
                </a:solidFill>
                <a:latin typeface="Arial"/>
                <a:cs typeface="Arial"/>
              </a:rPr>
              <a:t>, </a:t>
            </a:r>
            <a:r>
              <a:rPr lang="en-GB" sz="2000" spc="-5" err="1">
                <a:solidFill>
                  <a:srgbClr val="231F20"/>
                </a:solidFill>
                <a:latin typeface="Arial"/>
                <a:cs typeface="Arial"/>
              </a:rPr>
              <a:t>pellen</a:t>
            </a:r>
            <a:r>
              <a:rPr lang="en-GB" sz="2000" spc="-5">
                <a:solidFill>
                  <a:srgbClr val="231F20"/>
                </a:solidFill>
                <a:latin typeface="Arial"/>
                <a:cs typeface="Arial"/>
              </a:rPr>
              <a:t>- </a:t>
            </a:r>
            <a:r>
              <a:rPr lang="en-GB" sz="2000">
                <a:solidFill>
                  <a:srgbClr val="231F20"/>
                </a:solidFill>
                <a:latin typeface="Arial"/>
                <a:cs typeface="Arial"/>
              </a:rPr>
              <a:t> </a:t>
            </a:r>
            <a:r>
              <a:rPr lang="en-GB" sz="2000" err="1">
                <a:solidFill>
                  <a:srgbClr val="231F20"/>
                </a:solidFill>
                <a:latin typeface="Arial"/>
                <a:cs typeface="Arial"/>
              </a:rPr>
              <a:t>tesque</a:t>
            </a:r>
            <a:r>
              <a:rPr lang="en-GB" sz="2000" spc="-10">
                <a:solidFill>
                  <a:srgbClr val="231F20"/>
                </a:solidFill>
                <a:latin typeface="Arial"/>
                <a:cs typeface="Arial"/>
              </a:rPr>
              <a:t> </a:t>
            </a:r>
            <a:r>
              <a:rPr lang="en-GB" sz="2000" spc="-5">
                <a:solidFill>
                  <a:srgbClr val="231F20"/>
                </a:solidFill>
                <a:latin typeface="Arial"/>
                <a:cs typeface="Arial"/>
              </a:rPr>
              <a:t>et</a:t>
            </a:r>
            <a:r>
              <a:rPr lang="en-GB" sz="2000" spc="-15">
                <a:solidFill>
                  <a:srgbClr val="231F20"/>
                </a:solidFill>
                <a:latin typeface="Arial"/>
                <a:cs typeface="Arial"/>
              </a:rPr>
              <a:t> </a:t>
            </a:r>
            <a:r>
              <a:rPr lang="en-GB" sz="2000" err="1">
                <a:solidFill>
                  <a:srgbClr val="231F20"/>
                </a:solidFill>
                <a:latin typeface="Arial"/>
                <a:cs typeface="Arial"/>
              </a:rPr>
              <a:t>felis</a:t>
            </a:r>
            <a:r>
              <a:rPr lang="en-GB" sz="2000" spc="-10">
                <a:solidFill>
                  <a:srgbClr val="231F20"/>
                </a:solidFill>
                <a:latin typeface="Arial"/>
                <a:cs typeface="Arial"/>
              </a:rPr>
              <a:t> </a:t>
            </a:r>
            <a:r>
              <a:rPr lang="en-GB" sz="2000" err="1">
                <a:solidFill>
                  <a:srgbClr val="231F20"/>
                </a:solidFill>
                <a:latin typeface="Arial"/>
                <a:cs typeface="Arial"/>
              </a:rPr>
              <a:t>vel</a:t>
            </a:r>
            <a:r>
              <a:rPr lang="en-GB" sz="2000">
                <a:solidFill>
                  <a:srgbClr val="231F20"/>
                </a:solidFill>
                <a:latin typeface="Arial"/>
                <a:cs typeface="Arial"/>
              </a:rPr>
              <a:t>,</a:t>
            </a:r>
            <a:r>
              <a:rPr lang="en-GB" sz="2000" spc="-5">
                <a:solidFill>
                  <a:srgbClr val="231F20"/>
                </a:solidFill>
                <a:latin typeface="Arial"/>
                <a:cs typeface="Arial"/>
              </a:rPr>
              <a:t> </a:t>
            </a:r>
            <a:r>
              <a:rPr lang="en-GB" sz="2000" spc="-5" err="1">
                <a:solidFill>
                  <a:srgbClr val="231F20"/>
                </a:solidFill>
                <a:latin typeface="Arial"/>
                <a:cs typeface="Arial"/>
              </a:rPr>
              <a:t>aliquet</a:t>
            </a:r>
            <a:r>
              <a:rPr lang="en-GB" sz="2000" spc="-15">
                <a:solidFill>
                  <a:srgbClr val="231F20"/>
                </a:solidFill>
                <a:latin typeface="Arial"/>
                <a:cs typeface="Arial"/>
              </a:rPr>
              <a:t> </a:t>
            </a:r>
            <a:r>
              <a:rPr lang="en-GB" sz="2000" spc="-5" err="1">
                <a:solidFill>
                  <a:srgbClr val="231F20"/>
                </a:solidFill>
                <a:latin typeface="Arial"/>
                <a:cs typeface="Arial"/>
              </a:rPr>
              <a:t>interdum</a:t>
            </a:r>
            <a:r>
              <a:rPr lang="en-GB" sz="2000" spc="-15">
                <a:solidFill>
                  <a:srgbClr val="231F20"/>
                </a:solidFill>
                <a:latin typeface="Arial"/>
                <a:cs typeface="Arial"/>
              </a:rPr>
              <a:t> </a:t>
            </a:r>
            <a:r>
              <a:rPr lang="en-GB" sz="2000">
                <a:solidFill>
                  <a:srgbClr val="231F20"/>
                </a:solidFill>
                <a:latin typeface="Arial"/>
                <a:cs typeface="Arial"/>
              </a:rPr>
              <a:t>magna.</a:t>
            </a:r>
            <a:endParaRPr lang="en-GB" sz="2000">
              <a:latin typeface="Arial"/>
              <a:cs typeface="Arial"/>
            </a:endParaRPr>
          </a:p>
          <a:p>
            <a:pPr>
              <a:lnSpc>
                <a:spcPct val="100000"/>
              </a:lnSpc>
              <a:spcBef>
                <a:spcPts val="45"/>
              </a:spcBef>
            </a:pPr>
            <a:endParaRPr lang="en-GB" sz="2050">
              <a:latin typeface="Arial"/>
              <a:cs typeface="Arial"/>
            </a:endParaRPr>
          </a:p>
          <a:p>
            <a:pPr marL="12700" marR="5080">
              <a:lnSpc>
                <a:spcPct val="100000"/>
              </a:lnSpc>
            </a:pPr>
            <a:r>
              <a:rPr lang="en-GB" sz="2000" spc="-5">
                <a:solidFill>
                  <a:srgbClr val="231F20"/>
                </a:solidFill>
                <a:latin typeface="Arial"/>
                <a:cs typeface="Arial"/>
              </a:rPr>
              <a:t>Donec</a:t>
            </a:r>
            <a:r>
              <a:rPr lang="en-GB" sz="2000" spc="-20">
                <a:solidFill>
                  <a:srgbClr val="231F20"/>
                </a:solidFill>
                <a:latin typeface="Arial"/>
                <a:cs typeface="Arial"/>
              </a:rPr>
              <a:t> </a:t>
            </a:r>
            <a:r>
              <a:rPr lang="en-GB" sz="2000" spc="-5" err="1">
                <a:solidFill>
                  <a:srgbClr val="231F20"/>
                </a:solidFill>
                <a:latin typeface="Arial"/>
                <a:cs typeface="Arial"/>
              </a:rPr>
              <a:t>ut</a:t>
            </a:r>
            <a:r>
              <a:rPr lang="en-GB" sz="2000" spc="-20">
                <a:solidFill>
                  <a:srgbClr val="231F20"/>
                </a:solidFill>
                <a:latin typeface="Arial"/>
                <a:cs typeface="Arial"/>
              </a:rPr>
              <a:t> </a:t>
            </a:r>
            <a:r>
              <a:rPr lang="en-GB" sz="2000" err="1">
                <a:solidFill>
                  <a:srgbClr val="231F20"/>
                </a:solidFill>
                <a:latin typeface="Arial"/>
                <a:cs typeface="Arial"/>
              </a:rPr>
              <a:t>suscipit</a:t>
            </a:r>
            <a:r>
              <a:rPr lang="en-GB" sz="2000" spc="-15">
                <a:solidFill>
                  <a:srgbClr val="231F20"/>
                </a:solidFill>
                <a:latin typeface="Arial"/>
                <a:cs typeface="Arial"/>
              </a:rPr>
              <a:t> </a:t>
            </a:r>
            <a:r>
              <a:rPr lang="en-GB" sz="2000" spc="-25" err="1">
                <a:solidFill>
                  <a:srgbClr val="231F20"/>
                </a:solidFill>
                <a:latin typeface="Arial"/>
                <a:cs typeface="Arial"/>
              </a:rPr>
              <a:t>dolor</a:t>
            </a:r>
            <a:r>
              <a:rPr lang="en-GB" sz="2000" spc="-25">
                <a:solidFill>
                  <a:srgbClr val="231F20"/>
                </a:solidFill>
                <a:latin typeface="Arial"/>
                <a:cs typeface="Arial"/>
              </a:rPr>
              <a:t>,</a:t>
            </a:r>
            <a:r>
              <a:rPr lang="en-GB" sz="2000" spc="-20">
                <a:solidFill>
                  <a:srgbClr val="231F20"/>
                </a:solidFill>
                <a:latin typeface="Arial"/>
                <a:cs typeface="Arial"/>
              </a:rPr>
              <a:t> </a:t>
            </a:r>
            <a:r>
              <a:rPr lang="en-GB" sz="2000">
                <a:solidFill>
                  <a:srgbClr val="231F20"/>
                </a:solidFill>
                <a:latin typeface="Arial"/>
                <a:cs typeface="Arial"/>
              </a:rPr>
              <a:t>vitae</a:t>
            </a:r>
            <a:r>
              <a:rPr lang="en-GB" sz="2000" spc="-15">
                <a:solidFill>
                  <a:srgbClr val="231F20"/>
                </a:solidFill>
                <a:latin typeface="Arial"/>
                <a:cs typeface="Arial"/>
              </a:rPr>
              <a:t> </a:t>
            </a:r>
            <a:r>
              <a:rPr lang="en-GB" sz="2000" err="1">
                <a:solidFill>
                  <a:srgbClr val="231F20"/>
                </a:solidFill>
                <a:latin typeface="Arial"/>
                <a:cs typeface="Arial"/>
              </a:rPr>
              <a:t>sollicitudin</a:t>
            </a:r>
            <a:r>
              <a:rPr lang="en-GB" sz="2000" spc="-15">
                <a:solidFill>
                  <a:srgbClr val="231F20"/>
                </a:solidFill>
                <a:latin typeface="Arial"/>
                <a:cs typeface="Arial"/>
              </a:rPr>
              <a:t> </a:t>
            </a:r>
            <a:r>
              <a:rPr lang="en-GB" sz="2000">
                <a:solidFill>
                  <a:srgbClr val="231F20"/>
                </a:solidFill>
                <a:latin typeface="Arial"/>
                <a:cs typeface="Arial"/>
              </a:rPr>
              <a:t>sem. </a:t>
            </a:r>
            <a:r>
              <a:rPr lang="en-GB" sz="2000" spc="-540">
                <a:solidFill>
                  <a:srgbClr val="231F20"/>
                </a:solidFill>
                <a:latin typeface="Arial"/>
                <a:cs typeface="Arial"/>
              </a:rPr>
              <a:t> </a:t>
            </a:r>
            <a:r>
              <a:rPr lang="en-GB" sz="2000" err="1">
                <a:solidFill>
                  <a:srgbClr val="231F20"/>
                </a:solidFill>
                <a:latin typeface="Arial"/>
                <a:cs typeface="Arial"/>
              </a:rPr>
              <a:t>Sed</a:t>
            </a:r>
            <a:r>
              <a:rPr lang="en-GB" sz="2000" spc="-15">
                <a:solidFill>
                  <a:srgbClr val="231F20"/>
                </a:solidFill>
                <a:latin typeface="Arial"/>
                <a:cs typeface="Arial"/>
              </a:rPr>
              <a:t> </a:t>
            </a:r>
            <a:r>
              <a:rPr lang="en-GB" sz="2000" spc="-5" err="1">
                <a:solidFill>
                  <a:srgbClr val="231F20"/>
                </a:solidFill>
                <a:latin typeface="Arial"/>
                <a:cs typeface="Arial"/>
              </a:rPr>
              <a:t>eget</a:t>
            </a:r>
            <a:r>
              <a:rPr lang="en-GB" sz="2000" spc="-20">
                <a:solidFill>
                  <a:srgbClr val="231F20"/>
                </a:solidFill>
                <a:latin typeface="Arial"/>
                <a:cs typeface="Arial"/>
              </a:rPr>
              <a:t> </a:t>
            </a:r>
            <a:r>
              <a:rPr lang="en-GB" sz="2000">
                <a:solidFill>
                  <a:srgbClr val="231F20"/>
                </a:solidFill>
                <a:latin typeface="Arial"/>
                <a:cs typeface="Arial"/>
              </a:rPr>
              <a:t>cursus</a:t>
            </a:r>
            <a:r>
              <a:rPr lang="en-GB" sz="2000" spc="-15">
                <a:solidFill>
                  <a:srgbClr val="231F20"/>
                </a:solidFill>
                <a:latin typeface="Arial"/>
                <a:cs typeface="Arial"/>
              </a:rPr>
              <a:t> </a:t>
            </a:r>
            <a:r>
              <a:rPr lang="en-GB" sz="2000" spc="-5" err="1">
                <a:solidFill>
                  <a:srgbClr val="231F20"/>
                </a:solidFill>
                <a:latin typeface="Arial"/>
                <a:cs typeface="Arial"/>
              </a:rPr>
              <a:t>nulla</a:t>
            </a:r>
            <a:r>
              <a:rPr lang="en-GB" sz="2000" spc="-5">
                <a:solidFill>
                  <a:srgbClr val="231F20"/>
                </a:solidFill>
                <a:latin typeface="Arial"/>
                <a:cs typeface="Arial"/>
              </a:rPr>
              <a:t>,</a:t>
            </a:r>
            <a:r>
              <a:rPr lang="en-GB" sz="2000" spc="-15">
                <a:solidFill>
                  <a:srgbClr val="231F20"/>
                </a:solidFill>
                <a:latin typeface="Arial"/>
                <a:cs typeface="Arial"/>
              </a:rPr>
              <a:t> </a:t>
            </a:r>
            <a:r>
              <a:rPr lang="en-GB" sz="2000" spc="-5" err="1">
                <a:solidFill>
                  <a:srgbClr val="231F20"/>
                </a:solidFill>
                <a:latin typeface="Arial"/>
                <a:cs typeface="Arial"/>
              </a:rPr>
              <a:t>nec</a:t>
            </a:r>
            <a:r>
              <a:rPr lang="en-GB" sz="2000" spc="-20">
                <a:solidFill>
                  <a:srgbClr val="231F20"/>
                </a:solidFill>
                <a:latin typeface="Arial"/>
                <a:cs typeface="Arial"/>
              </a:rPr>
              <a:t> </a:t>
            </a:r>
            <a:r>
              <a:rPr lang="en-GB" sz="2000" err="1">
                <a:solidFill>
                  <a:srgbClr val="231F20"/>
                </a:solidFill>
                <a:latin typeface="Arial"/>
                <a:cs typeface="Arial"/>
              </a:rPr>
              <a:t>consequat</a:t>
            </a:r>
            <a:r>
              <a:rPr lang="en-GB" sz="2000" spc="-15">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a:t>
            </a:r>
          </a:p>
          <a:p>
            <a:pPr marL="12700" marR="5080">
              <a:lnSpc>
                <a:spcPct val="100000"/>
              </a:lnSpc>
              <a:spcBef>
                <a:spcPts val="2185"/>
              </a:spcBef>
            </a:pPr>
            <a:r>
              <a:rPr lang="en-GB" sz="2000" spc="-5">
                <a:solidFill>
                  <a:srgbClr val="231F20"/>
                </a:solidFill>
                <a:latin typeface="Arial"/>
                <a:cs typeface="Arial"/>
              </a:rPr>
              <a:t>Lorem ipsum </a:t>
            </a:r>
            <a:r>
              <a:rPr lang="en-GB" sz="2000" spc="-5" err="1">
                <a:solidFill>
                  <a:srgbClr val="231F20"/>
                </a:solidFill>
                <a:latin typeface="Arial"/>
                <a:cs typeface="Arial"/>
              </a:rPr>
              <a:t>dolor</a:t>
            </a:r>
            <a:r>
              <a:rPr lang="en-GB" sz="2000" spc="-5">
                <a:solidFill>
                  <a:srgbClr val="231F20"/>
                </a:solidFill>
                <a:latin typeface="Arial"/>
                <a:cs typeface="Arial"/>
              </a:rPr>
              <a:t> </a:t>
            </a:r>
            <a:r>
              <a:rPr lang="en-GB" sz="2000">
                <a:solidFill>
                  <a:srgbClr val="231F20"/>
                </a:solidFill>
                <a:latin typeface="Arial"/>
                <a:cs typeface="Arial"/>
              </a:rPr>
              <a:t>sit </a:t>
            </a:r>
            <a:r>
              <a:rPr lang="en-GB" sz="2000" spc="-5" err="1">
                <a:solidFill>
                  <a:srgbClr val="231F20"/>
                </a:solidFill>
                <a:latin typeface="Arial"/>
                <a:cs typeface="Arial"/>
              </a:rPr>
              <a:t>amet</a:t>
            </a:r>
            <a:r>
              <a:rPr lang="en-GB" sz="2000" spc="-5">
                <a:solidFill>
                  <a:srgbClr val="231F20"/>
                </a:solidFill>
                <a:latin typeface="Arial"/>
                <a:cs typeface="Arial"/>
              </a:rPr>
              <a:t>, </a:t>
            </a:r>
            <a:r>
              <a:rPr lang="en-GB" sz="2000" err="1">
                <a:solidFill>
                  <a:srgbClr val="231F20"/>
                </a:solidFill>
                <a:latin typeface="Arial"/>
                <a:cs typeface="Arial"/>
              </a:rPr>
              <a:t>consectetur</a:t>
            </a:r>
            <a:r>
              <a:rPr lang="en-GB" sz="2000">
                <a:solidFill>
                  <a:srgbClr val="231F20"/>
                </a:solidFill>
                <a:latin typeface="Arial"/>
                <a:cs typeface="Arial"/>
              </a:rPr>
              <a:t> ad- </a:t>
            </a:r>
            <a:r>
              <a:rPr lang="en-GB" sz="2000" spc="5">
                <a:solidFill>
                  <a:srgbClr val="231F20"/>
                </a:solidFill>
                <a:latin typeface="Arial"/>
                <a:cs typeface="Arial"/>
              </a:rPr>
              <a:t> </a:t>
            </a:r>
            <a:r>
              <a:rPr lang="en-GB" sz="2000" spc="-5" err="1">
                <a:solidFill>
                  <a:srgbClr val="231F20"/>
                </a:solidFill>
                <a:latin typeface="Arial"/>
                <a:cs typeface="Arial"/>
              </a:rPr>
              <a:t>ipiscing</a:t>
            </a:r>
            <a:r>
              <a:rPr lang="en-GB" sz="2000" spc="-5">
                <a:solidFill>
                  <a:srgbClr val="231F20"/>
                </a:solidFill>
                <a:latin typeface="Arial"/>
                <a:cs typeface="Arial"/>
              </a:rPr>
              <a:t> </a:t>
            </a:r>
            <a:r>
              <a:rPr lang="en-GB" sz="2000" spc="-5" err="1">
                <a:solidFill>
                  <a:srgbClr val="231F20"/>
                </a:solidFill>
                <a:latin typeface="Arial"/>
                <a:cs typeface="Arial"/>
              </a:rPr>
              <a:t>elit</a:t>
            </a:r>
            <a:r>
              <a:rPr lang="en-GB" sz="2000" spc="-5">
                <a:solidFill>
                  <a:srgbClr val="231F20"/>
                </a:solidFill>
                <a:latin typeface="Arial"/>
                <a:cs typeface="Arial"/>
              </a:rPr>
              <a:t>. Duis at </a:t>
            </a:r>
            <a:r>
              <a:rPr lang="en-GB" sz="2000" err="1">
                <a:solidFill>
                  <a:srgbClr val="231F20"/>
                </a:solidFill>
                <a:latin typeface="Arial"/>
                <a:cs typeface="Arial"/>
              </a:rPr>
              <a:t>commodo</a:t>
            </a:r>
            <a:r>
              <a:rPr lang="en-GB" sz="2000">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 non </a:t>
            </a:r>
            <a:r>
              <a:rPr lang="en-GB" sz="2000">
                <a:solidFill>
                  <a:srgbClr val="231F20"/>
                </a:solidFill>
                <a:latin typeface="Arial"/>
                <a:cs typeface="Arial"/>
              </a:rPr>
              <a:t> </a:t>
            </a:r>
            <a:r>
              <a:rPr lang="en-GB" sz="2000" spc="-5" err="1">
                <a:solidFill>
                  <a:srgbClr val="231F20"/>
                </a:solidFill>
                <a:latin typeface="Arial"/>
                <a:cs typeface="Arial"/>
              </a:rPr>
              <a:t>ultrices</a:t>
            </a:r>
            <a:r>
              <a:rPr lang="en-GB" sz="2000" spc="-20">
                <a:solidFill>
                  <a:srgbClr val="231F20"/>
                </a:solidFill>
                <a:latin typeface="Arial"/>
                <a:cs typeface="Arial"/>
              </a:rPr>
              <a:t> </a:t>
            </a:r>
            <a:r>
              <a:rPr lang="en-GB" sz="2000" err="1">
                <a:solidFill>
                  <a:srgbClr val="231F20"/>
                </a:solidFill>
                <a:latin typeface="Arial"/>
                <a:cs typeface="Arial"/>
              </a:rPr>
              <a:t>turpis</a:t>
            </a:r>
            <a:r>
              <a:rPr lang="en-GB" sz="2000">
                <a:solidFill>
                  <a:srgbClr val="231F20"/>
                </a:solidFill>
                <a:latin typeface="Arial"/>
                <a:cs typeface="Arial"/>
              </a:rPr>
              <a:t>.</a:t>
            </a:r>
            <a:r>
              <a:rPr lang="en-GB" sz="2000" spc="-20">
                <a:solidFill>
                  <a:srgbClr val="231F20"/>
                </a:solidFill>
                <a:latin typeface="Arial"/>
                <a:cs typeface="Arial"/>
              </a:rPr>
              <a:t> </a:t>
            </a:r>
            <a:r>
              <a:rPr lang="en-GB" sz="2000">
                <a:solidFill>
                  <a:srgbClr val="231F20"/>
                </a:solidFill>
                <a:latin typeface="Arial"/>
                <a:cs typeface="Arial"/>
              </a:rPr>
              <a:t>Integer</a:t>
            </a:r>
            <a:r>
              <a:rPr lang="en-GB" sz="2000" spc="-20">
                <a:solidFill>
                  <a:srgbClr val="231F20"/>
                </a:solidFill>
                <a:latin typeface="Arial"/>
                <a:cs typeface="Arial"/>
              </a:rPr>
              <a:t> </a:t>
            </a:r>
            <a:r>
              <a:rPr lang="en-GB" sz="2000" err="1">
                <a:solidFill>
                  <a:srgbClr val="231F20"/>
                </a:solidFill>
                <a:latin typeface="Arial"/>
                <a:cs typeface="Arial"/>
              </a:rPr>
              <a:t>rutrum</a:t>
            </a:r>
            <a:r>
              <a:rPr lang="en-GB" sz="2000" spc="-20">
                <a:solidFill>
                  <a:srgbClr val="231F20"/>
                </a:solidFill>
                <a:latin typeface="Arial"/>
                <a:cs typeface="Arial"/>
              </a:rPr>
              <a:t> </a:t>
            </a:r>
            <a:r>
              <a:rPr lang="en-GB" sz="2000" err="1">
                <a:solidFill>
                  <a:srgbClr val="231F20"/>
                </a:solidFill>
                <a:latin typeface="Arial"/>
                <a:cs typeface="Arial"/>
              </a:rPr>
              <a:t>sem</a:t>
            </a:r>
            <a:r>
              <a:rPr lang="en-GB" sz="2000" spc="-20">
                <a:solidFill>
                  <a:srgbClr val="231F20"/>
                </a:solidFill>
                <a:latin typeface="Arial"/>
                <a:cs typeface="Arial"/>
              </a:rPr>
              <a:t> </a:t>
            </a:r>
            <a:r>
              <a:rPr lang="en-GB" sz="2000" spc="-5" err="1">
                <a:solidFill>
                  <a:srgbClr val="231F20"/>
                </a:solidFill>
                <a:latin typeface="Arial"/>
                <a:cs typeface="Arial"/>
              </a:rPr>
              <a:t>quis</a:t>
            </a:r>
            <a:r>
              <a:rPr lang="en-GB" sz="2000" spc="-20">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 </a:t>
            </a:r>
            <a:r>
              <a:rPr lang="en-GB" sz="2000" spc="-540">
                <a:solidFill>
                  <a:srgbClr val="231F20"/>
                </a:solidFill>
                <a:latin typeface="Arial"/>
                <a:cs typeface="Arial"/>
              </a:rPr>
              <a:t> </a:t>
            </a:r>
            <a:r>
              <a:rPr lang="en-GB" sz="2000" spc="-5" err="1">
                <a:solidFill>
                  <a:srgbClr val="231F20"/>
                </a:solidFill>
                <a:latin typeface="Arial"/>
                <a:cs typeface="Arial"/>
              </a:rPr>
              <a:t>interdum</a:t>
            </a:r>
            <a:r>
              <a:rPr lang="en-GB" sz="2000" spc="-5">
                <a:solidFill>
                  <a:srgbClr val="231F20"/>
                </a:solidFill>
                <a:latin typeface="Arial"/>
                <a:cs typeface="Arial"/>
              </a:rPr>
              <a:t> </a:t>
            </a:r>
            <a:r>
              <a:rPr lang="en-GB" sz="2000" spc="-5" err="1">
                <a:solidFill>
                  <a:srgbClr val="231F20"/>
                </a:solidFill>
                <a:latin typeface="Arial"/>
                <a:cs typeface="Arial"/>
              </a:rPr>
              <a:t>egestas</a:t>
            </a:r>
            <a:r>
              <a:rPr lang="en-GB" sz="2000" spc="-5">
                <a:solidFill>
                  <a:srgbClr val="231F20"/>
                </a:solidFill>
                <a:latin typeface="Arial"/>
                <a:cs typeface="Arial"/>
              </a:rPr>
              <a:t>. </a:t>
            </a:r>
            <a:r>
              <a:rPr lang="en-GB" sz="2000" err="1">
                <a:solidFill>
                  <a:srgbClr val="231F20"/>
                </a:solidFill>
                <a:latin typeface="Arial"/>
                <a:cs typeface="Arial"/>
              </a:rPr>
              <a:t>Praesent</a:t>
            </a:r>
            <a:r>
              <a:rPr lang="en-GB" sz="2000">
                <a:solidFill>
                  <a:srgbClr val="231F20"/>
                </a:solidFill>
                <a:latin typeface="Arial"/>
                <a:cs typeface="Arial"/>
              </a:rPr>
              <a:t> </a:t>
            </a:r>
            <a:r>
              <a:rPr lang="en-GB" sz="2000" spc="-5" err="1">
                <a:solidFill>
                  <a:srgbClr val="231F20"/>
                </a:solidFill>
                <a:latin typeface="Arial"/>
                <a:cs typeface="Arial"/>
              </a:rPr>
              <a:t>nibh</a:t>
            </a:r>
            <a:r>
              <a:rPr lang="en-GB" sz="2000" spc="-5">
                <a:solidFill>
                  <a:srgbClr val="231F20"/>
                </a:solidFill>
                <a:latin typeface="Arial"/>
                <a:cs typeface="Arial"/>
              </a:rPr>
              <a:t> </a:t>
            </a:r>
            <a:r>
              <a:rPr lang="en-GB" sz="2000" spc="-5" err="1">
                <a:solidFill>
                  <a:srgbClr val="231F20"/>
                </a:solidFill>
                <a:latin typeface="Arial"/>
                <a:cs typeface="Arial"/>
              </a:rPr>
              <a:t>est</a:t>
            </a:r>
            <a:r>
              <a:rPr lang="en-GB" sz="2000" spc="-5">
                <a:solidFill>
                  <a:srgbClr val="231F20"/>
                </a:solidFill>
                <a:latin typeface="Arial"/>
                <a:cs typeface="Arial"/>
              </a:rPr>
              <a:t>, </a:t>
            </a:r>
            <a:r>
              <a:rPr lang="en-GB" sz="2000" spc="-5" err="1">
                <a:solidFill>
                  <a:srgbClr val="231F20"/>
                </a:solidFill>
                <a:latin typeface="Arial"/>
                <a:cs typeface="Arial"/>
              </a:rPr>
              <a:t>pellen</a:t>
            </a:r>
            <a:r>
              <a:rPr lang="en-GB" sz="2000" spc="-5">
                <a:solidFill>
                  <a:srgbClr val="231F20"/>
                </a:solidFill>
                <a:latin typeface="Arial"/>
                <a:cs typeface="Arial"/>
              </a:rPr>
              <a:t>- </a:t>
            </a:r>
            <a:r>
              <a:rPr lang="en-GB" sz="2000">
                <a:solidFill>
                  <a:srgbClr val="231F20"/>
                </a:solidFill>
                <a:latin typeface="Arial"/>
                <a:cs typeface="Arial"/>
              </a:rPr>
              <a:t> </a:t>
            </a:r>
            <a:r>
              <a:rPr lang="en-GB" sz="2000" err="1">
                <a:solidFill>
                  <a:srgbClr val="231F20"/>
                </a:solidFill>
                <a:latin typeface="Arial"/>
                <a:cs typeface="Arial"/>
              </a:rPr>
              <a:t>tesque</a:t>
            </a:r>
            <a:r>
              <a:rPr lang="en-GB" sz="2000" spc="-10">
                <a:solidFill>
                  <a:srgbClr val="231F20"/>
                </a:solidFill>
                <a:latin typeface="Arial"/>
                <a:cs typeface="Arial"/>
              </a:rPr>
              <a:t> </a:t>
            </a:r>
            <a:r>
              <a:rPr lang="en-GB" sz="2000" spc="-5">
                <a:solidFill>
                  <a:srgbClr val="231F20"/>
                </a:solidFill>
                <a:latin typeface="Arial"/>
                <a:cs typeface="Arial"/>
              </a:rPr>
              <a:t>et</a:t>
            </a:r>
            <a:r>
              <a:rPr lang="en-GB" sz="2000" spc="-15">
                <a:solidFill>
                  <a:srgbClr val="231F20"/>
                </a:solidFill>
                <a:latin typeface="Arial"/>
                <a:cs typeface="Arial"/>
              </a:rPr>
              <a:t> </a:t>
            </a:r>
            <a:r>
              <a:rPr lang="en-GB" sz="2000" err="1">
                <a:solidFill>
                  <a:srgbClr val="231F20"/>
                </a:solidFill>
                <a:latin typeface="Arial"/>
                <a:cs typeface="Arial"/>
              </a:rPr>
              <a:t>felis</a:t>
            </a:r>
            <a:r>
              <a:rPr lang="en-GB" sz="2000" spc="-10">
                <a:solidFill>
                  <a:srgbClr val="231F20"/>
                </a:solidFill>
                <a:latin typeface="Arial"/>
                <a:cs typeface="Arial"/>
              </a:rPr>
              <a:t> </a:t>
            </a:r>
            <a:r>
              <a:rPr lang="en-GB" sz="2000" err="1">
                <a:solidFill>
                  <a:srgbClr val="231F20"/>
                </a:solidFill>
                <a:latin typeface="Arial"/>
                <a:cs typeface="Arial"/>
              </a:rPr>
              <a:t>vel</a:t>
            </a:r>
            <a:r>
              <a:rPr lang="en-GB" sz="2000">
                <a:solidFill>
                  <a:srgbClr val="231F20"/>
                </a:solidFill>
                <a:latin typeface="Arial"/>
                <a:cs typeface="Arial"/>
              </a:rPr>
              <a:t>,</a:t>
            </a:r>
            <a:r>
              <a:rPr lang="en-GB" sz="2000" spc="-5">
                <a:solidFill>
                  <a:srgbClr val="231F20"/>
                </a:solidFill>
                <a:latin typeface="Arial"/>
                <a:cs typeface="Arial"/>
              </a:rPr>
              <a:t> </a:t>
            </a:r>
            <a:r>
              <a:rPr lang="en-GB" sz="2000" spc="-5" err="1">
                <a:solidFill>
                  <a:srgbClr val="231F20"/>
                </a:solidFill>
                <a:latin typeface="Arial"/>
                <a:cs typeface="Arial"/>
              </a:rPr>
              <a:t>aliquet</a:t>
            </a:r>
            <a:r>
              <a:rPr lang="en-GB" sz="2000" spc="-15">
                <a:solidFill>
                  <a:srgbClr val="231F20"/>
                </a:solidFill>
                <a:latin typeface="Arial"/>
                <a:cs typeface="Arial"/>
              </a:rPr>
              <a:t> </a:t>
            </a:r>
            <a:r>
              <a:rPr lang="en-GB" sz="2000" spc="-5" err="1">
                <a:solidFill>
                  <a:srgbClr val="231F20"/>
                </a:solidFill>
                <a:latin typeface="Arial"/>
                <a:cs typeface="Arial"/>
              </a:rPr>
              <a:t>interdum</a:t>
            </a:r>
            <a:r>
              <a:rPr lang="en-GB" sz="2000" spc="-15">
                <a:solidFill>
                  <a:srgbClr val="231F20"/>
                </a:solidFill>
                <a:latin typeface="Arial"/>
                <a:cs typeface="Arial"/>
              </a:rPr>
              <a:t> </a:t>
            </a:r>
            <a:r>
              <a:rPr lang="en-GB" sz="2000">
                <a:solidFill>
                  <a:srgbClr val="231F20"/>
                </a:solidFill>
                <a:latin typeface="Arial"/>
                <a:cs typeface="Arial"/>
              </a:rPr>
              <a:t>magna.</a:t>
            </a:r>
            <a:endParaRPr lang="en-GB" sz="2000">
              <a:latin typeface="Arial"/>
              <a:cs typeface="Arial"/>
            </a:endParaRPr>
          </a:p>
        </p:txBody>
      </p:sp>
    </p:spTree>
    <p:extLst>
      <p:ext uri="{BB962C8B-B14F-4D97-AF65-F5344CB8AC3E}">
        <p14:creationId xmlns:p14="http://schemas.microsoft.com/office/powerpoint/2010/main" val="32453506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TEXT FULL WIDTH">
    <p:bg>
      <p:bgPr>
        <a:solidFill>
          <a:schemeClr val="bg1"/>
        </a:solidFill>
        <a:effectLst/>
      </p:bgPr>
    </p:bg>
    <p:spTree>
      <p:nvGrpSpPr>
        <p:cNvPr id="1" name=""/>
        <p:cNvGrpSpPr/>
        <p:nvPr/>
      </p:nvGrpSpPr>
      <p:grpSpPr>
        <a:xfrm>
          <a:off x="0" y="0"/>
          <a:ext cx="0" cy="0"/>
          <a:chOff x="0" y="0"/>
          <a:chExt cx="0" cy="0"/>
        </a:xfrm>
      </p:grpSpPr>
      <p:sp>
        <p:nvSpPr>
          <p:cNvPr id="5" name="object 4">
            <a:extLst>
              <a:ext uri="{FF2B5EF4-FFF2-40B4-BE49-F238E27FC236}">
                <a16:creationId xmlns:a16="http://schemas.microsoft.com/office/drawing/2014/main" id="{C1F0E6C2-2EE5-D841-B127-9502BB69D97F}"/>
              </a:ext>
            </a:extLst>
          </p:cNvPr>
          <p:cNvSpPr/>
          <p:nvPr userDrawn="1"/>
        </p:nvSpPr>
        <p:spPr>
          <a:xfrm>
            <a:off x="0" y="0"/>
            <a:ext cx="12193270" cy="1295855"/>
          </a:xfrm>
          <a:custGeom>
            <a:avLst/>
            <a:gdLst/>
            <a:ahLst/>
            <a:cxnLst/>
            <a:rect l="l" t="t" r="r" b="b"/>
            <a:pathLst>
              <a:path w="12193270" h="1706880">
                <a:moveTo>
                  <a:pt x="12193206" y="0"/>
                </a:moveTo>
                <a:lnTo>
                  <a:pt x="0" y="0"/>
                </a:lnTo>
                <a:lnTo>
                  <a:pt x="0" y="1706765"/>
                </a:lnTo>
                <a:lnTo>
                  <a:pt x="12193206" y="1706765"/>
                </a:lnTo>
                <a:lnTo>
                  <a:pt x="12193206" y="0"/>
                </a:lnTo>
                <a:close/>
              </a:path>
            </a:pathLst>
          </a:custGeom>
          <a:solidFill>
            <a:srgbClr val="25408D"/>
          </a:solidFill>
        </p:spPr>
        <p:txBody>
          <a:bodyPr wrap="square" lIns="0" tIns="0" rIns="0" bIns="0" rtlCol="0"/>
          <a:lstStyle/>
          <a:p>
            <a:endParaRPr/>
          </a:p>
        </p:txBody>
      </p:sp>
      <p:pic>
        <p:nvPicPr>
          <p:cNvPr id="7" name="Picture 6">
            <a:extLst>
              <a:ext uri="{FF2B5EF4-FFF2-40B4-BE49-F238E27FC236}">
                <a16:creationId xmlns:a16="http://schemas.microsoft.com/office/drawing/2014/main" id="{02EE7552-CF1D-3046-90BC-DA62E4CFA17F}"/>
              </a:ext>
            </a:extLst>
          </p:cNvPr>
          <p:cNvPicPr>
            <a:picLocks noChangeAspect="1"/>
          </p:cNvPicPr>
          <p:nvPr userDrawn="1"/>
        </p:nvPicPr>
        <p:blipFill>
          <a:blip r:embed="rId2"/>
          <a:stretch>
            <a:fillRect/>
          </a:stretch>
        </p:blipFill>
        <p:spPr>
          <a:xfrm>
            <a:off x="9815421" y="424767"/>
            <a:ext cx="1801776" cy="553129"/>
          </a:xfrm>
          <a:prstGeom prst="rect">
            <a:avLst/>
          </a:prstGeom>
        </p:spPr>
      </p:pic>
      <p:sp>
        <p:nvSpPr>
          <p:cNvPr id="11" name="Text Placeholder 14">
            <a:extLst>
              <a:ext uri="{FF2B5EF4-FFF2-40B4-BE49-F238E27FC236}">
                <a16:creationId xmlns:a16="http://schemas.microsoft.com/office/drawing/2014/main" id="{6502E452-DD04-A942-B9C7-FB3B968F6231}"/>
              </a:ext>
            </a:extLst>
          </p:cNvPr>
          <p:cNvSpPr>
            <a:spLocks noGrp="1"/>
          </p:cNvSpPr>
          <p:nvPr>
            <p:ph type="body" sz="quarter" idx="10" hasCustomPrompt="1"/>
          </p:nvPr>
        </p:nvSpPr>
        <p:spPr>
          <a:xfrm>
            <a:off x="533400" y="219670"/>
            <a:ext cx="5562600" cy="923330"/>
          </a:xfrm>
        </p:spPr>
        <p:txBody>
          <a:bodyPr/>
          <a:lstStyle>
            <a:lvl1pPr>
              <a:defRPr sz="6000" b="1" baseline="0">
                <a:solidFill>
                  <a:srgbClr val="FDBA13"/>
                </a:solidFill>
                <a:latin typeface="Arial" panose="020B0604020202020204" pitchFamily="34" charset="0"/>
                <a:cs typeface="Arial" panose="020B0604020202020204" pitchFamily="34" charset="0"/>
              </a:defRPr>
            </a:lvl1pPr>
          </a:lstStyle>
          <a:p>
            <a:pPr lvl="0"/>
            <a:r>
              <a:rPr lang="en-GB"/>
              <a:t>Header</a:t>
            </a:r>
            <a:endParaRPr lang="en-US"/>
          </a:p>
        </p:txBody>
      </p:sp>
      <p:sp>
        <p:nvSpPr>
          <p:cNvPr id="15" name="Text Placeholder 14">
            <a:extLst>
              <a:ext uri="{FF2B5EF4-FFF2-40B4-BE49-F238E27FC236}">
                <a16:creationId xmlns:a16="http://schemas.microsoft.com/office/drawing/2014/main" id="{2B32422C-E3F5-664F-A900-E87EE9A73BA9}"/>
              </a:ext>
            </a:extLst>
          </p:cNvPr>
          <p:cNvSpPr>
            <a:spLocks noGrp="1"/>
          </p:cNvSpPr>
          <p:nvPr>
            <p:ph type="body" sz="quarter" idx="12" hasCustomPrompt="1"/>
          </p:nvPr>
        </p:nvSpPr>
        <p:spPr>
          <a:xfrm>
            <a:off x="533399" y="1995059"/>
            <a:ext cx="11083797" cy="1538883"/>
          </a:xfrm>
        </p:spPr>
        <p:txBody>
          <a:bodyPr/>
          <a:lstStyle>
            <a:lvl1pPr>
              <a:defRPr sz="2500" b="1">
                <a:solidFill>
                  <a:srgbClr val="24408D"/>
                </a:solidFill>
                <a:latin typeface="Arial" panose="020B0604020202020204" pitchFamily="34" charset="0"/>
                <a:cs typeface="Arial" panose="020B0604020202020204" pitchFamily="34" charset="0"/>
              </a:defRPr>
            </a:lvl1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Duis at </a:t>
            </a:r>
            <a:r>
              <a:rPr lang="en-GB" err="1"/>
              <a:t>commodo</a:t>
            </a:r>
            <a:r>
              <a:rPr lang="en-GB"/>
              <a:t> </a:t>
            </a:r>
            <a:r>
              <a:rPr lang="en-GB" err="1"/>
              <a:t>neque</a:t>
            </a:r>
            <a:r>
              <a:rPr lang="en-GB"/>
              <a:t>, non </a:t>
            </a:r>
            <a:r>
              <a:rPr lang="en-GB" err="1"/>
              <a:t>ultrices</a:t>
            </a:r>
            <a:r>
              <a:rPr lang="en-GB"/>
              <a:t> </a:t>
            </a:r>
            <a:r>
              <a:rPr lang="en-GB" err="1"/>
              <a:t>turpis</a:t>
            </a:r>
            <a:r>
              <a:rPr lang="en-GB"/>
              <a:t>. Integer </a:t>
            </a:r>
            <a:r>
              <a:rPr lang="en-GB" err="1"/>
              <a:t>rutrum</a:t>
            </a:r>
            <a:r>
              <a:rPr lang="en-GB"/>
              <a:t> </a:t>
            </a:r>
            <a:r>
              <a:rPr lang="en-GB" err="1"/>
              <a:t>sem</a:t>
            </a:r>
            <a:r>
              <a:rPr lang="en-GB"/>
              <a:t> </a:t>
            </a:r>
            <a:r>
              <a:rPr lang="en-GB" err="1"/>
              <a:t>quis</a:t>
            </a:r>
            <a:r>
              <a:rPr lang="en-GB"/>
              <a:t> </a:t>
            </a:r>
            <a:r>
              <a:rPr lang="en-GB" err="1"/>
              <a:t>neque</a:t>
            </a:r>
            <a:r>
              <a:rPr lang="en-GB"/>
              <a:t> </a:t>
            </a:r>
            <a:r>
              <a:rPr lang="en-GB" err="1"/>
              <a:t>interdum</a:t>
            </a:r>
            <a:r>
              <a:rPr lang="en-GB"/>
              <a:t> </a:t>
            </a:r>
            <a:r>
              <a:rPr lang="en-GB" err="1"/>
              <a:t>egestas</a:t>
            </a:r>
            <a:r>
              <a:rPr lang="en-GB"/>
              <a:t>. </a:t>
            </a:r>
            <a:r>
              <a:rPr lang="en-GB" err="1"/>
              <a:t>Praesent</a:t>
            </a:r>
            <a:r>
              <a:rPr lang="en-GB"/>
              <a:t> </a:t>
            </a:r>
            <a:r>
              <a:rPr lang="en-GB" err="1"/>
              <a:t>nibh</a:t>
            </a:r>
            <a:r>
              <a:rPr lang="en-GB"/>
              <a:t> </a:t>
            </a:r>
            <a:r>
              <a:rPr lang="en-GB" err="1"/>
              <a:t>est</a:t>
            </a:r>
            <a:r>
              <a:rPr lang="en-GB"/>
              <a:t>, </a:t>
            </a:r>
            <a:r>
              <a:rPr lang="en-GB" err="1"/>
              <a:t>pellentesque</a:t>
            </a:r>
            <a:r>
              <a:rPr lang="en-GB"/>
              <a:t> et </a:t>
            </a:r>
            <a:r>
              <a:rPr lang="en-GB" err="1"/>
              <a:t>felis</a:t>
            </a:r>
            <a:r>
              <a:rPr lang="en-GB"/>
              <a:t> </a:t>
            </a:r>
            <a:r>
              <a:rPr lang="en-GB" err="1"/>
              <a:t>vel</a:t>
            </a:r>
            <a:r>
              <a:rPr lang="en-GB"/>
              <a:t>, </a:t>
            </a:r>
            <a:r>
              <a:rPr lang="en-GB" err="1"/>
              <a:t>aliquet</a:t>
            </a:r>
            <a:r>
              <a:rPr lang="en-GB"/>
              <a:t> </a:t>
            </a:r>
            <a:r>
              <a:rPr lang="en-GB" err="1"/>
              <a:t>interdum</a:t>
            </a:r>
            <a:r>
              <a:rPr lang="en-GB"/>
              <a:t> magna.</a:t>
            </a:r>
            <a:endParaRPr lang="en-US"/>
          </a:p>
        </p:txBody>
      </p:sp>
      <p:sp>
        <p:nvSpPr>
          <p:cNvPr id="16" name="Text Placeholder 14">
            <a:extLst>
              <a:ext uri="{FF2B5EF4-FFF2-40B4-BE49-F238E27FC236}">
                <a16:creationId xmlns:a16="http://schemas.microsoft.com/office/drawing/2014/main" id="{E2D74DB2-1448-F044-80ED-D57DCBA77357}"/>
              </a:ext>
            </a:extLst>
          </p:cNvPr>
          <p:cNvSpPr>
            <a:spLocks noGrp="1"/>
          </p:cNvSpPr>
          <p:nvPr>
            <p:ph type="body" sz="quarter" idx="13" hasCustomPrompt="1"/>
          </p:nvPr>
        </p:nvSpPr>
        <p:spPr>
          <a:xfrm>
            <a:off x="533400" y="3823541"/>
            <a:ext cx="11083796" cy="2752035"/>
          </a:xfrm>
        </p:spPr>
        <p:txBody>
          <a:bodyPr/>
          <a:lstStyle>
            <a:lvl1pPr>
              <a:defRPr sz="2000" b="0">
                <a:solidFill>
                  <a:schemeClr val="tx1"/>
                </a:solidFill>
                <a:latin typeface="Arial" panose="020B0604020202020204" pitchFamily="34" charset="0"/>
                <a:cs typeface="Arial" panose="020B0604020202020204" pitchFamily="34" charset="0"/>
              </a:defRPr>
            </a:lvl1pPr>
          </a:lstStyle>
          <a:p>
            <a:pPr marL="12700" marR="5080">
              <a:lnSpc>
                <a:spcPct val="100000"/>
              </a:lnSpc>
              <a:spcBef>
                <a:spcPts val="2185"/>
              </a:spcBef>
            </a:pPr>
            <a:r>
              <a:rPr lang="en-GB" sz="2000" spc="-5">
                <a:solidFill>
                  <a:srgbClr val="231F20"/>
                </a:solidFill>
                <a:latin typeface="Arial"/>
                <a:cs typeface="Arial"/>
              </a:rPr>
              <a:t>Lorem ipsum </a:t>
            </a:r>
            <a:r>
              <a:rPr lang="en-GB" sz="2000" spc="-5" err="1">
                <a:solidFill>
                  <a:srgbClr val="231F20"/>
                </a:solidFill>
                <a:latin typeface="Arial"/>
                <a:cs typeface="Arial"/>
              </a:rPr>
              <a:t>dolor</a:t>
            </a:r>
            <a:r>
              <a:rPr lang="en-GB" sz="2000" spc="-5">
                <a:solidFill>
                  <a:srgbClr val="231F20"/>
                </a:solidFill>
                <a:latin typeface="Arial"/>
                <a:cs typeface="Arial"/>
              </a:rPr>
              <a:t> </a:t>
            </a:r>
            <a:r>
              <a:rPr lang="en-GB" sz="2000">
                <a:solidFill>
                  <a:srgbClr val="231F20"/>
                </a:solidFill>
                <a:latin typeface="Arial"/>
                <a:cs typeface="Arial"/>
              </a:rPr>
              <a:t>sit </a:t>
            </a:r>
            <a:r>
              <a:rPr lang="en-GB" sz="2000" spc="-5" err="1">
                <a:solidFill>
                  <a:srgbClr val="231F20"/>
                </a:solidFill>
                <a:latin typeface="Arial"/>
                <a:cs typeface="Arial"/>
              </a:rPr>
              <a:t>amet</a:t>
            </a:r>
            <a:r>
              <a:rPr lang="en-GB" sz="2000" spc="-5">
                <a:solidFill>
                  <a:srgbClr val="231F20"/>
                </a:solidFill>
                <a:latin typeface="Arial"/>
                <a:cs typeface="Arial"/>
              </a:rPr>
              <a:t>, </a:t>
            </a:r>
            <a:r>
              <a:rPr lang="en-GB" sz="2000" err="1">
                <a:solidFill>
                  <a:srgbClr val="231F20"/>
                </a:solidFill>
                <a:latin typeface="Arial"/>
                <a:cs typeface="Arial"/>
              </a:rPr>
              <a:t>consectetur</a:t>
            </a:r>
            <a:r>
              <a:rPr lang="en-GB" sz="2000">
                <a:solidFill>
                  <a:srgbClr val="231F20"/>
                </a:solidFill>
                <a:latin typeface="Arial"/>
                <a:cs typeface="Arial"/>
              </a:rPr>
              <a:t> ad- </a:t>
            </a:r>
            <a:r>
              <a:rPr lang="en-GB" sz="2000" spc="5">
                <a:solidFill>
                  <a:srgbClr val="231F20"/>
                </a:solidFill>
                <a:latin typeface="Arial"/>
                <a:cs typeface="Arial"/>
              </a:rPr>
              <a:t> </a:t>
            </a:r>
            <a:r>
              <a:rPr lang="en-GB" sz="2000" spc="-5" err="1">
                <a:solidFill>
                  <a:srgbClr val="231F20"/>
                </a:solidFill>
                <a:latin typeface="Arial"/>
                <a:cs typeface="Arial"/>
              </a:rPr>
              <a:t>ipiscing</a:t>
            </a:r>
            <a:r>
              <a:rPr lang="en-GB" sz="2000" spc="-5">
                <a:solidFill>
                  <a:srgbClr val="231F20"/>
                </a:solidFill>
                <a:latin typeface="Arial"/>
                <a:cs typeface="Arial"/>
              </a:rPr>
              <a:t> </a:t>
            </a:r>
            <a:r>
              <a:rPr lang="en-GB" sz="2000" spc="-5" err="1">
                <a:solidFill>
                  <a:srgbClr val="231F20"/>
                </a:solidFill>
                <a:latin typeface="Arial"/>
                <a:cs typeface="Arial"/>
              </a:rPr>
              <a:t>elit</a:t>
            </a:r>
            <a:r>
              <a:rPr lang="en-GB" sz="2000" spc="-5">
                <a:solidFill>
                  <a:srgbClr val="231F20"/>
                </a:solidFill>
                <a:latin typeface="Arial"/>
                <a:cs typeface="Arial"/>
              </a:rPr>
              <a:t>. Duis at </a:t>
            </a:r>
            <a:r>
              <a:rPr lang="en-GB" sz="2000" err="1">
                <a:solidFill>
                  <a:srgbClr val="231F20"/>
                </a:solidFill>
                <a:latin typeface="Arial"/>
                <a:cs typeface="Arial"/>
              </a:rPr>
              <a:t>commodo</a:t>
            </a:r>
            <a:r>
              <a:rPr lang="en-GB" sz="2000">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 non </a:t>
            </a:r>
            <a:r>
              <a:rPr lang="en-GB" sz="2000">
                <a:solidFill>
                  <a:srgbClr val="231F20"/>
                </a:solidFill>
                <a:latin typeface="Arial"/>
                <a:cs typeface="Arial"/>
              </a:rPr>
              <a:t> </a:t>
            </a:r>
            <a:r>
              <a:rPr lang="en-GB" sz="2000" spc="-5" err="1">
                <a:solidFill>
                  <a:srgbClr val="231F20"/>
                </a:solidFill>
                <a:latin typeface="Arial"/>
                <a:cs typeface="Arial"/>
              </a:rPr>
              <a:t>ultrices</a:t>
            </a:r>
            <a:r>
              <a:rPr lang="en-GB" sz="2000" spc="-20">
                <a:solidFill>
                  <a:srgbClr val="231F20"/>
                </a:solidFill>
                <a:latin typeface="Arial"/>
                <a:cs typeface="Arial"/>
              </a:rPr>
              <a:t> </a:t>
            </a:r>
            <a:r>
              <a:rPr lang="en-GB" sz="2000" err="1">
                <a:solidFill>
                  <a:srgbClr val="231F20"/>
                </a:solidFill>
                <a:latin typeface="Arial"/>
                <a:cs typeface="Arial"/>
              </a:rPr>
              <a:t>turpis</a:t>
            </a:r>
            <a:r>
              <a:rPr lang="en-GB" sz="2000">
                <a:solidFill>
                  <a:srgbClr val="231F20"/>
                </a:solidFill>
                <a:latin typeface="Arial"/>
                <a:cs typeface="Arial"/>
              </a:rPr>
              <a:t>.</a:t>
            </a:r>
            <a:r>
              <a:rPr lang="en-GB" sz="2000" spc="-20">
                <a:solidFill>
                  <a:srgbClr val="231F20"/>
                </a:solidFill>
                <a:latin typeface="Arial"/>
                <a:cs typeface="Arial"/>
              </a:rPr>
              <a:t> </a:t>
            </a:r>
            <a:r>
              <a:rPr lang="en-GB" sz="2000">
                <a:solidFill>
                  <a:srgbClr val="231F20"/>
                </a:solidFill>
                <a:latin typeface="Arial"/>
                <a:cs typeface="Arial"/>
              </a:rPr>
              <a:t>Integer</a:t>
            </a:r>
            <a:r>
              <a:rPr lang="en-GB" sz="2000" spc="-20">
                <a:solidFill>
                  <a:srgbClr val="231F20"/>
                </a:solidFill>
                <a:latin typeface="Arial"/>
                <a:cs typeface="Arial"/>
              </a:rPr>
              <a:t> </a:t>
            </a:r>
            <a:r>
              <a:rPr lang="en-GB" sz="2000" err="1">
                <a:solidFill>
                  <a:srgbClr val="231F20"/>
                </a:solidFill>
                <a:latin typeface="Arial"/>
                <a:cs typeface="Arial"/>
              </a:rPr>
              <a:t>rutrum</a:t>
            </a:r>
            <a:r>
              <a:rPr lang="en-GB" sz="2000" spc="-20">
                <a:solidFill>
                  <a:srgbClr val="231F20"/>
                </a:solidFill>
                <a:latin typeface="Arial"/>
                <a:cs typeface="Arial"/>
              </a:rPr>
              <a:t> </a:t>
            </a:r>
            <a:r>
              <a:rPr lang="en-GB" sz="2000" err="1">
                <a:solidFill>
                  <a:srgbClr val="231F20"/>
                </a:solidFill>
                <a:latin typeface="Arial"/>
                <a:cs typeface="Arial"/>
              </a:rPr>
              <a:t>sem</a:t>
            </a:r>
            <a:r>
              <a:rPr lang="en-GB" sz="2000" spc="-20">
                <a:solidFill>
                  <a:srgbClr val="231F20"/>
                </a:solidFill>
                <a:latin typeface="Arial"/>
                <a:cs typeface="Arial"/>
              </a:rPr>
              <a:t> </a:t>
            </a:r>
            <a:r>
              <a:rPr lang="en-GB" sz="2000" spc="-5" err="1">
                <a:solidFill>
                  <a:srgbClr val="231F20"/>
                </a:solidFill>
                <a:latin typeface="Arial"/>
                <a:cs typeface="Arial"/>
              </a:rPr>
              <a:t>quis</a:t>
            </a:r>
            <a:r>
              <a:rPr lang="en-GB" sz="2000" spc="-20">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 </a:t>
            </a:r>
            <a:r>
              <a:rPr lang="en-GB" sz="2000" spc="-540">
                <a:solidFill>
                  <a:srgbClr val="231F20"/>
                </a:solidFill>
                <a:latin typeface="Arial"/>
                <a:cs typeface="Arial"/>
              </a:rPr>
              <a:t> </a:t>
            </a:r>
            <a:r>
              <a:rPr lang="en-GB" sz="2000" spc="-5" err="1">
                <a:solidFill>
                  <a:srgbClr val="231F20"/>
                </a:solidFill>
                <a:latin typeface="Arial"/>
                <a:cs typeface="Arial"/>
              </a:rPr>
              <a:t>interdum</a:t>
            </a:r>
            <a:r>
              <a:rPr lang="en-GB" sz="2000" spc="-5">
                <a:solidFill>
                  <a:srgbClr val="231F20"/>
                </a:solidFill>
                <a:latin typeface="Arial"/>
                <a:cs typeface="Arial"/>
              </a:rPr>
              <a:t> </a:t>
            </a:r>
            <a:r>
              <a:rPr lang="en-GB" sz="2000" spc="-5" err="1">
                <a:solidFill>
                  <a:srgbClr val="231F20"/>
                </a:solidFill>
                <a:latin typeface="Arial"/>
                <a:cs typeface="Arial"/>
              </a:rPr>
              <a:t>egestas</a:t>
            </a:r>
            <a:r>
              <a:rPr lang="en-GB" sz="2000" spc="-5">
                <a:solidFill>
                  <a:srgbClr val="231F20"/>
                </a:solidFill>
                <a:latin typeface="Arial"/>
                <a:cs typeface="Arial"/>
              </a:rPr>
              <a:t>. </a:t>
            </a:r>
            <a:r>
              <a:rPr lang="en-GB" sz="2000" err="1">
                <a:solidFill>
                  <a:srgbClr val="231F20"/>
                </a:solidFill>
                <a:latin typeface="Arial"/>
                <a:cs typeface="Arial"/>
              </a:rPr>
              <a:t>Praesent</a:t>
            </a:r>
            <a:r>
              <a:rPr lang="en-GB" sz="2000">
                <a:solidFill>
                  <a:srgbClr val="231F20"/>
                </a:solidFill>
                <a:latin typeface="Arial"/>
                <a:cs typeface="Arial"/>
              </a:rPr>
              <a:t> </a:t>
            </a:r>
            <a:r>
              <a:rPr lang="en-GB" sz="2000" spc="-5" err="1">
                <a:solidFill>
                  <a:srgbClr val="231F20"/>
                </a:solidFill>
                <a:latin typeface="Arial"/>
                <a:cs typeface="Arial"/>
              </a:rPr>
              <a:t>nibh</a:t>
            </a:r>
            <a:r>
              <a:rPr lang="en-GB" sz="2000" spc="-5">
                <a:solidFill>
                  <a:srgbClr val="231F20"/>
                </a:solidFill>
                <a:latin typeface="Arial"/>
                <a:cs typeface="Arial"/>
              </a:rPr>
              <a:t> </a:t>
            </a:r>
            <a:r>
              <a:rPr lang="en-GB" sz="2000" spc="-5" err="1">
                <a:solidFill>
                  <a:srgbClr val="231F20"/>
                </a:solidFill>
                <a:latin typeface="Arial"/>
                <a:cs typeface="Arial"/>
              </a:rPr>
              <a:t>est</a:t>
            </a:r>
            <a:r>
              <a:rPr lang="en-GB" sz="2000" spc="-5">
                <a:solidFill>
                  <a:srgbClr val="231F20"/>
                </a:solidFill>
                <a:latin typeface="Arial"/>
                <a:cs typeface="Arial"/>
              </a:rPr>
              <a:t>, </a:t>
            </a:r>
            <a:r>
              <a:rPr lang="en-GB" sz="2000" spc="-5" err="1">
                <a:solidFill>
                  <a:srgbClr val="231F20"/>
                </a:solidFill>
                <a:latin typeface="Arial"/>
                <a:cs typeface="Arial"/>
              </a:rPr>
              <a:t>pellen</a:t>
            </a:r>
            <a:r>
              <a:rPr lang="en-GB" sz="2000" spc="-5">
                <a:solidFill>
                  <a:srgbClr val="231F20"/>
                </a:solidFill>
                <a:latin typeface="Arial"/>
                <a:cs typeface="Arial"/>
              </a:rPr>
              <a:t>- </a:t>
            </a:r>
            <a:r>
              <a:rPr lang="en-GB" sz="2000">
                <a:solidFill>
                  <a:srgbClr val="231F20"/>
                </a:solidFill>
                <a:latin typeface="Arial"/>
                <a:cs typeface="Arial"/>
              </a:rPr>
              <a:t> </a:t>
            </a:r>
            <a:r>
              <a:rPr lang="en-GB" sz="2000" err="1">
                <a:solidFill>
                  <a:srgbClr val="231F20"/>
                </a:solidFill>
                <a:latin typeface="Arial"/>
                <a:cs typeface="Arial"/>
              </a:rPr>
              <a:t>tesque</a:t>
            </a:r>
            <a:r>
              <a:rPr lang="en-GB" sz="2000" spc="-10">
                <a:solidFill>
                  <a:srgbClr val="231F20"/>
                </a:solidFill>
                <a:latin typeface="Arial"/>
                <a:cs typeface="Arial"/>
              </a:rPr>
              <a:t> </a:t>
            </a:r>
            <a:r>
              <a:rPr lang="en-GB" sz="2000" spc="-5">
                <a:solidFill>
                  <a:srgbClr val="231F20"/>
                </a:solidFill>
                <a:latin typeface="Arial"/>
                <a:cs typeface="Arial"/>
              </a:rPr>
              <a:t>et</a:t>
            </a:r>
            <a:r>
              <a:rPr lang="en-GB" sz="2000" spc="-15">
                <a:solidFill>
                  <a:srgbClr val="231F20"/>
                </a:solidFill>
                <a:latin typeface="Arial"/>
                <a:cs typeface="Arial"/>
              </a:rPr>
              <a:t> </a:t>
            </a:r>
            <a:r>
              <a:rPr lang="en-GB" sz="2000" err="1">
                <a:solidFill>
                  <a:srgbClr val="231F20"/>
                </a:solidFill>
                <a:latin typeface="Arial"/>
                <a:cs typeface="Arial"/>
              </a:rPr>
              <a:t>felis</a:t>
            </a:r>
            <a:r>
              <a:rPr lang="en-GB" sz="2000" spc="-10">
                <a:solidFill>
                  <a:srgbClr val="231F20"/>
                </a:solidFill>
                <a:latin typeface="Arial"/>
                <a:cs typeface="Arial"/>
              </a:rPr>
              <a:t> </a:t>
            </a:r>
            <a:r>
              <a:rPr lang="en-GB" sz="2000" err="1">
                <a:solidFill>
                  <a:srgbClr val="231F20"/>
                </a:solidFill>
                <a:latin typeface="Arial"/>
                <a:cs typeface="Arial"/>
              </a:rPr>
              <a:t>vel</a:t>
            </a:r>
            <a:r>
              <a:rPr lang="en-GB" sz="2000">
                <a:solidFill>
                  <a:srgbClr val="231F20"/>
                </a:solidFill>
                <a:latin typeface="Arial"/>
                <a:cs typeface="Arial"/>
              </a:rPr>
              <a:t>,</a:t>
            </a:r>
            <a:r>
              <a:rPr lang="en-GB" sz="2000" spc="-5">
                <a:solidFill>
                  <a:srgbClr val="231F20"/>
                </a:solidFill>
                <a:latin typeface="Arial"/>
                <a:cs typeface="Arial"/>
              </a:rPr>
              <a:t> </a:t>
            </a:r>
            <a:r>
              <a:rPr lang="en-GB" sz="2000" spc="-5" err="1">
                <a:solidFill>
                  <a:srgbClr val="231F20"/>
                </a:solidFill>
                <a:latin typeface="Arial"/>
                <a:cs typeface="Arial"/>
              </a:rPr>
              <a:t>aliquet</a:t>
            </a:r>
            <a:r>
              <a:rPr lang="en-GB" sz="2000" spc="-15">
                <a:solidFill>
                  <a:srgbClr val="231F20"/>
                </a:solidFill>
                <a:latin typeface="Arial"/>
                <a:cs typeface="Arial"/>
              </a:rPr>
              <a:t> </a:t>
            </a:r>
            <a:r>
              <a:rPr lang="en-GB" sz="2000" spc="-5" err="1">
                <a:solidFill>
                  <a:srgbClr val="231F20"/>
                </a:solidFill>
                <a:latin typeface="Arial"/>
                <a:cs typeface="Arial"/>
              </a:rPr>
              <a:t>interdum</a:t>
            </a:r>
            <a:r>
              <a:rPr lang="en-GB" sz="2000" spc="-15">
                <a:solidFill>
                  <a:srgbClr val="231F20"/>
                </a:solidFill>
                <a:latin typeface="Arial"/>
                <a:cs typeface="Arial"/>
              </a:rPr>
              <a:t> </a:t>
            </a:r>
            <a:r>
              <a:rPr lang="en-GB" sz="2000">
                <a:solidFill>
                  <a:srgbClr val="231F20"/>
                </a:solidFill>
                <a:latin typeface="Arial"/>
                <a:cs typeface="Arial"/>
              </a:rPr>
              <a:t>magna.</a:t>
            </a:r>
            <a:endParaRPr lang="en-GB" sz="2000">
              <a:latin typeface="Arial"/>
              <a:cs typeface="Arial"/>
            </a:endParaRPr>
          </a:p>
          <a:p>
            <a:pPr>
              <a:lnSpc>
                <a:spcPct val="100000"/>
              </a:lnSpc>
              <a:spcBef>
                <a:spcPts val="45"/>
              </a:spcBef>
            </a:pPr>
            <a:endParaRPr lang="en-GB" sz="2050">
              <a:latin typeface="Arial"/>
              <a:cs typeface="Arial"/>
            </a:endParaRPr>
          </a:p>
          <a:p>
            <a:pPr marL="12700" marR="5080">
              <a:lnSpc>
                <a:spcPct val="100000"/>
              </a:lnSpc>
            </a:pPr>
            <a:r>
              <a:rPr lang="en-GB" sz="2000" spc="-5">
                <a:solidFill>
                  <a:srgbClr val="231F20"/>
                </a:solidFill>
                <a:latin typeface="Arial"/>
                <a:cs typeface="Arial"/>
              </a:rPr>
              <a:t>Donec</a:t>
            </a:r>
            <a:r>
              <a:rPr lang="en-GB" sz="2000" spc="-20">
                <a:solidFill>
                  <a:srgbClr val="231F20"/>
                </a:solidFill>
                <a:latin typeface="Arial"/>
                <a:cs typeface="Arial"/>
              </a:rPr>
              <a:t> </a:t>
            </a:r>
            <a:r>
              <a:rPr lang="en-GB" sz="2000" spc="-5" err="1">
                <a:solidFill>
                  <a:srgbClr val="231F20"/>
                </a:solidFill>
                <a:latin typeface="Arial"/>
                <a:cs typeface="Arial"/>
              </a:rPr>
              <a:t>ut</a:t>
            </a:r>
            <a:r>
              <a:rPr lang="en-GB" sz="2000" spc="-20">
                <a:solidFill>
                  <a:srgbClr val="231F20"/>
                </a:solidFill>
                <a:latin typeface="Arial"/>
                <a:cs typeface="Arial"/>
              </a:rPr>
              <a:t> </a:t>
            </a:r>
            <a:r>
              <a:rPr lang="en-GB" sz="2000" err="1">
                <a:solidFill>
                  <a:srgbClr val="231F20"/>
                </a:solidFill>
                <a:latin typeface="Arial"/>
                <a:cs typeface="Arial"/>
              </a:rPr>
              <a:t>suscipit</a:t>
            </a:r>
            <a:r>
              <a:rPr lang="en-GB" sz="2000" spc="-15">
                <a:solidFill>
                  <a:srgbClr val="231F20"/>
                </a:solidFill>
                <a:latin typeface="Arial"/>
                <a:cs typeface="Arial"/>
              </a:rPr>
              <a:t> </a:t>
            </a:r>
            <a:r>
              <a:rPr lang="en-GB" sz="2000" spc="-25" err="1">
                <a:solidFill>
                  <a:srgbClr val="231F20"/>
                </a:solidFill>
                <a:latin typeface="Arial"/>
                <a:cs typeface="Arial"/>
              </a:rPr>
              <a:t>dolor</a:t>
            </a:r>
            <a:r>
              <a:rPr lang="en-GB" sz="2000" spc="-25">
                <a:solidFill>
                  <a:srgbClr val="231F20"/>
                </a:solidFill>
                <a:latin typeface="Arial"/>
                <a:cs typeface="Arial"/>
              </a:rPr>
              <a:t>,</a:t>
            </a:r>
            <a:r>
              <a:rPr lang="en-GB" sz="2000" spc="-20">
                <a:solidFill>
                  <a:srgbClr val="231F20"/>
                </a:solidFill>
                <a:latin typeface="Arial"/>
                <a:cs typeface="Arial"/>
              </a:rPr>
              <a:t> </a:t>
            </a:r>
            <a:r>
              <a:rPr lang="en-GB" sz="2000">
                <a:solidFill>
                  <a:srgbClr val="231F20"/>
                </a:solidFill>
                <a:latin typeface="Arial"/>
                <a:cs typeface="Arial"/>
              </a:rPr>
              <a:t>vitae</a:t>
            </a:r>
            <a:r>
              <a:rPr lang="en-GB" sz="2000" spc="-15">
                <a:solidFill>
                  <a:srgbClr val="231F20"/>
                </a:solidFill>
                <a:latin typeface="Arial"/>
                <a:cs typeface="Arial"/>
              </a:rPr>
              <a:t> </a:t>
            </a:r>
            <a:r>
              <a:rPr lang="en-GB" sz="2000" err="1">
                <a:solidFill>
                  <a:srgbClr val="231F20"/>
                </a:solidFill>
                <a:latin typeface="Arial"/>
                <a:cs typeface="Arial"/>
              </a:rPr>
              <a:t>sollicitudin</a:t>
            </a:r>
            <a:r>
              <a:rPr lang="en-GB" sz="2000" spc="-15">
                <a:solidFill>
                  <a:srgbClr val="231F20"/>
                </a:solidFill>
                <a:latin typeface="Arial"/>
                <a:cs typeface="Arial"/>
              </a:rPr>
              <a:t> </a:t>
            </a:r>
            <a:r>
              <a:rPr lang="en-GB" sz="2000">
                <a:solidFill>
                  <a:srgbClr val="231F20"/>
                </a:solidFill>
                <a:latin typeface="Arial"/>
                <a:cs typeface="Arial"/>
              </a:rPr>
              <a:t>sem. </a:t>
            </a:r>
            <a:r>
              <a:rPr lang="en-GB" sz="2000" spc="-540">
                <a:solidFill>
                  <a:srgbClr val="231F20"/>
                </a:solidFill>
                <a:latin typeface="Arial"/>
                <a:cs typeface="Arial"/>
              </a:rPr>
              <a:t> </a:t>
            </a:r>
            <a:r>
              <a:rPr lang="en-GB" sz="2000" err="1">
                <a:solidFill>
                  <a:srgbClr val="231F20"/>
                </a:solidFill>
                <a:latin typeface="Arial"/>
                <a:cs typeface="Arial"/>
              </a:rPr>
              <a:t>Sed</a:t>
            </a:r>
            <a:r>
              <a:rPr lang="en-GB" sz="2000" spc="-15">
                <a:solidFill>
                  <a:srgbClr val="231F20"/>
                </a:solidFill>
                <a:latin typeface="Arial"/>
                <a:cs typeface="Arial"/>
              </a:rPr>
              <a:t> </a:t>
            </a:r>
            <a:r>
              <a:rPr lang="en-GB" sz="2000" spc="-5" err="1">
                <a:solidFill>
                  <a:srgbClr val="231F20"/>
                </a:solidFill>
                <a:latin typeface="Arial"/>
                <a:cs typeface="Arial"/>
              </a:rPr>
              <a:t>eget</a:t>
            </a:r>
            <a:r>
              <a:rPr lang="en-GB" sz="2000" spc="-20">
                <a:solidFill>
                  <a:srgbClr val="231F20"/>
                </a:solidFill>
                <a:latin typeface="Arial"/>
                <a:cs typeface="Arial"/>
              </a:rPr>
              <a:t> </a:t>
            </a:r>
            <a:r>
              <a:rPr lang="en-GB" sz="2000">
                <a:solidFill>
                  <a:srgbClr val="231F20"/>
                </a:solidFill>
                <a:latin typeface="Arial"/>
                <a:cs typeface="Arial"/>
              </a:rPr>
              <a:t>cursus</a:t>
            </a:r>
            <a:r>
              <a:rPr lang="en-GB" sz="2000" spc="-15">
                <a:solidFill>
                  <a:srgbClr val="231F20"/>
                </a:solidFill>
                <a:latin typeface="Arial"/>
                <a:cs typeface="Arial"/>
              </a:rPr>
              <a:t> </a:t>
            </a:r>
            <a:r>
              <a:rPr lang="en-GB" sz="2000" spc="-5" err="1">
                <a:solidFill>
                  <a:srgbClr val="231F20"/>
                </a:solidFill>
                <a:latin typeface="Arial"/>
                <a:cs typeface="Arial"/>
              </a:rPr>
              <a:t>nulla</a:t>
            </a:r>
            <a:r>
              <a:rPr lang="en-GB" sz="2000" spc="-5">
                <a:solidFill>
                  <a:srgbClr val="231F20"/>
                </a:solidFill>
                <a:latin typeface="Arial"/>
                <a:cs typeface="Arial"/>
              </a:rPr>
              <a:t>,</a:t>
            </a:r>
            <a:r>
              <a:rPr lang="en-GB" sz="2000" spc="-15">
                <a:solidFill>
                  <a:srgbClr val="231F20"/>
                </a:solidFill>
                <a:latin typeface="Arial"/>
                <a:cs typeface="Arial"/>
              </a:rPr>
              <a:t> </a:t>
            </a:r>
            <a:r>
              <a:rPr lang="en-GB" sz="2000" spc="-5" err="1">
                <a:solidFill>
                  <a:srgbClr val="231F20"/>
                </a:solidFill>
                <a:latin typeface="Arial"/>
                <a:cs typeface="Arial"/>
              </a:rPr>
              <a:t>nec</a:t>
            </a:r>
            <a:r>
              <a:rPr lang="en-GB" sz="2000" spc="-20">
                <a:solidFill>
                  <a:srgbClr val="231F20"/>
                </a:solidFill>
                <a:latin typeface="Arial"/>
                <a:cs typeface="Arial"/>
              </a:rPr>
              <a:t> </a:t>
            </a:r>
            <a:r>
              <a:rPr lang="en-GB" sz="2000" err="1">
                <a:solidFill>
                  <a:srgbClr val="231F20"/>
                </a:solidFill>
                <a:latin typeface="Arial"/>
                <a:cs typeface="Arial"/>
              </a:rPr>
              <a:t>consequat</a:t>
            </a:r>
            <a:r>
              <a:rPr lang="en-GB" sz="2000" spc="-15">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a:t>
            </a:r>
          </a:p>
          <a:p>
            <a:pPr marL="12700" marR="5080">
              <a:lnSpc>
                <a:spcPct val="100000"/>
              </a:lnSpc>
              <a:spcBef>
                <a:spcPts val="2185"/>
              </a:spcBef>
            </a:pPr>
            <a:r>
              <a:rPr lang="en-GB" sz="2000" spc="-5">
                <a:solidFill>
                  <a:srgbClr val="231F20"/>
                </a:solidFill>
                <a:latin typeface="Arial"/>
                <a:cs typeface="Arial"/>
              </a:rPr>
              <a:t>Lorem ipsum </a:t>
            </a:r>
            <a:r>
              <a:rPr lang="en-GB" sz="2000" spc="-5" err="1">
                <a:solidFill>
                  <a:srgbClr val="231F20"/>
                </a:solidFill>
                <a:latin typeface="Arial"/>
                <a:cs typeface="Arial"/>
              </a:rPr>
              <a:t>dolor</a:t>
            </a:r>
            <a:r>
              <a:rPr lang="en-GB" sz="2000" spc="-5">
                <a:solidFill>
                  <a:srgbClr val="231F20"/>
                </a:solidFill>
                <a:latin typeface="Arial"/>
                <a:cs typeface="Arial"/>
              </a:rPr>
              <a:t> </a:t>
            </a:r>
            <a:r>
              <a:rPr lang="en-GB" sz="2000">
                <a:solidFill>
                  <a:srgbClr val="231F20"/>
                </a:solidFill>
                <a:latin typeface="Arial"/>
                <a:cs typeface="Arial"/>
              </a:rPr>
              <a:t>sit </a:t>
            </a:r>
            <a:r>
              <a:rPr lang="en-GB" sz="2000" spc="-5" err="1">
                <a:solidFill>
                  <a:srgbClr val="231F20"/>
                </a:solidFill>
                <a:latin typeface="Arial"/>
                <a:cs typeface="Arial"/>
              </a:rPr>
              <a:t>amet</a:t>
            </a:r>
            <a:r>
              <a:rPr lang="en-GB" sz="2000" spc="-5">
                <a:solidFill>
                  <a:srgbClr val="231F20"/>
                </a:solidFill>
                <a:latin typeface="Arial"/>
                <a:cs typeface="Arial"/>
              </a:rPr>
              <a:t>, </a:t>
            </a:r>
            <a:r>
              <a:rPr lang="en-GB" sz="2000" err="1">
                <a:solidFill>
                  <a:srgbClr val="231F20"/>
                </a:solidFill>
                <a:latin typeface="Arial"/>
                <a:cs typeface="Arial"/>
              </a:rPr>
              <a:t>consectetur</a:t>
            </a:r>
            <a:r>
              <a:rPr lang="en-GB" sz="2000">
                <a:solidFill>
                  <a:srgbClr val="231F20"/>
                </a:solidFill>
                <a:latin typeface="Arial"/>
                <a:cs typeface="Arial"/>
              </a:rPr>
              <a:t> ad- </a:t>
            </a:r>
            <a:r>
              <a:rPr lang="en-GB" sz="2000" spc="5">
                <a:solidFill>
                  <a:srgbClr val="231F20"/>
                </a:solidFill>
                <a:latin typeface="Arial"/>
                <a:cs typeface="Arial"/>
              </a:rPr>
              <a:t> </a:t>
            </a:r>
            <a:r>
              <a:rPr lang="en-GB" sz="2000" spc="-5" err="1">
                <a:solidFill>
                  <a:srgbClr val="231F20"/>
                </a:solidFill>
                <a:latin typeface="Arial"/>
                <a:cs typeface="Arial"/>
              </a:rPr>
              <a:t>ipiscing</a:t>
            </a:r>
            <a:r>
              <a:rPr lang="en-GB" sz="2000" spc="-5">
                <a:solidFill>
                  <a:srgbClr val="231F20"/>
                </a:solidFill>
                <a:latin typeface="Arial"/>
                <a:cs typeface="Arial"/>
              </a:rPr>
              <a:t> </a:t>
            </a:r>
            <a:r>
              <a:rPr lang="en-GB" sz="2000" spc="-5" err="1">
                <a:solidFill>
                  <a:srgbClr val="231F20"/>
                </a:solidFill>
                <a:latin typeface="Arial"/>
                <a:cs typeface="Arial"/>
              </a:rPr>
              <a:t>elit</a:t>
            </a:r>
            <a:r>
              <a:rPr lang="en-GB" sz="2000" spc="-5">
                <a:solidFill>
                  <a:srgbClr val="231F20"/>
                </a:solidFill>
                <a:latin typeface="Arial"/>
                <a:cs typeface="Arial"/>
              </a:rPr>
              <a:t>. Duis at </a:t>
            </a:r>
            <a:r>
              <a:rPr lang="en-GB" sz="2000" err="1">
                <a:solidFill>
                  <a:srgbClr val="231F20"/>
                </a:solidFill>
                <a:latin typeface="Arial"/>
                <a:cs typeface="Arial"/>
              </a:rPr>
              <a:t>commodo</a:t>
            </a:r>
            <a:r>
              <a:rPr lang="en-GB" sz="2000">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 non </a:t>
            </a:r>
            <a:r>
              <a:rPr lang="en-GB" sz="2000">
                <a:solidFill>
                  <a:srgbClr val="231F20"/>
                </a:solidFill>
                <a:latin typeface="Arial"/>
                <a:cs typeface="Arial"/>
              </a:rPr>
              <a:t> </a:t>
            </a:r>
            <a:r>
              <a:rPr lang="en-GB" sz="2000" spc="-5" err="1">
                <a:solidFill>
                  <a:srgbClr val="231F20"/>
                </a:solidFill>
                <a:latin typeface="Arial"/>
                <a:cs typeface="Arial"/>
              </a:rPr>
              <a:t>ultrices</a:t>
            </a:r>
            <a:r>
              <a:rPr lang="en-GB" sz="2000" spc="-20">
                <a:solidFill>
                  <a:srgbClr val="231F20"/>
                </a:solidFill>
                <a:latin typeface="Arial"/>
                <a:cs typeface="Arial"/>
              </a:rPr>
              <a:t> </a:t>
            </a:r>
            <a:r>
              <a:rPr lang="en-GB" sz="2000" err="1">
                <a:solidFill>
                  <a:srgbClr val="231F20"/>
                </a:solidFill>
                <a:latin typeface="Arial"/>
                <a:cs typeface="Arial"/>
              </a:rPr>
              <a:t>turpis</a:t>
            </a:r>
            <a:r>
              <a:rPr lang="en-GB" sz="2000">
                <a:solidFill>
                  <a:srgbClr val="231F20"/>
                </a:solidFill>
                <a:latin typeface="Arial"/>
                <a:cs typeface="Arial"/>
              </a:rPr>
              <a:t>.</a:t>
            </a:r>
            <a:r>
              <a:rPr lang="en-GB" sz="2000" spc="-20">
                <a:solidFill>
                  <a:srgbClr val="231F20"/>
                </a:solidFill>
                <a:latin typeface="Arial"/>
                <a:cs typeface="Arial"/>
              </a:rPr>
              <a:t> </a:t>
            </a:r>
            <a:r>
              <a:rPr lang="en-GB" sz="2000">
                <a:solidFill>
                  <a:srgbClr val="231F20"/>
                </a:solidFill>
                <a:latin typeface="Arial"/>
                <a:cs typeface="Arial"/>
              </a:rPr>
              <a:t>Integer</a:t>
            </a:r>
            <a:r>
              <a:rPr lang="en-GB" sz="2000" spc="-20">
                <a:solidFill>
                  <a:srgbClr val="231F20"/>
                </a:solidFill>
                <a:latin typeface="Arial"/>
                <a:cs typeface="Arial"/>
              </a:rPr>
              <a:t> </a:t>
            </a:r>
            <a:r>
              <a:rPr lang="en-GB" sz="2000" err="1">
                <a:solidFill>
                  <a:srgbClr val="231F20"/>
                </a:solidFill>
                <a:latin typeface="Arial"/>
                <a:cs typeface="Arial"/>
              </a:rPr>
              <a:t>rutrum</a:t>
            </a:r>
            <a:r>
              <a:rPr lang="en-GB" sz="2000" spc="-20">
                <a:solidFill>
                  <a:srgbClr val="231F20"/>
                </a:solidFill>
                <a:latin typeface="Arial"/>
                <a:cs typeface="Arial"/>
              </a:rPr>
              <a:t> </a:t>
            </a:r>
            <a:r>
              <a:rPr lang="en-GB" sz="2000" err="1">
                <a:solidFill>
                  <a:srgbClr val="231F20"/>
                </a:solidFill>
                <a:latin typeface="Arial"/>
                <a:cs typeface="Arial"/>
              </a:rPr>
              <a:t>sem</a:t>
            </a:r>
            <a:r>
              <a:rPr lang="en-GB" sz="2000" spc="-20">
                <a:solidFill>
                  <a:srgbClr val="231F20"/>
                </a:solidFill>
                <a:latin typeface="Arial"/>
                <a:cs typeface="Arial"/>
              </a:rPr>
              <a:t> </a:t>
            </a:r>
            <a:r>
              <a:rPr lang="en-GB" sz="2000" spc="-5" err="1">
                <a:solidFill>
                  <a:srgbClr val="231F20"/>
                </a:solidFill>
                <a:latin typeface="Arial"/>
                <a:cs typeface="Arial"/>
              </a:rPr>
              <a:t>quis</a:t>
            </a:r>
            <a:r>
              <a:rPr lang="en-GB" sz="2000" spc="-20">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 </a:t>
            </a:r>
            <a:r>
              <a:rPr lang="en-GB" sz="2000" spc="-540">
                <a:solidFill>
                  <a:srgbClr val="231F20"/>
                </a:solidFill>
                <a:latin typeface="Arial"/>
                <a:cs typeface="Arial"/>
              </a:rPr>
              <a:t> </a:t>
            </a:r>
            <a:r>
              <a:rPr lang="en-GB" sz="2000" spc="-5" err="1">
                <a:solidFill>
                  <a:srgbClr val="231F20"/>
                </a:solidFill>
                <a:latin typeface="Arial"/>
                <a:cs typeface="Arial"/>
              </a:rPr>
              <a:t>interdum</a:t>
            </a:r>
            <a:r>
              <a:rPr lang="en-GB" sz="2000" spc="-5">
                <a:solidFill>
                  <a:srgbClr val="231F20"/>
                </a:solidFill>
                <a:latin typeface="Arial"/>
                <a:cs typeface="Arial"/>
              </a:rPr>
              <a:t> </a:t>
            </a:r>
            <a:r>
              <a:rPr lang="en-GB" sz="2000" spc="-5" err="1">
                <a:solidFill>
                  <a:srgbClr val="231F20"/>
                </a:solidFill>
                <a:latin typeface="Arial"/>
                <a:cs typeface="Arial"/>
              </a:rPr>
              <a:t>egestas</a:t>
            </a:r>
            <a:r>
              <a:rPr lang="en-GB" sz="2000" spc="-5">
                <a:solidFill>
                  <a:srgbClr val="231F20"/>
                </a:solidFill>
                <a:latin typeface="Arial"/>
                <a:cs typeface="Arial"/>
              </a:rPr>
              <a:t>. </a:t>
            </a:r>
            <a:r>
              <a:rPr lang="en-GB" sz="2000" err="1">
                <a:solidFill>
                  <a:srgbClr val="231F20"/>
                </a:solidFill>
                <a:latin typeface="Arial"/>
                <a:cs typeface="Arial"/>
              </a:rPr>
              <a:t>Praesent</a:t>
            </a:r>
            <a:r>
              <a:rPr lang="en-GB" sz="2000">
                <a:solidFill>
                  <a:srgbClr val="231F20"/>
                </a:solidFill>
                <a:latin typeface="Arial"/>
                <a:cs typeface="Arial"/>
              </a:rPr>
              <a:t> </a:t>
            </a:r>
            <a:r>
              <a:rPr lang="en-GB" sz="2000" spc="-5" err="1">
                <a:solidFill>
                  <a:srgbClr val="231F20"/>
                </a:solidFill>
                <a:latin typeface="Arial"/>
                <a:cs typeface="Arial"/>
              </a:rPr>
              <a:t>nibh</a:t>
            </a:r>
            <a:r>
              <a:rPr lang="en-GB" sz="2000" spc="-5">
                <a:solidFill>
                  <a:srgbClr val="231F20"/>
                </a:solidFill>
                <a:latin typeface="Arial"/>
                <a:cs typeface="Arial"/>
              </a:rPr>
              <a:t> </a:t>
            </a:r>
            <a:r>
              <a:rPr lang="en-GB" sz="2000" spc="-5" err="1">
                <a:solidFill>
                  <a:srgbClr val="231F20"/>
                </a:solidFill>
                <a:latin typeface="Arial"/>
                <a:cs typeface="Arial"/>
              </a:rPr>
              <a:t>est</a:t>
            </a:r>
            <a:r>
              <a:rPr lang="en-GB" sz="2000" spc="-5">
                <a:solidFill>
                  <a:srgbClr val="231F20"/>
                </a:solidFill>
                <a:latin typeface="Arial"/>
                <a:cs typeface="Arial"/>
              </a:rPr>
              <a:t>, </a:t>
            </a:r>
            <a:r>
              <a:rPr lang="en-GB" sz="2000" spc="-5" err="1">
                <a:solidFill>
                  <a:srgbClr val="231F20"/>
                </a:solidFill>
                <a:latin typeface="Arial"/>
                <a:cs typeface="Arial"/>
              </a:rPr>
              <a:t>pellen</a:t>
            </a:r>
            <a:r>
              <a:rPr lang="en-GB" sz="2000" spc="-5">
                <a:solidFill>
                  <a:srgbClr val="231F20"/>
                </a:solidFill>
                <a:latin typeface="Arial"/>
                <a:cs typeface="Arial"/>
              </a:rPr>
              <a:t>- </a:t>
            </a:r>
            <a:r>
              <a:rPr lang="en-GB" sz="2000">
                <a:solidFill>
                  <a:srgbClr val="231F20"/>
                </a:solidFill>
                <a:latin typeface="Arial"/>
                <a:cs typeface="Arial"/>
              </a:rPr>
              <a:t> </a:t>
            </a:r>
            <a:r>
              <a:rPr lang="en-GB" sz="2000" err="1">
                <a:solidFill>
                  <a:srgbClr val="231F20"/>
                </a:solidFill>
                <a:latin typeface="Arial"/>
                <a:cs typeface="Arial"/>
              </a:rPr>
              <a:t>tesque</a:t>
            </a:r>
            <a:r>
              <a:rPr lang="en-GB" sz="2000" spc="-10">
                <a:solidFill>
                  <a:srgbClr val="231F20"/>
                </a:solidFill>
                <a:latin typeface="Arial"/>
                <a:cs typeface="Arial"/>
              </a:rPr>
              <a:t> </a:t>
            </a:r>
            <a:r>
              <a:rPr lang="en-GB" sz="2000" spc="-5">
                <a:solidFill>
                  <a:srgbClr val="231F20"/>
                </a:solidFill>
                <a:latin typeface="Arial"/>
                <a:cs typeface="Arial"/>
              </a:rPr>
              <a:t>et</a:t>
            </a:r>
            <a:r>
              <a:rPr lang="en-GB" sz="2000" spc="-15">
                <a:solidFill>
                  <a:srgbClr val="231F20"/>
                </a:solidFill>
                <a:latin typeface="Arial"/>
                <a:cs typeface="Arial"/>
              </a:rPr>
              <a:t> </a:t>
            </a:r>
            <a:r>
              <a:rPr lang="en-GB" sz="2000" err="1">
                <a:solidFill>
                  <a:srgbClr val="231F20"/>
                </a:solidFill>
                <a:latin typeface="Arial"/>
                <a:cs typeface="Arial"/>
              </a:rPr>
              <a:t>felis</a:t>
            </a:r>
            <a:r>
              <a:rPr lang="en-GB" sz="2000" spc="-10">
                <a:solidFill>
                  <a:srgbClr val="231F20"/>
                </a:solidFill>
                <a:latin typeface="Arial"/>
                <a:cs typeface="Arial"/>
              </a:rPr>
              <a:t> </a:t>
            </a:r>
            <a:r>
              <a:rPr lang="en-GB" sz="2000" err="1">
                <a:solidFill>
                  <a:srgbClr val="231F20"/>
                </a:solidFill>
                <a:latin typeface="Arial"/>
                <a:cs typeface="Arial"/>
              </a:rPr>
              <a:t>vel</a:t>
            </a:r>
            <a:r>
              <a:rPr lang="en-GB" sz="2000">
                <a:solidFill>
                  <a:srgbClr val="231F20"/>
                </a:solidFill>
                <a:latin typeface="Arial"/>
                <a:cs typeface="Arial"/>
              </a:rPr>
              <a:t>,</a:t>
            </a:r>
            <a:r>
              <a:rPr lang="en-GB" sz="2000" spc="-5">
                <a:solidFill>
                  <a:srgbClr val="231F20"/>
                </a:solidFill>
                <a:latin typeface="Arial"/>
                <a:cs typeface="Arial"/>
              </a:rPr>
              <a:t> </a:t>
            </a:r>
            <a:r>
              <a:rPr lang="en-GB" sz="2000" spc="-5" err="1">
                <a:solidFill>
                  <a:srgbClr val="231F20"/>
                </a:solidFill>
                <a:latin typeface="Arial"/>
                <a:cs typeface="Arial"/>
              </a:rPr>
              <a:t>aliquet</a:t>
            </a:r>
            <a:r>
              <a:rPr lang="en-GB" sz="2000" spc="-15">
                <a:solidFill>
                  <a:srgbClr val="231F20"/>
                </a:solidFill>
                <a:latin typeface="Arial"/>
                <a:cs typeface="Arial"/>
              </a:rPr>
              <a:t> </a:t>
            </a:r>
            <a:r>
              <a:rPr lang="en-GB" sz="2000" spc="-5" err="1">
                <a:solidFill>
                  <a:srgbClr val="231F20"/>
                </a:solidFill>
                <a:latin typeface="Arial"/>
                <a:cs typeface="Arial"/>
              </a:rPr>
              <a:t>interdum</a:t>
            </a:r>
            <a:r>
              <a:rPr lang="en-GB" sz="2000" spc="-15">
                <a:solidFill>
                  <a:srgbClr val="231F20"/>
                </a:solidFill>
                <a:latin typeface="Arial"/>
                <a:cs typeface="Arial"/>
              </a:rPr>
              <a:t> </a:t>
            </a:r>
            <a:r>
              <a:rPr lang="en-GB" sz="2000">
                <a:solidFill>
                  <a:srgbClr val="231F20"/>
                </a:solidFill>
                <a:latin typeface="Arial"/>
                <a:cs typeface="Arial"/>
              </a:rPr>
              <a:t>magna.</a:t>
            </a:r>
            <a:endParaRPr lang="en-GB" sz="2000">
              <a:latin typeface="Arial"/>
              <a:cs typeface="Arial"/>
            </a:endParaRPr>
          </a:p>
        </p:txBody>
      </p:sp>
    </p:spTree>
    <p:extLst>
      <p:ext uri="{BB962C8B-B14F-4D97-AF65-F5344CB8AC3E}">
        <p14:creationId xmlns:p14="http://schemas.microsoft.com/office/powerpoint/2010/main" val="19243315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userDrawn="1">
  <p:cSld name="CONTENT TITLE 1">
    <p:bg>
      <p:bgPr>
        <a:solidFill>
          <a:schemeClr val="bg1"/>
        </a:solidFill>
        <a:effectLst/>
      </p:bgPr>
    </p:bg>
    <p:spTree>
      <p:nvGrpSpPr>
        <p:cNvPr id="1" name=""/>
        <p:cNvGrpSpPr/>
        <p:nvPr/>
      </p:nvGrpSpPr>
      <p:grpSpPr>
        <a:xfrm>
          <a:off x="0" y="0"/>
          <a:ext cx="0" cy="0"/>
          <a:chOff x="0" y="0"/>
          <a:chExt cx="0" cy="0"/>
        </a:xfrm>
      </p:grpSpPr>
      <p:sp>
        <p:nvSpPr>
          <p:cNvPr id="7" name="object 2">
            <a:extLst>
              <a:ext uri="{FF2B5EF4-FFF2-40B4-BE49-F238E27FC236}">
                <a16:creationId xmlns:a16="http://schemas.microsoft.com/office/drawing/2014/main" id="{E1C47ABA-B797-8D40-9EA9-D68CBCD1CFA6}"/>
              </a:ext>
            </a:extLst>
          </p:cNvPr>
          <p:cNvSpPr/>
          <p:nvPr userDrawn="1"/>
        </p:nvSpPr>
        <p:spPr>
          <a:xfrm>
            <a:off x="0" y="0"/>
            <a:ext cx="12193270" cy="6858000"/>
          </a:xfrm>
          <a:custGeom>
            <a:avLst/>
            <a:gdLst/>
            <a:ahLst/>
            <a:cxnLst/>
            <a:rect l="l" t="t" r="r" b="b"/>
            <a:pathLst>
              <a:path w="12193270" h="6858000">
                <a:moveTo>
                  <a:pt x="12193206" y="0"/>
                </a:moveTo>
                <a:lnTo>
                  <a:pt x="0" y="0"/>
                </a:lnTo>
                <a:lnTo>
                  <a:pt x="0" y="6858000"/>
                </a:lnTo>
                <a:lnTo>
                  <a:pt x="12193206" y="6858000"/>
                </a:lnTo>
                <a:lnTo>
                  <a:pt x="12193206" y="0"/>
                </a:lnTo>
                <a:close/>
              </a:path>
            </a:pathLst>
          </a:custGeom>
          <a:solidFill>
            <a:srgbClr val="FDB913"/>
          </a:solidFill>
        </p:spPr>
        <p:txBody>
          <a:bodyPr wrap="square" lIns="0" tIns="0" rIns="0" bIns="0" rtlCol="0"/>
          <a:lstStyle/>
          <a:p>
            <a:endParaRPr/>
          </a:p>
        </p:txBody>
      </p:sp>
      <p:pic>
        <p:nvPicPr>
          <p:cNvPr id="10" name="Picture 9">
            <a:extLst>
              <a:ext uri="{FF2B5EF4-FFF2-40B4-BE49-F238E27FC236}">
                <a16:creationId xmlns:a16="http://schemas.microsoft.com/office/drawing/2014/main" id="{D37420C8-369F-9048-9E36-6E4EB475F5E0}"/>
              </a:ext>
            </a:extLst>
          </p:cNvPr>
          <p:cNvPicPr>
            <a:picLocks noChangeAspect="1"/>
          </p:cNvPicPr>
          <p:nvPr userDrawn="1"/>
        </p:nvPicPr>
        <p:blipFill>
          <a:blip r:embed="rId2"/>
          <a:stretch>
            <a:fillRect/>
          </a:stretch>
        </p:blipFill>
        <p:spPr>
          <a:xfrm>
            <a:off x="9815421" y="575923"/>
            <a:ext cx="1801777" cy="553129"/>
          </a:xfrm>
          <a:prstGeom prst="rect">
            <a:avLst/>
          </a:prstGeom>
        </p:spPr>
      </p:pic>
      <p:sp>
        <p:nvSpPr>
          <p:cNvPr id="6" name="object 17">
            <a:extLst>
              <a:ext uri="{FF2B5EF4-FFF2-40B4-BE49-F238E27FC236}">
                <a16:creationId xmlns:a16="http://schemas.microsoft.com/office/drawing/2014/main" id="{D41CAC6E-A1AF-EE41-B7C8-5E89759F1640}"/>
              </a:ext>
            </a:extLst>
          </p:cNvPr>
          <p:cNvSpPr/>
          <p:nvPr userDrawn="1"/>
        </p:nvSpPr>
        <p:spPr>
          <a:xfrm>
            <a:off x="576000" y="3335991"/>
            <a:ext cx="822960" cy="822960"/>
          </a:xfrm>
          <a:custGeom>
            <a:avLst/>
            <a:gdLst/>
            <a:ahLst/>
            <a:cxnLst/>
            <a:rect l="l" t="t" r="r" b="b"/>
            <a:pathLst>
              <a:path w="822960" h="822960">
                <a:moveTo>
                  <a:pt x="411441" y="0"/>
                </a:moveTo>
                <a:lnTo>
                  <a:pt x="363459" y="2768"/>
                </a:lnTo>
                <a:lnTo>
                  <a:pt x="317103" y="10866"/>
                </a:lnTo>
                <a:lnTo>
                  <a:pt x="272681" y="23987"/>
                </a:lnTo>
                <a:lnTo>
                  <a:pt x="230502" y="41820"/>
                </a:lnTo>
                <a:lnTo>
                  <a:pt x="190874" y="64057"/>
                </a:lnTo>
                <a:lnTo>
                  <a:pt x="154107" y="90390"/>
                </a:lnTo>
                <a:lnTo>
                  <a:pt x="120510" y="120510"/>
                </a:lnTo>
                <a:lnTo>
                  <a:pt x="90390" y="154107"/>
                </a:lnTo>
                <a:lnTo>
                  <a:pt x="64057" y="190874"/>
                </a:lnTo>
                <a:lnTo>
                  <a:pt x="41820" y="230502"/>
                </a:lnTo>
                <a:lnTo>
                  <a:pt x="23987" y="272681"/>
                </a:lnTo>
                <a:lnTo>
                  <a:pt x="10866" y="317103"/>
                </a:lnTo>
                <a:lnTo>
                  <a:pt x="2768" y="363459"/>
                </a:lnTo>
                <a:lnTo>
                  <a:pt x="0" y="411441"/>
                </a:lnTo>
                <a:lnTo>
                  <a:pt x="2768" y="459423"/>
                </a:lnTo>
                <a:lnTo>
                  <a:pt x="10866" y="505780"/>
                </a:lnTo>
                <a:lnTo>
                  <a:pt x="23987" y="550202"/>
                </a:lnTo>
                <a:lnTo>
                  <a:pt x="41820" y="592381"/>
                </a:lnTo>
                <a:lnTo>
                  <a:pt x="64057" y="632008"/>
                </a:lnTo>
                <a:lnTo>
                  <a:pt x="90390" y="668775"/>
                </a:lnTo>
                <a:lnTo>
                  <a:pt x="120510" y="702373"/>
                </a:lnTo>
                <a:lnTo>
                  <a:pt x="154107" y="732493"/>
                </a:lnTo>
                <a:lnTo>
                  <a:pt x="190874" y="758826"/>
                </a:lnTo>
                <a:lnTo>
                  <a:pt x="230502" y="781063"/>
                </a:lnTo>
                <a:lnTo>
                  <a:pt x="272681" y="798896"/>
                </a:lnTo>
                <a:lnTo>
                  <a:pt x="317103" y="812017"/>
                </a:lnTo>
                <a:lnTo>
                  <a:pt x="363459" y="820115"/>
                </a:lnTo>
                <a:lnTo>
                  <a:pt x="411441" y="822883"/>
                </a:lnTo>
                <a:lnTo>
                  <a:pt x="459423" y="820115"/>
                </a:lnTo>
                <a:lnTo>
                  <a:pt x="505780" y="812017"/>
                </a:lnTo>
                <a:lnTo>
                  <a:pt x="550202" y="798896"/>
                </a:lnTo>
                <a:lnTo>
                  <a:pt x="592381" y="781063"/>
                </a:lnTo>
                <a:lnTo>
                  <a:pt x="632008" y="758826"/>
                </a:lnTo>
                <a:lnTo>
                  <a:pt x="668775" y="732493"/>
                </a:lnTo>
                <a:lnTo>
                  <a:pt x="702373" y="702373"/>
                </a:lnTo>
                <a:lnTo>
                  <a:pt x="732493" y="668775"/>
                </a:lnTo>
                <a:lnTo>
                  <a:pt x="758826" y="632008"/>
                </a:lnTo>
                <a:lnTo>
                  <a:pt x="781063" y="592381"/>
                </a:lnTo>
                <a:lnTo>
                  <a:pt x="798896" y="550202"/>
                </a:lnTo>
                <a:lnTo>
                  <a:pt x="812017" y="505780"/>
                </a:lnTo>
                <a:lnTo>
                  <a:pt x="820115" y="459423"/>
                </a:lnTo>
                <a:lnTo>
                  <a:pt x="822883" y="411441"/>
                </a:lnTo>
                <a:lnTo>
                  <a:pt x="820115" y="363459"/>
                </a:lnTo>
                <a:lnTo>
                  <a:pt x="812017" y="317103"/>
                </a:lnTo>
                <a:lnTo>
                  <a:pt x="798896" y="272681"/>
                </a:lnTo>
                <a:lnTo>
                  <a:pt x="781063" y="230502"/>
                </a:lnTo>
                <a:lnTo>
                  <a:pt x="758826" y="190874"/>
                </a:lnTo>
                <a:lnTo>
                  <a:pt x="732493" y="154107"/>
                </a:lnTo>
                <a:lnTo>
                  <a:pt x="702373" y="120510"/>
                </a:lnTo>
                <a:lnTo>
                  <a:pt x="668775" y="90390"/>
                </a:lnTo>
                <a:lnTo>
                  <a:pt x="632008" y="64057"/>
                </a:lnTo>
                <a:lnTo>
                  <a:pt x="592381" y="41820"/>
                </a:lnTo>
                <a:lnTo>
                  <a:pt x="550202" y="23987"/>
                </a:lnTo>
                <a:lnTo>
                  <a:pt x="505780" y="10866"/>
                </a:lnTo>
                <a:lnTo>
                  <a:pt x="459423" y="2768"/>
                </a:lnTo>
                <a:lnTo>
                  <a:pt x="411441" y="0"/>
                </a:lnTo>
                <a:close/>
              </a:path>
            </a:pathLst>
          </a:custGeom>
          <a:solidFill>
            <a:srgbClr val="25408D"/>
          </a:solidFill>
        </p:spPr>
        <p:txBody>
          <a:bodyPr wrap="square" lIns="0" tIns="0" rIns="0" bIns="0" rtlCol="0"/>
          <a:lstStyle/>
          <a:p>
            <a:endParaRPr/>
          </a:p>
        </p:txBody>
      </p:sp>
      <p:sp>
        <p:nvSpPr>
          <p:cNvPr id="13" name="Text Placeholder 14">
            <a:extLst>
              <a:ext uri="{FF2B5EF4-FFF2-40B4-BE49-F238E27FC236}">
                <a16:creationId xmlns:a16="http://schemas.microsoft.com/office/drawing/2014/main" id="{4079F3DD-B8B1-A048-BFFD-2B692EB3A3D7}"/>
              </a:ext>
            </a:extLst>
          </p:cNvPr>
          <p:cNvSpPr>
            <a:spLocks noGrp="1"/>
          </p:cNvSpPr>
          <p:nvPr>
            <p:ph type="body" sz="quarter" idx="10" hasCustomPrompt="1"/>
          </p:nvPr>
        </p:nvSpPr>
        <p:spPr>
          <a:xfrm>
            <a:off x="533400" y="4343400"/>
            <a:ext cx="5562600" cy="1538883"/>
          </a:xfrm>
        </p:spPr>
        <p:txBody>
          <a:bodyPr/>
          <a:lstStyle>
            <a:lvl1pPr>
              <a:defRPr sz="5000" b="1" baseline="0">
                <a:solidFill>
                  <a:srgbClr val="24408D"/>
                </a:solidFill>
                <a:latin typeface="Arial" panose="020B0604020202020204" pitchFamily="34" charset="0"/>
                <a:cs typeface="Arial" panose="020B0604020202020204" pitchFamily="34" charset="0"/>
              </a:defRPr>
            </a:lvl1pPr>
          </a:lstStyle>
          <a:p>
            <a:pPr lvl="0"/>
            <a:r>
              <a:rPr lang="en-GB"/>
              <a:t>1st Line Header</a:t>
            </a:r>
            <a:br>
              <a:rPr lang="en-GB"/>
            </a:br>
            <a:r>
              <a:rPr lang="en-GB"/>
              <a:t>2nd Line Header</a:t>
            </a:r>
            <a:endParaRPr lang="en-US"/>
          </a:p>
        </p:txBody>
      </p:sp>
      <p:sp>
        <p:nvSpPr>
          <p:cNvPr id="14" name="Text Placeholder 17">
            <a:extLst>
              <a:ext uri="{FF2B5EF4-FFF2-40B4-BE49-F238E27FC236}">
                <a16:creationId xmlns:a16="http://schemas.microsoft.com/office/drawing/2014/main" id="{74190006-AD26-B942-B35A-C304E8CFA96B}"/>
              </a:ext>
            </a:extLst>
          </p:cNvPr>
          <p:cNvSpPr>
            <a:spLocks noGrp="1"/>
          </p:cNvSpPr>
          <p:nvPr>
            <p:ph type="body" sz="quarter" idx="11" hasCustomPrompt="1"/>
          </p:nvPr>
        </p:nvSpPr>
        <p:spPr>
          <a:xfrm>
            <a:off x="533400" y="5971962"/>
            <a:ext cx="2743200" cy="384721"/>
          </a:xfrm>
        </p:spPr>
        <p:txBody>
          <a:bodyPr/>
          <a:lstStyle>
            <a:lvl1pPr>
              <a:defRPr sz="2500">
                <a:solidFill>
                  <a:schemeClr val="bg1"/>
                </a:solidFill>
                <a:latin typeface="Arial" panose="020B0604020202020204" pitchFamily="34" charset="0"/>
                <a:cs typeface="Arial" panose="020B0604020202020204" pitchFamily="34" charset="0"/>
              </a:defRPr>
            </a:lvl1pPr>
          </a:lstStyle>
          <a:p>
            <a:pPr lvl="0"/>
            <a:r>
              <a:rPr lang="en-GB"/>
              <a:t>Sub Header</a:t>
            </a:r>
            <a:endParaRPr lang="en-US"/>
          </a:p>
        </p:txBody>
      </p:sp>
      <p:sp>
        <p:nvSpPr>
          <p:cNvPr id="15" name="Text Placeholder 2">
            <a:extLst>
              <a:ext uri="{FF2B5EF4-FFF2-40B4-BE49-F238E27FC236}">
                <a16:creationId xmlns:a16="http://schemas.microsoft.com/office/drawing/2014/main" id="{0C25CAF6-6C38-434A-8515-C32412E0E9E0}"/>
              </a:ext>
            </a:extLst>
          </p:cNvPr>
          <p:cNvSpPr>
            <a:spLocks noGrp="1"/>
          </p:cNvSpPr>
          <p:nvPr>
            <p:ph type="body" sz="quarter" idx="12" hasCustomPrompt="1"/>
          </p:nvPr>
        </p:nvSpPr>
        <p:spPr>
          <a:xfrm>
            <a:off x="530280" y="3505200"/>
            <a:ext cx="914400" cy="484748"/>
          </a:xfrm>
        </p:spPr>
        <p:txBody>
          <a:bodyPr/>
          <a:lstStyle>
            <a:lvl1pPr algn="ctr">
              <a:defRPr sz="3150" b="1">
                <a:solidFill>
                  <a:srgbClr val="FDBA13"/>
                </a:solidFill>
                <a:latin typeface="Arial" panose="020B0604020202020204" pitchFamily="34" charset="0"/>
                <a:cs typeface="Arial" panose="020B0604020202020204" pitchFamily="34" charset="0"/>
              </a:defRPr>
            </a:lvl1pPr>
          </a:lstStyle>
          <a:p>
            <a:pPr lvl="0"/>
            <a:r>
              <a:rPr lang="en-GB"/>
              <a:t>01</a:t>
            </a:r>
            <a:endParaRPr lang="en-US"/>
          </a:p>
        </p:txBody>
      </p:sp>
      <p:pic>
        <p:nvPicPr>
          <p:cNvPr id="12" name="Picture 11">
            <a:extLst>
              <a:ext uri="{FF2B5EF4-FFF2-40B4-BE49-F238E27FC236}">
                <a16:creationId xmlns:a16="http://schemas.microsoft.com/office/drawing/2014/main" id="{E681081D-0C96-5943-BBC3-B8DF5ADDFC9E}"/>
              </a:ext>
            </a:extLst>
          </p:cNvPr>
          <p:cNvPicPr>
            <a:picLocks noChangeAspect="1"/>
          </p:cNvPicPr>
          <p:nvPr userDrawn="1"/>
        </p:nvPicPr>
        <p:blipFill>
          <a:blip r:embed="rId3"/>
          <a:stretch>
            <a:fillRect/>
          </a:stretch>
        </p:blipFill>
        <p:spPr>
          <a:xfrm>
            <a:off x="6688305" y="1328905"/>
            <a:ext cx="5300496" cy="5300496"/>
          </a:xfrm>
          <a:prstGeom prst="rect">
            <a:avLst/>
          </a:prstGeom>
        </p:spPr>
      </p:pic>
    </p:spTree>
    <p:extLst>
      <p:ext uri="{BB962C8B-B14F-4D97-AF65-F5344CB8AC3E}">
        <p14:creationId xmlns:p14="http://schemas.microsoft.com/office/powerpoint/2010/main" val="354523329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TITLE">
    <p:bg>
      <p:bgPr>
        <a:solidFill>
          <a:schemeClr val="bg1"/>
        </a:solidFill>
        <a:effectLst/>
      </p:bgPr>
    </p:bg>
    <p:spTree>
      <p:nvGrpSpPr>
        <p:cNvPr id="1" name=""/>
        <p:cNvGrpSpPr/>
        <p:nvPr/>
      </p:nvGrpSpPr>
      <p:grpSpPr>
        <a:xfrm>
          <a:off x="0" y="0"/>
          <a:ext cx="0" cy="0"/>
          <a:chOff x="0" y="0"/>
          <a:chExt cx="0" cy="0"/>
        </a:xfrm>
      </p:grpSpPr>
      <p:sp>
        <p:nvSpPr>
          <p:cNvPr id="16" name="bg object 16"/>
          <p:cNvSpPr/>
          <p:nvPr userDrawn="1"/>
        </p:nvSpPr>
        <p:spPr>
          <a:xfrm>
            <a:off x="0" y="0"/>
            <a:ext cx="12193270" cy="6858000"/>
          </a:xfrm>
          <a:custGeom>
            <a:avLst/>
            <a:gdLst/>
            <a:ahLst/>
            <a:cxnLst/>
            <a:rect l="l" t="t" r="r" b="b"/>
            <a:pathLst>
              <a:path w="12193270" h="6858000">
                <a:moveTo>
                  <a:pt x="12193206" y="0"/>
                </a:moveTo>
                <a:lnTo>
                  <a:pt x="0" y="0"/>
                </a:lnTo>
                <a:lnTo>
                  <a:pt x="0" y="6858000"/>
                </a:lnTo>
                <a:lnTo>
                  <a:pt x="12193206" y="6858000"/>
                </a:lnTo>
                <a:lnTo>
                  <a:pt x="12193206" y="0"/>
                </a:lnTo>
                <a:close/>
              </a:path>
            </a:pathLst>
          </a:custGeom>
          <a:solidFill>
            <a:srgbClr val="25408D"/>
          </a:solidFill>
        </p:spPr>
        <p:txBody>
          <a:bodyPr wrap="square" lIns="0" tIns="0" rIns="0" bIns="0" rtlCol="0"/>
          <a:lstStyle/>
          <a:p>
            <a:endParaRPr/>
          </a:p>
        </p:txBody>
      </p:sp>
      <p:sp>
        <p:nvSpPr>
          <p:cNvPr id="15" name="Text Placeholder 14">
            <a:extLst>
              <a:ext uri="{FF2B5EF4-FFF2-40B4-BE49-F238E27FC236}">
                <a16:creationId xmlns:a16="http://schemas.microsoft.com/office/drawing/2014/main" id="{B49E1506-44A0-C243-961B-917943DAE1E2}"/>
              </a:ext>
            </a:extLst>
          </p:cNvPr>
          <p:cNvSpPr>
            <a:spLocks noGrp="1"/>
          </p:cNvSpPr>
          <p:nvPr>
            <p:ph type="body" sz="quarter" idx="10" hasCustomPrompt="1"/>
          </p:nvPr>
        </p:nvSpPr>
        <p:spPr>
          <a:xfrm>
            <a:off x="533400" y="2318598"/>
            <a:ext cx="5562600" cy="1485900"/>
          </a:xfrm>
        </p:spPr>
        <p:txBody>
          <a:bodyPr/>
          <a:lstStyle>
            <a:lvl1pPr>
              <a:defRPr sz="5000" b="1" baseline="0">
                <a:solidFill>
                  <a:srgbClr val="FDBA13"/>
                </a:solidFill>
                <a:latin typeface="Arial" panose="020B0604020202020204" pitchFamily="34" charset="0"/>
                <a:cs typeface="Arial" panose="020B0604020202020204" pitchFamily="34" charset="0"/>
              </a:defRPr>
            </a:lvl1pPr>
          </a:lstStyle>
          <a:p>
            <a:pPr lvl="0"/>
            <a:r>
              <a:rPr lang="en-GB"/>
              <a:t>1st Line Header</a:t>
            </a:r>
            <a:br>
              <a:rPr lang="en-GB"/>
            </a:br>
            <a:r>
              <a:rPr lang="en-GB"/>
              <a:t>2nd Line Header</a:t>
            </a:r>
            <a:endParaRPr lang="en-US"/>
          </a:p>
        </p:txBody>
      </p:sp>
      <p:sp>
        <p:nvSpPr>
          <p:cNvPr id="18" name="Text Placeholder 17">
            <a:extLst>
              <a:ext uri="{FF2B5EF4-FFF2-40B4-BE49-F238E27FC236}">
                <a16:creationId xmlns:a16="http://schemas.microsoft.com/office/drawing/2014/main" id="{7A74C29E-264C-E546-AA84-D6DEEEFAE46E}"/>
              </a:ext>
            </a:extLst>
          </p:cNvPr>
          <p:cNvSpPr>
            <a:spLocks noGrp="1"/>
          </p:cNvSpPr>
          <p:nvPr>
            <p:ph type="body" sz="quarter" idx="11" hasCustomPrompt="1"/>
          </p:nvPr>
        </p:nvSpPr>
        <p:spPr>
          <a:xfrm>
            <a:off x="533400" y="3947160"/>
            <a:ext cx="2743200" cy="384721"/>
          </a:xfrm>
        </p:spPr>
        <p:txBody>
          <a:bodyPr/>
          <a:lstStyle>
            <a:lvl1pPr>
              <a:defRPr sz="2500">
                <a:solidFill>
                  <a:schemeClr val="bg1"/>
                </a:solidFill>
                <a:latin typeface="Arial" panose="020B0604020202020204" pitchFamily="34" charset="0"/>
                <a:cs typeface="Arial" panose="020B0604020202020204" pitchFamily="34" charset="0"/>
              </a:defRPr>
            </a:lvl1pPr>
          </a:lstStyle>
          <a:p>
            <a:pPr lvl="0"/>
            <a:r>
              <a:rPr lang="en-GB"/>
              <a:t>Sub Header</a:t>
            </a:r>
            <a:endParaRPr lang="en-US"/>
          </a:p>
        </p:txBody>
      </p:sp>
      <p:pic>
        <p:nvPicPr>
          <p:cNvPr id="8" name="Picture 7">
            <a:extLst>
              <a:ext uri="{FF2B5EF4-FFF2-40B4-BE49-F238E27FC236}">
                <a16:creationId xmlns:a16="http://schemas.microsoft.com/office/drawing/2014/main" id="{09406C76-BFDA-2443-8FE2-8A696F72BB97}"/>
              </a:ext>
            </a:extLst>
          </p:cNvPr>
          <p:cNvPicPr>
            <a:picLocks noChangeAspect="1"/>
          </p:cNvPicPr>
          <p:nvPr userDrawn="1"/>
        </p:nvPicPr>
        <p:blipFill>
          <a:blip r:embed="rId2"/>
          <a:stretch>
            <a:fillRect/>
          </a:stretch>
        </p:blipFill>
        <p:spPr>
          <a:xfrm>
            <a:off x="575994" y="5788803"/>
            <a:ext cx="1616743" cy="547430"/>
          </a:xfrm>
          <a:prstGeom prst="rect">
            <a:avLst/>
          </a:prstGeom>
        </p:spPr>
      </p:pic>
      <p:pic>
        <p:nvPicPr>
          <p:cNvPr id="9" name="Picture 8">
            <a:extLst>
              <a:ext uri="{FF2B5EF4-FFF2-40B4-BE49-F238E27FC236}">
                <a16:creationId xmlns:a16="http://schemas.microsoft.com/office/drawing/2014/main" id="{1B6C17F0-EC2B-8849-AC98-388A1F15AAA1}"/>
              </a:ext>
            </a:extLst>
          </p:cNvPr>
          <p:cNvPicPr>
            <a:picLocks noChangeAspect="1"/>
          </p:cNvPicPr>
          <p:nvPr userDrawn="1"/>
        </p:nvPicPr>
        <p:blipFill>
          <a:blip r:embed="rId3"/>
          <a:stretch>
            <a:fillRect/>
          </a:stretch>
        </p:blipFill>
        <p:spPr>
          <a:xfrm>
            <a:off x="575994" y="577370"/>
            <a:ext cx="2353083" cy="722375"/>
          </a:xfrm>
          <a:prstGeom prst="rect">
            <a:avLst/>
          </a:prstGeom>
        </p:spPr>
      </p:pic>
      <p:pic>
        <p:nvPicPr>
          <p:cNvPr id="11" name="Picture 10">
            <a:extLst>
              <a:ext uri="{FF2B5EF4-FFF2-40B4-BE49-F238E27FC236}">
                <a16:creationId xmlns:a16="http://schemas.microsoft.com/office/drawing/2014/main" id="{AA8B8DAD-9481-AA47-88A7-BFE49BF958F8}"/>
              </a:ext>
            </a:extLst>
          </p:cNvPr>
          <p:cNvPicPr>
            <a:picLocks noChangeAspect="1"/>
          </p:cNvPicPr>
          <p:nvPr userDrawn="1"/>
        </p:nvPicPr>
        <p:blipFill>
          <a:blip r:embed="rId4"/>
          <a:stretch>
            <a:fillRect/>
          </a:stretch>
        </p:blipFill>
        <p:spPr>
          <a:xfrm>
            <a:off x="6688306" y="1328904"/>
            <a:ext cx="5300495" cy="5300495"/>
          </a:xfrm>
          <a:prstGeom prst="rect">
            <a:avLst/>
          </a:prstGeom>
        </p:spPr>
      </p:pic>
    </p:spTree>
    <p:extLst>
      <p:ext uri="{BB962C8B-B14F-4D97-AF65-F5344CB8AC3E}">
        <p14:creationId xmlns:p14="http://schemas.microsoft.com/office/powerpoint/2010/main" val="399883369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CONTENT TITLE 1">
    <p:bg>
      <p:bgPr>
        <a:solidFill>
          <a:schemeClr val="bg1"/>
        </a:solidFill>
        <a:effectLst/>
      </p:bgPr>
    </p:bg>
    <p:spTree>
      <p:nvGrpSpPr>
        <p:cNvPr id="1" name=""/>
        <p:cNvGrpSpPr/>
        <p:nvPr/>
      </p:nvGrpSpPr>
      <p:grpSpPr>
        <a:xfrm>
          <a:off x="0" y="0"/>
          <a:ext cx="0" cy="0"/>
          <a:chOff x="0" y="0"/>
          <a:chExt cx="0" cy="0"/>
        </a:xfrm>
      </p:grpSpPr>
      <p:sp>
        <p:nvSpPr>
          <p:cNvPr id="7" name="object 2">
            <a:extLst>
              <a:ext uri="{FF2B5EF4-FFF2-40B4-BE49-F238E27FC236}">
                <a16:creationId xmlns:a16="http://schemas.microsoft.com/office/drawing/2014/main" id="{E1C47ABA-B797-8D40-9EA9-D68CBCD1CFA6}"/>
              </a:ext>
            </a:extLst>
          </p:cNvPr>
          <p:cNvSpPr/>
          <p:nvPr userDrawn="1"/>
        </p:nvSpPr>
        <p:spPr>
          <a:xfrm>
            <a:off x="0" y="0"/>
            <a:ext cx="12193270" cy="6858000"/>
          </a:xfrm>
          <a:custGeom>
            <a:avLst/>
            <a:gdLst/>
            <a:ahLst/>
            <a:cxnLst/>
            <a:rect l="l" t="t" r="r" b="b"/>
            <a:pathLst>
              <a:path w="12193270" h="6858000">
                <a:moveTo>
                  <a:pt x="12193206" y="0"/>
                </a:moveTo>
                <a:lnTo>
                  <a:pt x="0" y="0"/>
                </a:lnTo>
                <a:lnTo>
                  <a:pt x="0" y="6858000"/>
                </a:lnTo>
                <a:lnTo>
                  <a:pt x="12193206" y="6858000"/>
                </a:lnTo>
                <a:lnTo>
                  <a:pt x="12193206" y="0"/>
                </a:lnTo>
                <a:close/>
              </a:path>
            </a:pathLst>
          </a:custGeom>
          <a:solidFill>
            <a:srgbClr val="FDB913"/>
          </a:solidFill>
        </p:spPr>
        <p:txBody>
          <a:bodyPr wrap="square" lIns="0" tIns="0" rIns="0" bIns="0" rtlCol="0"/>
          <a:lstStyle/>
          <a:p>
            <a:endParaRPr/>
          </a:p>
        </p:txBody>
      </p:sp>
      <p:pic>
        <p:nvPicPr>
          <p:cNvPr id="10" name="Picture 9">
            <a:extLst>
              <a:ext uri="{FF2B5EF4-FFF2-40B4-BE49-F238E27FC236}">
                <a16:creationId xmlns:a16="http://schemas.microsoft.com/office/drawing/2014/main" id="{D37420C8-369F-9048-9E36-6E4EB475F5E0}"/>
              </a:ext>
            </a:extLst>
          </p:cNvPr>
          <p:cNvPicPr>
            <a:picLocks noChangeAspect="1"/>
          </p:cNvPicPr>
          <p:nvPr userDrawn="1"/>
        </p:nvPicPr>
        <p:blipFill>
          <a:blip r:embed="rId2"/>
          <a:stretch>
            <a:fillRect/>
          </a:stretch>
        </p:blipFill>
        <p:spPr>
          <a:xfrm>
            <a:off x="9815421" y="575923"/>
            <a:ext cx="1801777" cy="553129"/>
          </a:xfrm>
          <a:prstGeom prst="rect">
            <a:avLst/>
          </a:prstGeom>
        </p:spPr>
      </p:pic>
      <p:sp>
        <p:nvSpPr>
          <p:cNvPr id="6" name="object 17">
            <a:extLst>
              <a:ext uri="{FF2B5EF4-FFF2-40B4-BE49-F238E27FC236}">
                <a16:creationId xmlns:a16="http://schemas.microsoft.com/office/drawing/2014/main" id="{D41CAC6E-A1AF-EE41-B7C8-5E89759F1640}"/>
              </a:ext>
            </a:extLst>
          </p:cNvPr>
          <p:cNvSpPr/>
          <p:nvPr userDrawn="1"/>
        </p:nvSpPr>
        <p:spPr>
          <a:xfrm>
            <a:off x="576000" y="3335991"/>
            <a:ext cx="822960" cy="822960"/>
          </a:xfrm>
          <a:custGeom>
            <a:avLst/>
            <a:gdLst/>
            <a:ahLst/>
            <a:cxnLst/>
            <a:rect l="l" t="t" r="r" b="b"/>
            <a:pathLst>
              <a:path w="822960" h="822960">
                <a:moveTo>
                  <a:pt x="411441" y="0"/>
                </a:moveTo>
                <a:lnTo>
                  <a:pt x="363459" y="2768"/>
                </a:lnTo>
                <a:lnTo>
                  <a:pt x="317103" y="10866"/>
                </a:lnTo>
                <a:lnTo>
                  <a:pt x="272681" y="23987"/>
                </a:lnTo>
                <a:lnTo>
                  <a:pt x="230502" y="41820"/>
                </a:lnTo>
                <a:lnTo>
                  <a:pt x="190874" y="64057"/>
                </a:lnTo>
                <a:lnTo>
                  <a:pt x="154107" y="90390"/>
                </a:lnTo>
                <a:lnTo>
                  <a:pt x="120510" y="120510"/>
                </a:lnTo>
                <a:lnTo>
                  <a:pt x="90390" y="154107"/>
                </a:lnTo>
                <a:lnTo>
                  <a:pt x="64057" y="190874"/>
                </a:lnTo>
                <a:lnTo>
                  <a:pt x="41820" y="230502"/>
                </a:lnTo>
                <a:lnTo>
                  <a:pt x="23987" y="272681"/>
                </a:lnTo>
                <a:lnTo>
                  <a:pt x="10866" y="317103"/>
                </a:lnTo>
                <a:lnTo>
                  <a:pt x="2768" y="363459"/>
                </a:lnTo>
                <a:lnTo>
                  <a:pt x="0" y="411441"/>
                </a:lnTo>
                <a:lnTo>
                  <a:pt x="2768" y="459423"/>
                </a:lnTo>
                <a:lnTo>
                  <a:pt x="10866" y="505780"/>
                </a:lnTo>
                <a:lnTo>
                  <a:pt x="23987" y="550202"/>
                </a:lnTo>
                <a:lnTo>
                  <a:pt x="41820" y="592381"/>
                </a:lnTo>
                <a:lnTo>
                  <a:pt x="64057" y="632008"/>
                </a:lnTo>
                <a:lnTo>
                  <a:pt x="90390" y="668775"/>
                </a:lnTo>
                <a:lnTo>
                  <a:pt x="120510" y="702373"/>
                </a:lnTo>
                <a:lnTo>
                  <a:pt x="154107" y="732493"/>
                </a:lnTo>
                <a:lnTo>
                  <a:pt x="190874" y="758826"/>
                </a:lnTo>
                <a:lnTo>
                  <a:pt x="230502" y="781063"/>
                </a:lnTo>
                <a:lnTo>
                  <a:pt x="272681" y="798896"/>
                </a:lnTo>
                <a:lnTo>
                  <a:pt x="317103" y="812017"/>
                </a:lnTo>
                <a:lnTo>
                  <a:pt x="363459" y="820115"/>
                </a:lnTo>
                <a:lnTo>
                  <a:pt x="411441" y="822883"/>
                </a:lnTo>
                <a:lnTo>
                  <a:pt x="459423" y="820115"/>
                </a:lnTo>
                <a:lnTo>
                  <a:pt x="505780" y="812017"/>
                </a:lnTo>
                <a:lnTo>
                  <a:pt x="550202" y="798896"/>
                </a:lnTo>
                <a:lnTo>
                  <a:pt x="592381" y="781063"/>
                </a:lnTo>
                <a:lnTo>
                  <a:pt x="632008" y="758826"/>
                </a:lnTo>
                <a:lnTo>
                  <a:pt x="668775" y="732493"/>
                </a:lnTo>
                <a:lnTo>
                  <a:pt x="702373" y="702373"/>
                </a:lnTo>
                <a:lnTo>
                  <a:pt x="732493" y="668775"/>
                </a:lnTo>
                <a:lnTo>
                  <a:pt x="758826" y="632008"/>
                </a:lnTo>
                <a:lnTo>
                  <a:pt x="781063" y="592381"/>
                </a:lnTo>
                <a:lnTo>
                  <a:pt x="798896" y="550202"/>
                </a:lnTo>
                <a:lnTo>
                  <a:pt x="812017" y="505780"/>
                </a:lnTo>
                <a:lnTo>
                  <a:pt x="820115" y="459423"/>
                </a:lnTo>
                <a:lnTo>
                  <a:pt x="822883" y="411441"/>
                </a:lnTo>
                <a:lnTo>
                  <a:pt x="820115" y="363459"/>
                </a:lnTo>
                <a:lnTo>
                  <a:pt x="812017" y="317103"/>
                </a:lnTo>
                <a:lnTo>
                  <a:pt x="798896" y="272681"/>
                </a:lnTo>
                <a:lnTo>
                  <a:pt x="781063" y="230502"/>
                </a:lnTo>
                <a:lnTo>
                  <a:pt x="758826" y="190874"/>
                </a:lnTo>
                <a:lnTo>
                  <a:pt x="732493" y="154107"/>
                </a:lnTo>
                <a:lnTo>
                  <a:pt x="702373" y="120510"/>
                </a:lnTo>
                <a:lnTo>
                  <a:pt x="668775" y="90390"/>
                </a:lnTo>
                <a:lnTo>
                  <a:pt x="632008" y="64057"/>
                </a:lnTo>
                <a:lnTo>
                  <a:pt x="592381" y="41820"/>
                </a:lnTo>
                <a:lnTo>
                  <a:pt x="550202" y="23987"/>
                </a:lnTo>
                <a:lnTo>
                  <a:pt x="505780" y="10866"/>
                </a:lnTo>
                <a:lnTo>
                  <a:pt x="459423" y="2768"/>
                </a:lnTo>
                <a:lnTo>
                  <a:pt x="411441" y="0"/>
                </a:lnTo>
                <a:close/>
              </a:path>
            </a:pathLst>
          </a:custGeom>
          <a:solidFill>
            <a:srgbClr val="25408D"/>
          </a:solidFill>
        </p:spPr>
        <p:txBody>
          <a:bodyPr wrap="square" lIns="0" tIns="0" rIns="0" bIns="0" rtlCol="0"/>
          <a:lstStyle/>
          <a:p>
            <a:endParaRPr/>
          </a:p>
        </p:txBody>
      </p:sp>
      <p:sp>
        <p:nvSpPr>
          <p:cNvPr id="13" name="Text Placeholder 14">
            <a:extLst>
              <a:ext uri="{FF2B5EF4-FFF2-40B4-BE49-F238E27FC236}">
                <a16:creationId xmlns:a16="http://schemas.microsoft.com/office/drawing/2014/main" id="{4079F3DD-B8B1-A048-BFFD-2B692EB3A3D7}"/>
              </a:ext>
            </a:extLst>
          </p:cNvPr>
          <p:cNvSpPr>
            <a:spLocks noGrp="1"/>
          </p:cNvSpPr>
          <p:nvPr>
            <p:ph type="body" sz="quarter" idx="10" hasCustomPrompt="1"/>
          </p:nvPr>
        </p:nvSpPr>
        <p:spPr>
          <a:xfrm>
            <a:off x="533400" y="4343400"/>
            <a:ext cx="5562600" cy="1538883"/>
          </a:xfrm>
        </p:spPr>
        <p:txBody>
          <a:bodyPr/>
          <a:lstStyle>
            <a:lvl1pPr>
              <a:defRPr sz="5000" b="1" baseline="0">
                <a:solidFill>
                  <a:srgbClr val="24408D"/>
                </a:solidFill>
                <a:latin typeface="Arial" panose="020B0604020202020204" pitchFamily="34" charset="0"/>
                <a:cs typeface="Arial" panose="020B0604020202020204" pitchFamily="34" charset="0"/>
              </a:defRPr>
            </a:lvl1pPr>
          </a:lstStyle>
          <a:p>
            <a:pPr lvl="0"/>
            <a:r>
              <a:rPr lang="en-GB"/>
              <a:t>1st Line Header</a:t>
            </a:r>
            <a:br>
              <a:rPr lang="en-GB"/>
            </a:br>
            <a:r>
              <a:rPr lang="en-GB"/>
              <a:t>2nd Line Header</a:t>
            </a:r>
            <a:endParaRPr lang="en-US"/>
          </a:p>
        </p:txBody>
      </p:sp>
      <p:sp>
        <p:nvSpPr>
          <p:cNvPr id="14" name="Text Placeholder 17">
            <a:extLst>
              <a:ext uri="{FF2B5EF4-FFF2-40B4-BE49-F238E27FC236}">
                <a16:creationId xmlns:a16="http://schemas.microsoft.com/office/drawing/2014/main" id="{74190006-AD26-B942-B35A-C304E8CFA96B}"/>
              </a:ext>
            </a:extLst>
          </p:cNvPr>
          <p:cNvSpPr>
            <a:spLocks noGrp="1"/>
          </p:cNvSpPr>
          <p:nvPr>
            <p:ph type="body" sz="quarter" idx="11" hasCustomPrompt="1"/>
          </p:nvPr>
        </p:nvSpPr>
        <p:spPr>
          <a:xfrm>
            <a:off x="533400" y="5971962"/>
            <a:ext cx="2743200" cy="384721"/>
          </a:xfrm>
        </p:spPr>
        <p:txBody>
          <a:bodyPr/>
          <a:lstStyle>
            <a:lvl1pPr>
              <a:defRPr sz="2500">
                <a:solidFill>
                  <a:schemeClr val="bg1"/>
                </a:solidFill>
                <a:latin typeface="Arial" panose="020B0604020202020204" pitchFamily="34" charset="0"/>
                <a:cs typeface="Arial" panose="020B0604020202020204" pitchFamily="34" charset="0"/>
              </a:defRPr>
            </a:lvl1pPr>
          </a:lstStyle>
          <a:p>
            <a:pPr lvl="0"/>
            <a:r>
              <a:rPr lang="en-GB"/>
              <a:t>Sub Header</a:t>
            </a:r>
            <a:endParaRPr lang="en-US"/>
          </a:p>
        </p:txBody>
      </p:sp>
      <p:sp>
        <p:nvSpPr>
          <p:cNvPr id="15" name="Text Placeholder 2">
            <a:extLst>
              <a:ext uri="{FF2B5EF4-FFF2-40B4-BE49-F238E27FC236}">
                <a16:creationId xmlns:a16="http://schemas.microsoft.com/office/drawing/2014/main" id="{0C25CAF6-6C38-434A-8515-C32412E0E9E0}"/>
              </a:ext>
            </a:extLst>
          </p:cNvPr>
          <p:cNvSpPr>
            <a:spLocks noGrp="1"/>
          </p:cNvSpPr>
          <p:nvPr>
            <p:ph type="body" sz="quarter" idx="12" hasCustomPrompt="1"/>
          </p:nvPr>
        </p:nvSpPr>
        <p:spPr>
          <a:xfrm>
            <a:off x="530280" y="3505200"/>
            <a:ext cx="914400" cy="484748"/>
          </a:xfrm>
        </p:spPr>
        <p:txBody>
          <a:bodyPr/>
          <a:lstStyle>
            <a:lvl1pPr algn="ctr">
              <a:defRPr sz="3150" b="1">
                <a:solidFill>
                  <a:srgbClr val="FDBA13"/>
                </a:solidFill>
                <a:latin typeface="Arial" panose="020B0604020202020204" pitchFamily="34" charset="0"/>
                <a:cs typeface="Arial" panose="020B0604020202020204" pitchFamily="34" charset="0"/>
              </a:defRPr>
            </a:lvl1pPr>
          </a:lstStyle>
          <a:p>
            <a:pPr lvl="0"/>
            <a:r>
              <a:rPr lang="en-GB"/>
              <a:t>01</a:t>
            </a:r>
            <a:endParaRPr lang="en-US"/>
          </a:p>
        </p:txBody>
      </p:sp>
      <p:pic>
        <p:nvPicPr>
          <p:cNvPr id="12" name="Picture 11">
            <a:extLst>
              <a:ext uri="{FF2B5EF4-FFF2-40B4-BE49-F238E27FC236}">
                <a16:creationId xmlns:a16="http://schemas.microsoft.com/office/drawing/2014/main" id="{E681081D-0C96-5943-BBC3-B8DF5ADDFC9E}"/>
              </a:ext>
            </a:extLst>
          </p:cNvPr>
          <p:cNvPicPr>
            <a:picLocks noChangeAspect="1"/>
          </p:cNvPicPr>
          <p:nvPr userDrawn="1"/>
        </p:nvPicPr>
        <p:blipFill>
          <a:blip r:embed="rId3"/>
          <a:stretch>
            <a:fillRect/>
          </a:stretch>
        </p:blipFill>
        <p:spPr>
          <a:xfrm>
            <a:off x="6688305" y="1328905"/>
            <a:ext cx="5300496" cy="5300496"/>
          </a:xfrm>
          <a:prstGeom prst="rect">
            <a:avLst/>
          </a:prstGeom>
        </p:spPr>
      </p:pic>
    </p:spTree>
    <p:extLst>
      <p:ext uri="{BB962C8B-B14F-4D97-AF65-F5344CB8AC3E}">
        <p14:creationId xmlns:p14="http://schemas.microsoft.com/office/powerpoint/2010/main" val="235261459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TITLE 2">
    <p:spTree>
      <p:nvGrpSpPr>
        <p:cNvPr id="1" name=""/>
        <p:cNvGrpSpPr/>
        <p:nvPr/>
      </p:nvGrpSpPr>
      <p:grpSpPr>
        <a:xfrm>
          <a:off x="0" y="0"/>
          <a:ext cx="0" cy="0"/>
          <a:chOff x="0" y="0"/>
          <a:chExt cx="0" cy="0"/>
        </a:xfrm>
      </p:grpSpPr>
      <p:sp>
        <p:nvSpPr>
          <p:cNvPr id="8" name="object 2">
            <a:extLst>
              <a:ext uri="{FF2B5EF4-FFF2-40B4-BE49-F238E27FC236}">
                <a16:creationId xmlns:a16="http://schemas.microsoft.com/office/drawing/2014/main" id="{7AFBEAC9-D4A4-5E45-8FBD-DB63B8A4CE08}"/>
              </a:ext>
            </a:extLst>
          </p:cNvPr>
          <p:cNvSpPr/>
          <p:nvPr userDrawn="1"/>
        </p:nvSpPr>
        <p:spPr>
          <a:xfrm>
            <a:off x="0" y="0"/>
            <a:ext cx="12193270" cy="6858000"/>
          </a:xfrm>
          <a:custGeom>
            <a:avLst/>
            <a:gdLst/>
            <a:ahLst/>
            <a:cxnLst/>
            <a:rect l="l" t="t" r="r" b="b"/>
            <a:pathLst>
              <a:path w="12193270" h="6858000">
                <a:moveTo>
                  <a:pt x="12193206" y="0"/>
                </a:moveTo>
                <a:lnTo>
                  <a:pt x="0" y="0"/>
                </a:lnTo>
                <a:lnTo>
                  <a:pt x="0" y="6858000"/>
                </a:lnTo>
                <a:lnTo>
                  <a:pt x="12193206" y="6858000"/>
                </a:lnTo>
                <a:lnTo>
                  <a:pt x="12193206" y="0"/>
                </a:lnTo>
                <a:close/>
              </a:path>
            </a:pathLst>
          </a:custGeom>
          <a:solidFill>
            <a:srgbClr val="25408D"/>
          </a:solidFill>
        </p:spPr>
        <p:txBody>
          <a:bodyPr wrap="square" lIns="0" tIns="0" rIns="0" bIns="0" rtlCol="0"/>
          <a:lstStyle/>
          <a:p>
            <a:endParaRPr/>
          </a:p>
        </p:txBody>
      </p:sp>
      <p:pic>
        <p:nvPicPr>
          <p:cNvPr id="9" name="Picture 8">
            <a:extLst>
              <a:ext uri="{FF2B5EF4-FFF2-40B4-BE49-F238E27FC236}">
                <a16:creationId xmlns:a16="http://schemas.microsoft.com/office/drawing/2014/main" id="{FFE8A3FC-ACA8-EF44-99E1-272DA6597867}"/>
              </a:ext>
            </a:extLst>
          </p:cNvPr>
          <p:cNvPicPr>
            <a:picLocks noChangeAspect="1"/>
          </p:cNvPicPr>
          <p:nvPr userDrawn="1"/>
        </p:nvPicPr>
        <p:blipFill>
          <a:blip r:embed="rId2"/>
          <a:stretch>
            <a:fillRect/>
          </a:stretch>
        </p:blipFill>
        <p:spPr>
          <a:xfrm>
            <a:off x="9815421" y="577622"/>
            <a:ext cx="1801776" cy="553129"/>
          </a:xfrm>
          <a:prstGeom prst="rect">
            <a:avLst/>
          </a:prstGeom>
        </p:spPr>
      </p:pic>
      <p:sp>
        <p:nvSpPr>
          <p:cNvPr id="6" name="object 17">
            <a:extLst>
              <a:ext uri="{FF2B5EF4-FFF2-40B4-BE49-F238E27FC236}">
                <a16:creationId xmlns:a16="http://schemas.microsoft.com/office/drawing/2014/main" id="{BA6F8A2B-F6D6-6042-86E5-0359E3657077}"/>
              </a:ext>
            </a:extLst>
          </p:cNvPr>
          <p:cNvSpPr/>
          <p:nvPr userDrawn="1"/>
        </p:nvSpPr>
        <p:spPr>
          <a:xfrm>
            <a:off x="576000" y="3335991"/>
            <a:ext cx="822960" cy="822960"/>
          </a:xfrm>
          <a:custGeom>
            <a:avLst/>
            <a:gdLst/>
            <a:ahLst/>
            <a:cxnLst/>
            <a:rect l="l" t="t" r="r" b="b"/>
            <a:pathLst>
              <a:path w="822960" h="822960">
                <a:moveTo>
                  <a:pt x="411441" y="0"/>
                </a:moveTo>
                <a:lnTo>
                  <a:pt x="363459" y="2768"/>
                </a:lnTo>
                <a:lnTo>
                  <a:pt x="317103" y="10866"/>
                </a:lnTo>
                <a:lnTo>
                  <a:pt x="272681" y="23987"/>
                </a:lnTo>
                <a:lnTo>
                  <a:pt x="230502" y="41820"/>
                </a:lnTo>
                <a:lnTo>
                  <a:pt x="190874" y="64057"/>
                </a:lnTo>
                <a:lnTo>
                  <a:pt x="154107" y="90390"/>
                </a:lnTo>
                <a:lnTo>
                  <a:pt x="120510" y="120510"/>
                </a:lnTo>
                <a:lnTo>
                  <a:pt x="90390" y="154107"/>
                </a:lnTo>
                <a:lnTo>
                  <a:pt x="64057" y="190874"/>
                </a:lnTo>
                <a:lnTo>
                  <a:pt x="41820" y="230502"/>
                </a:lnTo>
                <a:lnTo>
                  <a:pt x="23987" y="272681"/>
                </a:lnTo>
                <a:lnTo>
                  <a:pt x="10866" y="317103"/>
                </a:lnTo>
                <a:lnTo>
                  <a:pt x="2768" y="363459"/>
                </a:lnTo>
                <a:lnTo>
                  <a:pt x="0" y="411441"/>
                </a:lnTo>
                <a:lnTo>
                  <a:pt x="2768" y="459423"/>
                </a:lnTo>
                <a:lnTo>
                  <a:pt x="10866" y="505780"/>
                </a:lnTo>
                <a:lnTo>
                  <a:pt x="23987" y="550202"/>
                </a:lnTo>
                <a:lnTo>
                  <a:pt x="41820" y="592381"/>
                </a:lnTo>
                <a:lnTo>
                  <a:pt x="64057" y="632008"/>
                </a:lnTo>
                <a:lnTo>
                  <a:pt x="90390" y="668775"/>
                </a:lnTo>
                <a:lnTo>
                  <a:pt x="120510" y="702373"/>
                </a:lnTo>
                <a:lnTo>
                  <a:pt x="154107" y="732493"/>
                </a:lnTo>
                <a:lnTo>
                  <a:pt x="190874" y="758826"/>
                </a:lnTo>
                <a:lnTo>
                  <a:pt x="230502" y="781063"/>
                </a:lnTo>
                <a:lnTo>
                  <a:pt x="272681" y="798896"/>
                </a:lnTo>
                <a:lnTo>
                  <a:pt x="317103" y="812017"/>
                </a:lnTo>
                <a:lnTo>
                  <a:pt x="363459" y="820115"/>
                </a:lnTo>
                <a:lnTo>
                  <a:pt x="411441" y="822883"/>
                </a:lnTo>
                <a:lnTo>
                  <a:pt x="459423" y="820115"/>
                </a:lnTo>
                <a:lnTo>
                  <a:pt x="505780" y="812017"/>
                </a:lnTo>
                <a:lnTo>
                  <a:pt x="550202" y="798896"/>
                </a:lnTo>
                <a:lnTo>
                  <a:pt x="592381" y="781063"/>
                </a:lnTo>
                <a:lnTo>
                  <a:pt x="632008" y="758826"/>
                </a:lnTo>
                <a:lnTo>
                  <a:pt x="668775" y="732493"/>
                </a:lnTo>
                <a:lnTo>
                  <a:pt x="702373" y="702373"/>
                </a:lnTo>
                <a:lnTo>
                  <a:pt x="732493" y="668775"/>
                </a:lnTo>
                <a:lnTo>
                  <a:pt x="758826" y="632008"/>
                </a:lnTo>
                <a:lnTo>
                  <a:pt x="781063" y="592381"/>
                </a:lnTo>
                <a:lnTo>
                  <a:pt x="798896" y="550202"/>
                </a:lnTo>
                <a:lnTo>
                  <a:pt x="812017" y="505780"/>
                </a:lnTo>
                <a:lnTo>
                  <a:pt x="820115" y="459423"/>
                </a:lnTo>
                <a:lnTo>
                  <a:pt x="822883" y="411441"/>
                </a:lnTo>
                <a:lnTo>
                  <a:pt x="820115" y="363459"/>
                </a:lnTo>
                <a:lnTo>
                  <a:pt x="812017" y="317103"/>
                </a:lnTo>
                <a:lnTo>
                  <a:pt x="798896" y="272681"/>
                </a:lnTo>
                <a:lnTo>
                  <a:pt x="781063" y="230502"/>
                </a:lnTo>
                <a:lnTo>
                  <a:pt x="758826" y="190874"/>
                </a:lnTo>
                <a:lnTo>
                  <a:pt x="732493" y="154107"/>
                </a:lnTo>
                <a:lnTo>
                  <a:pt x="702373" y="120510"/>
                </a:lnTo>
                <a:lnTo>
                  <a:pt x="668775" y="90390"/>
                </a:lnTo>
                <a:lnTo>
                  <a:pt x="632008" y="64057"/>
                </a:lnTo>
                <a:lnTo>
                  <a:pt x="592381" y="41820"/>
                </a:lnTo>
                <a:lnTo>
                  <a:pt x="550202" y="23987"/>
                </a:lnTo>
                <a:lnTo>
                  <a:pt x="505780" y="10866"/>
                </a:lnTo>
                <a:lnTo>
                  <a:pt x="459423" y="2768"/>
                </a:lnTo>
                <a:lnTo>
                  <a:pt x="411441" y="0"/>
                </a:lnTo>
                <a:close/>
              </a:path>
            </a:pathLst>
          </a:custGeom>
          <a:solidFill>
            <a:srgbClr val="FDBA13"/>
          </a:solidFill>
        </p:spPr>
        <p:txBody>
          <a:bodyPr wrap="square" lIns="0" tIns="0" rIns="0" bIns="0" rtlCol="0"/>
          <a:lstStyle/>
          <a:p>
            <a:endParaRPr>
              <a:highlight>
                <a:srgbClr val="FDBA13"/>
              </a:highlight>
            </a:endParaRPr>
          </a:p>
        </p:txBody>
      </p:sp>
      <p:sp>
        <p:nvSpPr>
          <p:cNvPr id="7" name="Text Placeholder 14">
            <a:extLst>
              <a:ext uri="{FF2B5EF4-FFF2-40B4-BE49-F238E27FC236}">
                <a16:creationId xmlns:a16="http://schemas.microsoft.com/office/drawing/2014/main" id="{2B64CBD6-E94F-384D-B3C7-5EF72981368A}"/>
              </a:ext>
            </a:extLst>
          </p:cNvPr>
          <p:cNvSpPr>
            <a:spLocks noGrp="1"/>
          </p:cNvSpPr>
          <p:nvPr>
            <p:ph type="body" sz="quarter" idx="10" hasCustomPrompt="1"/>
          </p:nvPr>
        </p:nvSpPr>
        <p:spPr>
          <a:xfrm>
            <a:off x="533400" y="4343400"/>
            <a:ext cx="5562600" cy="1538883"/>
          </a:xfrm>
        </p:spPr>
        <p:txBody>
          <a:bodyPr/>
          <a:lstStyle>
            <a:lvl1pPr>
              <a:defRPr sz="5000" b="1" baseline="0">
                <a:solidFill>
                  <a:srgbClr val="FDBA13"/>
                </a:solidFill>
                <a:latin typeface="Arial" panose="020B0604020202020204" pitchFamily="34" charset="0"/>
                <a:cs typeface="Arial" panose="020B0604020202020204" pitchFamily="34" charset="0"/>
              </a:defRPr>
            </a:lvl1pPr>
          </a:lstStyle>
          <a:p>
            <a:pPr lvl="0"/>
            <a:r>
              <a:rPr lang="en-GB"/>
              <a:t>1st Line Header</a:t>
            </a:r>
            <a:br>
              <a:rPr lang="en-GB"/>
            </a:br>
            <a:r>
              <a:rPr lang="en-GB"/>
              <a:t>2nd Line Header</a:t>
            </a:r>
            <a:endParaRPr lang="en-US"/>
          </a:p>
        </p:txBody>
      </p:sp>
      <p:sp>
        <p:nvSpPr>
          <p:cNvPr id="12" name="Text Placeholder 17">
            <a:extLst>
              <a:ext uri="{FF2B5EF4-FFF2-40B4-BE49-F238E27FC236}">
                <a16:creationId xmlns:a16="http://schemas.microsoft.com/office/drawing/2014/main" id="{AC9E665C-77BC-F04C-84E1-EE652A544129}"/>
              </a:ext>
            </a:extLst>
          </p:cNvPr>
          <p:cNvSpPr>
            <a:spLocks noGrp="1"/>
          </p:cNvSpPr>
          <p:nvPr>
            <p:ph type="body" sz="quarter" idx="11" hasCustomPrompt="1"/>
          </p:nvPr>
        </p:nvSpPr>
        <p:spPr>
          <a:xfrm>
            <a:off x="533400" y="5971962"/>
            <a:ext cx="2743200" cy="384721"/>
          </a:xfrm>
        </p:spPr>
        <p:txBody>
          <a:bodyPr/>
          <a:lstStyle>
            <a:lvl1pPr>
              <a:defRPr sz="2500">
                <a:solidFill>
                  <a:schemeClr val="bg1"/>
                </a:solidFill>
                <a:latin typeface="Arial" panose="020B0604020202020204" pitchFamily="34" charset="0"/>
                <a:cs typeface="Arial" panose="020B0604020202020204" pitchFamily="34" charset="0"/>
              </a:defRPr>
            </a:lvl1pPr>
          </a:lstStyle>
          <a:p>
            <a:pPr lvl="0"/>
            <a:r>
              <a:rPr lang="en-GB"/>
              <a:t>Sub Header</a:t>
            </a:r>
            <a:endParaRPr lang="en-US"/>
          </a:p>
        </p:txBody>
      </p:sp>
      <p:sp>
        <p:nvSpPr>
          <p:cNvPr id="13" name="Text Placeholder 2">
            <a:extLst>
              <a:ext uri="{FF2B5EF4-FFF2-40B4-BE49-F238E27FC236}">
                <a16:creationId xmlns:a16="http://schemas.microsoft.com/office/drawing/2014/main" id="{EACB878B-8222-1C49-9B67-4305EC50063C}"/>
              </a:ext>
            </a:extLst>
          </p:cNvPr>
          <p:cNvSpPr>
            <a:spLocks noGrp="1"/>
          </p:cNvSpPr>
          <p:nvPr>
            <p:ph type="body" sz="quarter" idx="12" hasCustomPrompt="1"/>
          </p:nvPr>
        </p:nvSpPr>
        <p:spPr>
          <a:xfrm>
            <a:off x="530280" y="3505200"/>
            <a:ext cx="914400" cy="484748"/>
          </a:xfrm>
        </p:spPr>
        <p:txBody>
          <a:bodyPr/>
          <a:lstStyle>
            <a:lvl1pPr algn="ctr">
              <a:defRPr sz="3150" b="1">
                <a:solidFill>
                  <a:srgbClr val="24408D"/>
                </a:solidFill>
                <a:latin typeface="Arial" panose="020B0604020202020204" pitchFamily="34" charset="0"/>
                <a:cs typeface="Arial" panose="020B0604020202020204" pitchFamily="34" charset="0"/>
              </a:defRPr>
            </a:lvl1pPr>
          </a:lstStyle>
          <a:p>
            <a:pPr lvl="0"/>
            <a:r>
              <a:rPr lang="en-GB"/>
              <a:t>01</a:t>
            </a:r>
            <a:endParaRPr lang="en-US"/>
          </a:p>
        </p:txBody>
      </p:sp>
      <p:pic>
        <p:nvPicPr>
          <p:cNvPr id="10" name="Picture 9">
            <a:extLst>
              <a:ext uri="{FF2B5EF4-FFF2-40B4-BE49-F238E27FC236}">
                <a16:creationId xmlns:a16="http://schemas.microsoft.com/office/drawing/2014/main" id="{70FCB4A0-59FC-5D4F-BD50-3F3913132A7D}"/>
              </a:ext>
            </a:extLst>
          </p:cNvPr>
          <p:cNvPicPr>
            <a:picLocks noChangeAspect="1"/>
          </p:cNvPicPr>
          <p:nvPr userDrawn="1"/>
        </p:nvPicPr>
        <p:blipFill>
          <a:blip r:embed="rId3"/>
          <a:stretch>
            <a:fillRect/>
          </a:stretch>
        </p:blipFill>
        <p:spPr>
          <a:xfrm>
            <a:off x="6688306" y="1328904"/>
            <a:ext cx="5300495" cy="5300495"/>
          </a:xfrm>
          <a:prstGeom prst="rect">
            <a:avLst/>
          </a:prstGeom>
        </p:spPr>
      </p:pic>
    </p:spTree>
    <p:extLst>
      <p:ext uri="{BB962C8B-B14F-4D97-AF65-F5344CB8AC3E}">
        <p14:creationId xmlns:p14="http://schemas.microsoft.com/office/powerpoint/2010/main" val="39627938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TEXT">
    <p:bg>
      <p:bgPr>
        <a:solidFill>
          <a:schemeClr val="bg1"/>
        </a:solidFill>
        <a:effectLst/>
      </p:bgPr>
    </p:bg>
    <p:spTree>
      <p:nvGrpSpPr>
        <p:cNvPr id="1" name=""/>
        <p:cNvGrpSpPr/>
        <p:nvPr/>
      </p:nvGrpSpPr>
      <p:grpSpPr>
        <a:xfrm>
          <a:off x="0" y="0"/>
          <a:ext cx="0" cy="0"/>
          <a:chOff x="0" y="0"/>
          <a:chExt cx="0" cy="0"/>
        </a:xfrm>
      </p:grpSpPr>
      <p:sp>
        <p:nvSpPr>
          <p:cNvPr id="5" name="object 4">
            <a:extLst>
              <a:ext uri="{FF2B5EF4-FFF2-40B4-BE49-F238E27FC236}">
                <a16:creationId xmlns:a16="http://schemas.microsoft.com/office/drawing/2014/main" id="{C1F0E6C2-2EE5-D841-B127-9502BB69D97F}"/>
              </a:ext>
            </a:extLst>
          </p:cNvPr>
          <p:cNvSpPr/>
          <p:nvPr userDrawn="1"/>
        </p:nvSpPr>
        <p:spPr>
          <a:xfrm>
            <a:off x="0" y="0"/>
            <a:ext cx="12193270" cy="1295855"/>
          </a:xfrm>
          <a:custGeom>
            <a:avLst/>
            <a:gdLst/>
            <a:ahLst/>
            <a:cxnLst/>
            <a:rect l="l" t="t" r="r" b="b"/>
            <a:pathLst>
              <a:path w="12193270" h="1706880">
                <a:moveTo>
                  <a:pt x="12193206" y="0"/>
                </a:moveTo>
                <a:lnTo>
                  <a:pt x="0" y="0"/>
                </a:lnTo>
                <a:lnTo>
                  <a:pt x="0" y="1706765"/>
                </a:lnTo>
                <a:lnTo>
                  <a:pt x="12193206" y="1706765"/>
                </a:lnTo>
                <a:lnTo>
                  <a:pt x="12193206" y="0"/>
                </a:lnTo>
                <a:close/>
              </a:path>
            </a:pathLst>
          </a:custGeom>
          <a:solidFill>
            <a:srgbClr val="25408D"/>
          </a:solidFill>
        </p:spPr>
        <p:txBody>
          <a:bodyPr wrap="square" lIns="0" tIns="0" rIns="0" bIns="0" rtlCol="0"/>
          <a:lstStyle/>
          <a:p>
            <a:endParaRPr/>
          </a:p>
        </p:txBody>
      </p:sp>
      <p:pic>
        <p:nvPicPr>
          <p:cNvPr id="7" name="Picture 6">
            <a:extLst>
              <a:ext uri="{FF2B5EF4-FFF2-40B4-BE49-F238E27FC236}">
                <a16:creationId xmlns:a16="http://schemas.microsoft.com/office/drawing/2014/main" id="{02EE7552-CF1D-3046-90BC-DA62E4CFA17F}"/>
              </a:ext>
            </a:extLst>
          </p:cNvPr>
          <p:cNvPicPr>
            <a:picLocks noChangeAspect="1"/>
          </p:cNvPicPr>
          <p:nvPr userDrawn="1"/>
        </p:nvPicPr>
        <p:blipFill>
          <a:blip r:embed="rId2"/>
          <a:stretch>
            <a:fillRect/>
          </a:stretch>
        </p:blipFill>
        <p:spPr>
          <a:xfrm>
            <a:off x="9815421" y="424767"/>
            <a:ext cx="1801776" cy="553129"/>
          </a:xfrm>
          <a:prstGeom prst="rect">
            <a:avLst/>
          </a:prstGeom>
        </p:spPr>
      </p:pic>
      <p:sp>
        <p:nvSpPr>
          <p:cNvPr id="11" name="Text Placeholder 14">
            <a:extLst>
              <a:ext uri="{FF2B5EF4-FFF2-40B4-BE49-F238E27FC236}">
                <a16:creationId xmlns:a16="http://schemas.microsoft.com/office/drawing/2014/main" id="{6502E452-DD04-A942-B9C7-FB3B968F6231}"/>
              </a:ext>
            </a:extLst>
          </p:cNvPr>
          <p:cNvSpPr>
            <a:spLocks noGrp="1"/>
          </p:cNvSpPr>
          <p:nvPr>
            <p:ph type="body" sz="quarter" idx="10" hasCustomPrompt="1"/>
          </p:nvPr>
        </p:nvSpPr>
        <p:spPr>
          <a:xfrm>
            <a:off x="533400" y="219670"/>
            <a:ext cx="5562600" cy="923330"/>
          </a:xfrm>
        </p:spPr>
        <p:txBody>
          <a:bodyPr/>
          <a:lstStyle>
            <a:lvl1pPr>
              <a:defRPr sz="6000" b="1" baseline="0">
                <a:solidFill>
                  <a:srgbClr val="FDBA13"/>
                </a:solidFill>
                <a:latin typeface="Arial" panose="020B0604020202020204" pitchFamily="34" charset="0"/>
                <a:cs typeface="Arial" panose="020B0604020202020204" pitchFamily="34" charset="0"/>
              </a:defRPr>
            </a:lvl1pPr>
          </a:lstStyle>
          <a:p>
            <a:pPr lvl="0"/>
            <a:r>
              <a:rPr lang="en-GB"/>
              <a:t>Header</a:t>
            </a:r>
            <a:endParaRPr lang="en-US"/>
          </a:p>
        </p:txBody>
      </p:sp>
      <p:sp>
        <p:nvSpPr>
          <p:cNvPr id="12" name="Content Placeholder 2">
            <a:extLst>
              <a:ext uri="{FF2B5EF4-FFF2-40B4-BE49-F238E27FC236}">
                <a16:creationId xmlns:a16="http://schemas.microsoft.com/office/drawing/2014/main" id="{C92D5A97-B1C2-DC43-8911-4BEF1080F833}"/>
              </a:ext>
            </a:extLst>
          </p:cNvPr>
          <p:cNvSpPr>
            <a:spLocks noGrp="1"/>
          </p:cNvSpPr>
          <p:nvPr>
            <p:ph sz="quarter" idx="11"/>
          </p:nvPr>
        </p:nvSpPr>
        <p:spPr>
          <a:xfrm>
            <a:off x="6240463" y="1995059"/>
            <a:ext cx="5951537" cy="4862941"/>
          </a:xfrm>
          <a:solidFill>
            <a:schemeClr val="bg1">
              <a:lumMod val="85000"/>
            </a:schemeClr>
          </a:solidFill>
        </p:spPr>
        <p:txBody>
          <a:bodyPr/>
          <a:lstStyle/>
          <a:p>
            <a:pPr lvl="0"/>
            <a:endParaRPr lang="en-US"/>
          </a:p>
        </p:txBody>
      </p:sp>
      <p:sp>
        <p:nvSpPr>
          <p:cNvPr id="15" name="Text Placeholder 14">
            <a:extLst>
              <a:ext uri="{FF2B5EF4-FFF2-40B4-BE49-F238E27FC236}">
                <a16:creationId xmlns:a16="http://schemas.microsoft.com/office/drawing/2014/main" id="{2B32422C-E3F5-664F-A900-E87EE9A73BA9}"/>
              </a:ext>
            </a:extLst>
          </p:cNvPr>
          <p:cNvSpPr>
            <a:spLocks noGrp="1"/>
          </p:cNvSpPr>
          <p:nvPr>
            <p:ph type="body" sz="quarter" idx="12" hasCustomPrompt="1"/>
          </p:nvPr>
        </p:nvSpPr>
        <p:spPr>
          <a:xfrm>
            <a:off x="533400" y="1995059"/>
            <a:ext cx="4572000" cy="1401761"/>
          </a:xfrm>
        </p:spPr>
        <p:txBody>
          <a:bodyPr/>
          <a:lstStyle>
            <a:lvl1pPr>
              <a:defRPr sz="2500" b="1">
                <a:solidFill>
                  <a:srgbClr val="24408D"/>
                </a:solidFill>
                <a:latin typeface="Arial" panose="020B0604020202020204" pitchFamily="34" charset="0"/>
                <a:cs typeface="Arial" panose="020B0604020202020204" pitchFamily="34" charset="0"/>
              </a:defRPr>
            </a:lvl1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Duis at </a:t>
            </a:r>
            <a:r>
              <a:rPr lang="en-GB" err="1"/>
              <a:t>commodo</a:t>
            </a:r>
            <a:r>
              <a:rPr lang="en-GB"/>
              <a:t> </a:t>
            </a:r>
            <a:r>
              <a:rPr lang="en-GB" err="1"/>
              <a:t>neque</a:t>
            </a:r>
            <a:r>
              <a:rPr lang="en-GB"/>
              <a:t>, non </a:t>
            </a:r>
            <a:r>
              <a:rPr lang="en-GB" err="1"/>
              <a:t>ultrices</a:t>
            </a:r>
            <a:r>
              <a:rPr lang="en-GB"/>
              <a:t> </a:t>
            </a:r>
            <a:r>
              <a:rPr lang="en-GB" err="1"/>
              <a:t>turpis</a:t>
            </a:r>
            <a:r>
              <a:rPr lang="en-GB"/>
              <a:t>.</a:t>
            </a:r>
            <a:endParaRPr lang="en-US"/>
          </a:p>
        </p:txBody>
      </p:sp>
      <p:sp>
        <p:nvSpPr>
          <p:cNvPr id="16" name="Text Placeholder 14">
            <a:extLst>
              <a:ext uri="{FF2B5EF4-FFF2-40B4-BE49-F238E27FC236}">
                <a16:creationId xmlns:a16="http://schemas.microsoft.com/office/drawing/2014/main" id="{E2D74DB2-1448-F044-80ED-D57DCBA77357}"/>
              </a:ext>
            </a:extLst>
          </p:cNvPr>
          <p:cNvSpPr>
            <a:spLocks noGrp="1"/>
          </p:cNvSpPr>
          <p:nvPr>
            <p:ph type="body" sz="quarter" idx="13" hasCustomPrompt="1"/>
          </p:nvPr>
        </p:nvSpPr>
        <p:spPr>
          <a:xfrm>
            <a:off x="533400" y="3823541"/>
            <a:ext cx="5334000" cy="2523394"/>
          </a:xfrm>
        </p:spPr>
        <p:txBody>
          <a:bodyPr/>
          <a:lstStyle>
            <a:lvl1pPr>
              <a:defRPr sz="2000" b="0">
                <a:solidFill>
                  <a:schemeClr val="tx1"/>
                </a:solidFill>
                <a:latin typeface="Arial" panose="020B0604020202020204" pitchFamily="34" charset="0"/>
                <a:cs typeface="Arial" panose="020B0604020202020204" pitchFamily="34" charset="0"/>
              </a:defRPr>
            </a:lvl1pPr>
          </a:lstStyle>
          <a:p>
            <a:pPr marL="12700" marR="5080">
              <a:lnSpc>
                <a:spcPct val="100000"/>
              </a:lnSpc>
              <a:spcBef>
                <a:spcPts val="2185"/>
              </a:spcBef>
            </a:pPr>
            <a:r>
              <a:rPr lang="en-GB" sz="2000" spc="-5">
                <a:solidFill>
                  <a:srgbClr val="231F20"/>
                </a:solidFill>
                <a:latin typeface="Arial"/>
                <a:cs typeface="Arial"/>
              </a:rPr>
              <a:t>Lorem ipsum </a:t>
            </a:r>
            <a:r>
              <a:rPr lang="en-GB" sz="2000" spc="-5" err="1">
                <a:solidFill>
                  <a:srgbClr val="231F20"/>
                </a:solidFill>
                <a:latin typeface="Arial"/>
                <a:cs typeface="Arial"/>
              </a:rPr>
              <a:t>dolor</a:t>
            </a:r>
            <a:r>
              <a:rPr lang="en-GB" sz="2000" spc="-5">
                <a:solidFill>
                  <a:srgbClr val="231F20"/>
                </a:solidFill>
                <a:latin typeface="Arial"/>
                <a:cs typeface="Arial"/>
              </a:rPr>
              <a:t> </a:t>
            </a:r>
            <a:r>
              <a:rPr lang="en-GB" sz="2000">
                <a:solidFill>
                  <a:srgbClr val="231F20"/>
                </a:solidFill>
                <a:latin typeface="Arial"/>
                <a:cs typeface="Arial"/>
              </a:rPr>
              <a:t>sit </a:t>
            </a:r>
            <a:r>
              <a:rPr lang="en-GB" sz="2000" spc="-5" err="1">
                <a:solidFill>
                  <a:srgbClr val="231F20"/>
                </a:solidFill>
                <a:latin typeface="Arial"/>
                <a:cs typeface="Arial"/>
              </a:rPr>
              <a:t>amet</a:t>
            </a:r>
            <a:r>
              <a:rPr lang="en-GB" sz="2000" spc="-5">
                <a:solidFill>
                  <a:srgbClr val="231F20"/>
                </a:solidFill>
                <a:latin typeface="Arial"/>
                <a:cs typeface="Arial"/>
              </a:rPr>
              <a:t>, </a:t>
            </a:r>
            <a:r>
              <a:rPr lang="en-GB" sz="2000" err="1">
                <a:solidFill>
                  <a:srgbClr val="231F20"/>
                </a:solidFill>
                <a:latin typeface="Arial"/>
                <a:cs typeface="Arial"/>
              </a:rPr>
              <a:t>consectetur</a:t>
            </a:r>
            <a:r>
              <a:rPr lang="en-GB" sz="2000">
                <a:solidFill>
                  <a:srgbClr val="231F20"/>
                </a:solidFill>
                <a:latin typeface="Arial"/>
                <a:cs typeface="Arial"/>
              </a:rPr>
              <a:t> ad- </a:t>
            </a:r>
            <a:r>
              <a:rPr lang="en-GB" sz="2000" spc="5">
                <a:solidFill>
                  <a:srgbClr val="231F20"/>
                </a:solidFill>
                <a:latin typeface="Arial"/>
                <a:cs typeface="Arial"/>
              </a:rPr>
              <a:t> </a:t>
            </a:r>
            <a:r>
              <a:rPr lang="en-GB" sz="2000" spc="-5" err="1">
                <a:solidFill>
                  <a:srgbClr val="231F20"/>
                </a:solidFill>
                <a:latin typeface="Arial"/>
                <a:cs typeface="Arial"/>
              </a:rPr>
              <a:t>ipiscing</a:t>
            </a:r>
            <a:r>
              <a:rPr lang="en-GB" sz="2000" spc="-5">
                <a:solidFill>
                  <a:srgbClr val="231F20"/>
                </a:solidFill>
                <a:latin typeface="Arial"/>
                <a:cs typeface="Arial"/>
              </a:rPr>
              <a:t> </a:t>
            </a:r>
            <a:r>
              <a:rPr lang="en-GB" sz="2000" spc="-5" err="1">
                <a:solidFill>
                  <a:srgbClr val="231F20"/>
                </a:solidFill>
                <a:latin typeface="Arial"/>
                <a:cs typeface="Arial"/>
              </a:rPr>
              <a:t>elit</a:t>
            </a:r>
            <a:r>
              <a:rPr lang="en-GB" sz="2000" spc="-5">
                <a:solidFill>
                  <a:srgbClr val="231F20"/>
                </a:solidFill>
                <a:latin typeface="Arial"/>
                <a:cs typeface="Arial"/>
              </a:rPr>
              <a:t>. Duis at </a:t>
            </a:r>
            <a:r>
              <a:rPr lang="en-GB" sz="2000" err="1">
                <a:solidFill>
                  <a:srgbClr val="231F20"/>
                </a:solidFill>
                <a:latin typeface="Arial"/>
                <a:cs typeface="Arial"/>
              </a:rPr>
              <a:t>commodo</a:t>
            </a:r>
            <a:r>
              <a:rPr lang="en-GB" sz="2000">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 non </a:t>
            </a:r>
            <a:r>
              <a:rPr lang="en-GB" sz="2000">
                <a:solidFill>
                  <a:srgbClr val="231F20"/>
                </a:solidFill>
                <a:latin typeface="Arial"/>
                <a:cs typeface="Arial"/>
              </a:rPr>
              <a:t> </a:t>
            </a:r>
            <a:r>
              <a:rPr lang="en-GB" sz="2000" spc="-5" err="1">
                <a:solidFill>
                  <a:srgbClr val="231F20"/>
                </a:solidFill>
                <a:latin typeface="Arial"/>
                <a:cs typeface="Arial"/>
              </a:rPr>
              <a:t>ultrices</a:t>
            </a:r>
            <a:r>
              <a:rPr lang="en-GB" sz="2000" spc="-20">
                <a:solidFill>
                  <a:srgbClr val="231F20"/>
                </a:solidFill>
                <a:latin typeface="Arial"/>
                <a:cs typeface="Arial"/>
              </a:rPr>
              <a:t> </a:t>
            </a:r>
            <a:r>
              <a:rPr lang="en-GB" sz="2000" err="1">
                <a:solidFill>
                  <a:srgbClr val="231F20"/>
                </a:solidFill>
                <a:latin typeface="Arial"/>
                <a:cs typeface="Arial"/>
              </a:rPr>
              <a:t>turpis</a:t>
            </a:r>
            <a:r>
              <a:rPr lang="en-GB" sz="2000">
                <a:solidFill>
                  <a:srgbClr val="231F20"/>
                </a:solidFill>
                <a:latin typeface="Arial"/>
                <a:cs typeface="Arial"/>
              </a:rPr>
              <a:t>.</a:t>
            </a:r>
            <a:r>
              <a:rPr lang="en-GB" sz="2000" spc="-20">
                <a:solidFill>
                  <a:srgbClr val="231F20"/>
                </a:solidFill>
                <a:latin typeface="Arial"/>
                <a:cs typeface="Arial"/>
              </a:rPr>
              <a:t> </a:t>
            </a:r>
            <a:r>
              <a:rPr lang="en-GB" sz="2000">
                <a:solidFill>
                  <a:srgbClr val="231F20"/>
                </a:solidFill>
                <a:latin typeface="Arial"/>
                <a:cs typeface="Arial"/>
              </a:rPr>
              <a:t>Integer</a:t>
            </a:r>
            <a:r>
              <a:rPr lang="en-GB" sz="2000" spc="-20">
                <a:solidFill>
                  <a:srgbClr val="231F20"/>
                </a:solidFill>
                <a:latin typeface="Arial"/>
                <a:cs typeface="Arial"/>
              </a:rPr>
              <a:t> </a:t>
            </a:r>
            <a:r>
              <a:rPr lang="en-GB" sz="2000" err="1">
                <a:solidFill>
                  <a:srgbClr val="231F20"/>
                </a:solidFill>
                <a:latin typeface="Arial"/>
                <a:cs typeface="Arial"/>
              </a:rPr>
              <a:t>rutrum</a:t>
            </a:r>
            <a:r>
              <a:rPr lang="en-GB" sz="2000" spc="-20">
                <a:solidFill>
                  <a:srgbClr val="231F20"/>
                </a:solidFill>
                <a:latin typeface="Arial"/>
                <a:cs typeface="Arial"/>
              </a:rPr>
              <a:t> </a:t>
            </a:r>
            <a:r>
              <a:rPr lang="en-GB" sz="2000" err="1">
                <a:solidFill>
                  <a:srgbClr val="231F20"/>
                </a:solidFill>
                <a:latin typeface="Arial"/>
                <a:cs typeface="Arial"/>
              </a:rPr>
              <a:t>sem</a:t>
            </a:r>
            <a:r>
              <a:rPr lang="en-GB" sz="2000" spc="-20">
                <a:solidFill>
                  <a:srgbClr val="231F20"/>
                </a:solidFill>
                <a:latin typeface="Arial"/>
                <a:cs typeface="Arial"/>
              </a:rPr>
              <a:t> </a:t>
            </a:r>
            <a:r>
              <a:rPr lang="en-GB" sz="2000" spc="-5" err="1">
                <a:solidFill>
                  <a:srgbClr val="231F20"/>
                </a:solidFill>
                <a:latin typeface="Arial"/>
                <a:cs typeface="Arial"/>
              </a:rPr>
              <a:t>quis</a:t>
            </a:r>
            <a:r>
              <a:rPr lang="en-GB" sz="2000" spc="-20">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 </a:t>
            </a:r>
            <a:r>
              <a:rPr lang="en-GB" sz="2000" spc="-540">
                <a:solidFill>
                  <a:srgbClr val="231F20"/>
                </a:solidFill>
                <a:latin typeface="Arial"/>
                <a:cs typeface="Arial"/>
              </a:rPr>
              <a:t> </a:t>
            </a:r>
            <a:r>
              <a:rPr lang="en-GB" sz="2000" spc="-5" err="1">
                <a:solidFill>
                  <a:srgbClr val="231F20"/>
                </a:solidFill>
                <a:latin typeface="Arial"/>
                <a:cs typeface="Arial"/>
              </a:rPr>
              <a:t>interdum</a:t>
            </a:r>
            <a:r>
              <a:rPr lang="en-GB" sz="2000" spc="-5">
                <a:solidFill>
                  <a:srgbClr val="231F20"/>
                </a:solidFill>
                <a:latin typeface="Arial"/>
                <a:cs typeface="Arial"/>
              </a:rPr>
              <a:t> </a:t>
            </a:r>
            <a:r>
              <a:rPr lang="en-GB" sz="2000" spc="-5" err="1">
                <a:solidFill>
                  <a:srgbClr val="231F20"/>
                </a:solidFill>
                <a:latin typeface="Arial"/>
                <a:cs typeface="Arial"/>
              </a:rPr>
              <a:t>egestas</a:t>
            </a:r>
            <a:r>
              <a:rPr lang="en-GB" sz="2000" spc="-5">
                <a:solidFill>
                  <a:srgbClr val="231F20"/>
                </a:solidFill>
                <a:latin typeface="Arial"/>
                <a:cs typeface="Arial"/>
              </a:rPr>
              <a:t>. </a:t>
            </a:r>
            <a:r>
              <a:rPr lang="en-GB" sz="2000" err="1">
                <a:solidFill>
                  <a:srgbClr val="231F20"/>
                </a:solidFill>
                <a:latin typeface="Arial"/>
                <a:cs typeface="Arial"/>
              </a:rPr>
              <a:t>Praesent</a:t>
            </a:r>
            <a:r>
              <a:rPr lang="en-GB" sz="2000">
                <a:solidFill>
                  <a:srgbClr val="231F20"/>
                </a:solidFill>
                <a:latin typeface="Arial"/>
                <a:cs typeface="Arial"/>
              </a:rPr>
              <a:t> </a:t>
            </a:r>
            <a:r>
              <a:rPr lang="en-GB" sz="2000" spc="-5" err="1">
                <a:solidFill>
                  <a:srgbClr val="231F20"/>
                </a:solidFill>
                <a:latin typeface="Arial"/>
                <a:cs typeface="Arial"/>
              </a:rPr>
              <a:t>nibh</a:t>
            </a:r>
            <a:r>
              <a:rPr lang="en-GB" sz="2000" spc="-5">
                <a:solidFill>
                  <a:srgbClr val="231F20"/>
                </a:solidFill>
                <a:latin typeface="Arial"/>
                <a:cs typeface="Arial"/>
              </a:rPr>
              <a:t> </a:t>
            </a:r>
            <a:r>
              <a:rPr lang="en-GB" sz="2000" spc="-5" err="1">
                <a:solidFill>
                  <a:srgbClr val="231F20"/>
                </a:solidFill>
                <a:latin typeface="Arial"/>
                <a:cs typeface="Arial"/>
              </a:rPr>
              <a:t>est</a:t>
            </a:r>
            <a:r>
              <a:rPr lang="en-GB" sz="2000" spc="-5">
                <a:solidFill>
                  <a:srgbClr val="231F20"/>
                </a:solidFill>
                <a:latin typeface="Arial"/>
                <a:cs typeface="Arial"/>
              </a:rPr>
              <a:t>, </a:t>
            </a:r>
            <a:r>
              <a:rPr lang="en-GB" sz="2000" spc="-5" err="1">
                <a:solidFill>
                  <a:srgbClr val="231F20"/>
                </a:solidFill>
                <a:latin typeface="Arial"/>
                <a:cs typeface="Arial"/>
              </a:rPr>
              <a:t>pellen</a:t>
            </a:r>
            <a:r>
              <a:rPr lang="en-GB" sz="2000" spc="-5">
                <a:solidFill>
                  <a:srgbClr val="231F20"/>
                </a:solidFill>
                <a:latin typeface="Arial"/>
                <a:cs typeface="Arial"/>
              </a:rPr>
              <a:t>- </a:t>
            </a:r>
            <a:r>
              <a:rPr lang="en-GB" sz="2000">
                <a:solidFill>
                  <a:srgbClr val="231F20"/>
                </a:solidFill>
                <a:latin typeface="Arial"/>
                <a:cs typeface="Arial"/>
              </a:rPr>
              <a:t> </a:t>
            </a:r>
            <a:r>
              <a:rPr lang="en-GB" sz="2000" err="1">
                <a:solidFill>
                  <a:srgbClr val="231F20"/>
                </a:solidFill>
                <a:latin typeface="Arial"/>
                <a:cs typeface="Arial"/>
              </a:rPr>
              <a:t>tesque</a:t>
            </a:r>
            <a:r>
              <a:rPr lang="en-GB" sz="2000" spc="-10">
                <a:solidFill>
                  <a:srgbClr val="231F20"/>
                </a:solidFill>
                <a:latin typeface="Arial"/>
                <a:cs typeface="Arial"/>
              </a:rPr>
              <a:t> </a:t>
            </a:r>
            <a:r>
              <a:rPr lang="en-GB" sz="2000" spc="-5">
                <a:solidFill>
                  <a:srgbClr val="231F20"/>
                </a:solidFill>
                <a:latin typeface="Arial"/>
                <a:cs typeface="Arial"/>
              </a:rPr>
              <a:t>et</a:t>
            </a:r>
            <a:r>
              <a:rPr lang="en-GB" sz="2000" spc="-15">
                <a:solidFill>
                  <a:srgbClr val="231F20"/>
                </a:solidFill>
                <a:latin typeface="Arial"/>
                <a:cs typeface="Arial"/>
              </a:rPr>
              <a:t> </a:t>
            </a:r>
            <a:r>
              <a:rPr lang="en-GB" sz="2000" err="1">
                <a:solidFill>
                  <a:srgbClr val="231F20"/>
                </a:solidFill>
                <a:latin typeface="Arial"/>
                <a:cs typeface="Arial"/>
              </a:rPr>
              <a:t>felis</a:t>
            </a:r>
            <a:r>
              <a:rPr lang="en-GB" sz="2000" spc="-10">
                <a:solidFill>
                  <a:srgbClr val="231F20"/>
                </a:solidFill>
                <a:latin typeface="Arial"/>
                <a:cs typeface="Arial"/>
              </a:rPr>
              <a:t> </a:t>
            </a:r>
            <a:r>
              <a:rPr lang="en-GB" sz="2000" err="1">
                <a:solidFill>
                  <a:srgbClr val="231F20"/>
                </a:solidFill>
                <a:latin typeface="Arial"/>
                <a:cs typeface="Arial"/>
              </a:rPr>
              <a:t>vel</a:t>
            </a:r>
            <a:r>
              <a:rPr lang="en-GB" sz="2000">
                <a:solidFill>
                  <a:srgbClr val="231F20"/>
                </a:solidFill>
                <a:latin typeface="Arial"/>
                <a:cs typeface="Arial"/>
              </a:rPr>
              <a:t>,</a:t>
            </a:r>
            <a:r>
              <a:rPr lang="en-GB" sz="2000" spc="-5">
                <a:solidFill>
                  <a:srgbClr val="231F20"/>
                </a:solidFill>
                <a:latin typeface="Arial"/>
                <a:cs typeface="Arial"/>
              </a:rPr>
              <a:t> </a:t>
            </a:r>
            <a:r>
              <a:rPr lang="en-GB" sz="2000" spc="-5" err="1">
                <a:solidFill>
                  <a:srgbClr val="231F20"/>
                </a:solidFill>
                <a:latin typeface="Arial"/>
                <a:cs typeface="Arial"/>
              </a:rPr>
              <a:t>aliquet</a:t>
            </a:r>
            <a:r>
              <a:rPr lang="en-GB" sz="2000" spc="-15">
                <a:solidFill>
                  <a:srgbClr val="231F20"/>
                </a:solidFill>
                <a:latin typeface="Arial"/>
                <a:cs typeface="Arial"/>
              </a:rPr>
              <a:t> </a:t>
            </a:r>
            <a:r>
              <a:rPr lang="en-GB" sz="2000" spc="-5" err="1">
                <a:solidFill>
                  <a:srgbClr val="231F20"/>
                </a:solidFill>
                <a:latin typeface="Arial"/>
                <a:cs typeface="Arial"/>
              </a:rPr>
              <a:t>interdum</a:t>
            </a:r>
            <a:r>
              <a:rPr lang="en-GB" sz="2000" spc="-15">
                <a:solidFill>
                  <a:srgbClr val="231F20"/>
                </a:solidFill>
                <a:latin typeface="Arial"/>
                <a:cs typeface="Arial"/>
              </a:rPr>
              <a:t> </a:t>
            </a:r>
            <a:r>
              <a:rPr lang="en-GB" sz="2000">
                <a:solidFill>
                  <a:srgbClr val="231F20"/>
                </a:solidFill>
                <a:latin typeface="Arial"/>
                <a:cs typeface="Arial"/>
              </a:rPr>
              <a:t>magna.</a:t>
            </a:r>
            <a:endParaRPr lang="en-GB" sz="2000">
              <a:latin typeface="Arial"/>
              <a:cs typeface="Arial"/>
            </a:endParaRPr>
          </a:p>
          <a:p>
            <a:pPr>
              <a:lnSpc>
                <a:spcPct val="100000"/>
              </a:lnSpc>
              <a:spcBef>
                <a:spcPts val="45"/>
              </a:spcBef>
            </a:pPr>
            <a:endParaRPr lang="en-GB" sz="2050">
              <a:latin typeface="Arial"/>
              <a:cs typeface="Arial"/>
            </a:endParaRPr>
          </a:p>
          <a:p>
            <a:pPr marL="12700" marR="5080">
              <a:lnSpc>
                <a:spcPct val="100000"/>
              </a:lnSpc>
            </a:pPr>
            <a:r>
              <a:rPr lang="en-GB" sz="2000" spc="-5">
                <a:solidFill>
                  <a:srgbClr val="231F20"/>
                </a:solidFill>
                <a:latin typeface="Arial"/>
                <a:cs typeface="Arial"/>
              </a:rPr>
              <a:t>Donec</a:t>
            </a:r>
            <a:r>
              <a:rPr lang="en-GB" sz="2000" spc="-20">
                <a:solidFill>
                  <a:srgbClr val="231F20"/>
                </a:solidFill>
                <a:latin typeface="Arial"/>
                <a:cs typeface="Arial"/>
              </a:rPr>
              <a:t> </a:t>
            </a:r>
            <a:r>
              <a:rPr lang="en-GB" sz="2000" spc="-5" err="1">
                <a:solidFill>
                  <a:srgbClr val="231F20"/>
                </a:solidFill>
                <a:latin typeface="Arial"/>
                <a:cs typeface="Arial"/>
              </a:rPr>
              <a:t>ut</a:t>
            </a:r>
            <a:r>
              <a:rPr lang="en-GB" sz="2000" spc="-20">
                <a:solidFill>
                  <a:srgbClr val="231F20"/>
                </a:solidFill>
                <a:latin typeface="Arial"/>
                <a:cs typeface="Arial"/>
              </a:rPr>
              <a:t> </a:t>
            </a:r>
            <a:r>
              <a:rPr lang="en-GB" sz="2000" err="1">
                <a:solidFill>
                  <a:srgbClr val="231F20"/>
                </a:solidFill>
                <a:latin typeface="Arial"/>
                <a:cs typeface="Arial"/>
              </a:rPr>
              <a:t>suscipit</a:t>
            </a:r>
            <a:r>
              <a:rPr lang="en-GB" sz="2000" spc="-15">
                <a:solidFill>
                  <a:srgbClr val="231F20"/>
                </a:solidFill>
                <a:latin typeface="Arial"/>
                <a:cs typeface="Arial"/>
              </a:rPr>
              <a:t> </a:t>
            </a:r>
            <a:r>
              <a:rPr lang="en-GB" sz="2000" spc="-25" err="1">
                <a:solidFill>
                  <a:srgbClr val="231F20"/>
                </a:solidFill>
                <a:latin typeface="Arial"/>
                <a:cs typeface="Arial"/>
              </a:rPr>
              <a:t>dolor</a:t>
            </a:r>
            <a:r>
              <a:rPr lang="en-GB" sz="2000" spc="-25">
                <a:solidFill>
                  <a:srgbClr val="231F20"/>
                </a:solidFill>
                <a:latin typeface="Arial"/>
                <a:cs typeface="Arial"/>
              </a:rPr>
              <a:t>,</a:t>
            </a:r>
            <a:r>
              <a:rPr lang="en-GB" sz="2000" spc="-20">
                <a:solidFill>
                  <a:srgbClr val="231F20"/>
                </a:solidFill>
                <a:latin typeface="Arial"/>
                <a:cs typeface="Arial"/>
              </a:rPr>
              <a:t> </a:t>
            </a:r>
            <a:r>
              <a:rPr lang="en-GB" sz="2000">
                <a:solidFill>
                  <a:srgbClr val="231F20"/>
                </a:solidFill>
                <a:latin typeface="Arial"/>
                <a:cs typeface="Arial"/>
              </a:rPr>
              <a:t>vitae</a:t>
            </a:r>
            <a:r>
              <a:rPr lang="en-GB" sz="2000" spc="-15">
                <a:solidFill>
                  <a:srgbClr val="231F20"/>
                </a:solidFill>
                <a:latin typeface="Arial"/>
                <a:cs typeface="Arial"/>
              </a:rPr>
              <a:t> </a:t>
            </a:r>
            <a:r>
              <a:rPr lang="en-GB" sz="2000" err="1">
                <a:solidFill>
                  <a:srgbClr val="231F20"/>
                </a:solidFill>
                <a:latin typeface="Arial"/>
                <a:cs typeface="Arial"/>
              </a:rPr>
              <a:t>sollicitudin</a:t>
            </a:r>
            <a:r>
              <a:rPr lang="en-GB" sz="2000" spc="-15">
                <a:solidFill>
                  <a:srgbClr val="231F20"/>
                </a:solidFill>
                <a:latin typeface="Arial"/>
                <a:cs typeface="Arial"/>
              </a:rPr>
              <a:t> </a:t>
            </a:r>
            <a:r>
              <a:rPr lang="en-GB" sz="2000">
                <a:solidFill>
                  <a:srgbClr val="231F20"/>
                </a:solidFill>
                <a:latin typeface="Arial"/>
                <a:cs typeface="Arial"/>
              </a:rPr>
              <a:t>sem. </a:t>
            </a:r>
            <a:r>
              <a:rPr lang="en-GB" sz="2000" spc="-540">
                <a:solidFill>
                  <a:srgbClr val="231F20"/>
                </a:solidFill>
                <a:latin typeface="Arial"/>
                <a:cs typeface="Arial"/>
              </a:rPr>
              <a:t> </a:t>
            </a:r>
            <a:r>
              <a:rPr lang="en-GB" sz="2000" err="1">
                <a:solidFill>
                  <a:srgbClr val="231F20"/>
                </a:solidFill>
                <a:latin typeface="Arial"/>
                <a:cs typeface="Arial"/>
              </a:rPr>
              <a:t>Sed</a:t>
            </a:r>
            <a:r>
              <a:rPr lang="en-GB" sz="2000" spc="-15">
                <a:solidFill>
                  <a:srgbClr val="231F20"/>
                </a:solidFill>
                <a:latin typeface="Arial"/>
                <a:cs typeface="Arial"/>
              </a:rPr>
              <a:t> </a:t>
            </a:r>
            <a:r>
              <a:rPr lang="en-GB" sz="2000" spc="-5" err="1">
                <a:solidFill>
                  <a:srgbClr val="231F20"/>
                </a:solidFill>
                <a:latin typeface="Arial"/>
                <a:cs typeface="Arial"/>
              </a:rPr>
              <a:t>eget</a:t>
            </a:r>
            <a:r>
              <a:rPr lang="en-GB" sz="2000" spc="-20">
                <a:solidFill>
                  <a:srgbClr val="231F20"/>
                </a:solidFill>
                <a:latin typeface="Arial"/>
                <a:cs typeface="Arial"/>
              </a:rPr>
              <a:t> </a:t>
            </a:r>
            <a:r>
              <a:rPr lang="en-GB" sz="2000">
                <a:solidFill>
                  <a:srgbClr val="231F20"/>
                </a:solidFill>
                <a:latin typeface="Arial"/>
                <a:cs typeface="Arial"/>
              </a:rPr>
              <a:t>cursus</a:t>
            </a:r>
            <a:r>
              <a:rPr lang="en-GB" sz="2000" spc="-15">
                <a:solidFill>
                  <a:srgbClr val="231F20"/>
                </a:solidFill>
                <a:latin typeface="Arial"/>
                <a:cs typeface="Arial"/>
              </a:rPr>
              <a:t> </a:t>
            </a:r>
            <a:r>
              <a:rPr lang="en-GB" sz="2000" spc="-5" err="1">
                <a:solidFill>
                  <a:srgbClr val="231F20"/>
                </a:solidFill>
                <a:latin typeface="Arial"/>
                <a:cs typeface="Arial"/>
              </a:rPr>
              <a:t>nulla</a:t>
            </a:r>
            <a:r>
              <a:rPr lang="en-GB" sz="2000" spc="-5">
                <a:solidFill>
                  <a:srgbClr val="231F20"/>
                </a:solidFill>
                <a:latin typeface="Arial"/>
                <a:cs typeface="Arial"/>
              </a:rPr>
              <a:t>,</a:t>
            </a:r>
            <a:r>
              <a:rPr lang="en-GB" sz="2000" spc="-15">
                <a:solidFill>
                  <a:srgbClr val="231F20"/>
                </a:solidFill>
                <a:latin typeface="Arial"/>
                <a:cs typeface="Arial"/>
              </a:rPr>
              <a:t> </a:t>
            </a:r>
            <a:r>
              <a:rPr lang="en-GB" sz="2000" spc="-5" err="1">
                <a:solidFill>
                  <a:srgbClr val="231F20"/>
                </a:solidFill>
                <a:latin typeface="Arial"/>
                <a:cs typeface="Arial"/>
              </a:rPr>
              <a:t>nec</a:t>
            </a:r>
            <a:r>
              <a:rPr lang="en-GB" sz="2000" spc="-20">
                <a:solidFill>
                  <a:srgbClr val="231F20"/>
                </a:solidFill>
                <a:latin typeface="Arial"/>
                <a:cs typeface="Arial"/>
              </a:rPr>
              <a:t> </a:t>
            </a:r>
            <a:r>
              <a:rPr lang="en-GB" sz="2000" err="1">
                <a:solidFill>
                  <a:srgbClr val="231F20"/>
                </a:solidFill>
                <a:latin typeface="Arial"/>
                <a:cs typeface="Arial"/>
              </a:rPr>
              <a:t>consequat</a:t>
            </a:r>
            <a:r>
              <a:rPr lang="en-GB" sz="2000" spc="-15">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a:t>
            </a:r>
            <a:endParaRPr lang="en-GB" sz="2000">
              <a:latin typeface="Arial"/>
              <a:cs typeface="Arial"/>
            </a:endParaRPr>
          </a:p>
        </p:txBody>
      </p:sp>
    </p:spTree>
    <p:extLst>
      <p:ext uri="{BB962C8B-B14F-4D97-AF65-F5344CB8AC3E}">
        <p14:creationId xmlns:p14="http://schemas.microsoft.com/office/powerpoint/2010/main" val="89804058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2 COLLUM">
    <p:bg>
      <p:bgPr>
        <a:solidFill>
          <a:schemeClr val="bg1"/>
        </a:solidFill>
        <a:effectLst/>
      </p:bgPr>
    </p:bg>
    <p:spTree>
      <p:nvGrpSpPr>
        <p:cNvPr id="1" name=""/>
        <p:cNvGrpSpPr/>
        <p:nvPr/>
      </p:nvGrpSpPr>
      <p:grpSpPr>
        <a:xfrm>
          <a:off x="0" y="0"/>
          <a:ext cx="0" cy="0"/>
          <a:chOff x="0" y="0"/>
          <a:chExt cx="0" cy="0"/>
        </a:xfrm>
      </p:grpSpPr>
      <p:sp>
        <p:nvSpPr>
          <p:cNvPr id="15" name="Text Placeholder 14">
            <a:extLst>
              <a:ext uri="{FF2B5EF4-FFF2-40B4-BE49-F238E27FC236}">
                <a16:creationId xmlns:a16="http://schemas.microsoft.com/office/drawing/2014/main" id="{2B32422C-E3F5-664F-A900-E87EE9A73BA9}"/>
              </a:ext>
            </a:extLst>
          </p:cNvPr>
          <p:cNvSpPr>
            <a:spLocks noGrp="1"/>
          </p:cNvSpPr>
          <p:nvPr>
            <p:ph type="body" sz="quarter" idx="12" hasCustomPrompt="1"/>
          </p:nvPr>
        </p:nvSpPr>
        <p:spPr>
          <a:xfrm>
            <a:off x="533400" y="1981200"/>
            <a:ext cx="4572000" cy="1401761"/>
          </a:xfrm>
        </p:spPr>
        <p:txBody>
          <a:bodyPr/>
          <a:lstStyle>
            <a:lvl1pPr>
              <a:defRPr sz="2500" b="1">
                <a:solidFill>
                  <a:srgbClr val="24408D"/>
                </a:solidFill>
                <a:latin typeface="Arial" panose="020B0604020202020204" pitchFamily="34" charset="0"/>
                <a:cs typeface="Arial" panose="020B0604020202020204" pitchFamily="34" charset="0"/>
              </a:defRPr>
            </a:lvl1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Duis at </a:t>
            </a:r>
            <a:r>
              <a:rPr lang="en-GB" err="1"/>
              <a:t>commodo</a:t>
            </a:r>
            <a:r>
              <a:rPr lang="en-GB"/>
              <a:t> </a:t>
            </a:r>
            <a:r>
              <a:rPr lang="en-GB" err="1"/>
              <a:t>neque</a:t>
            </a:r>
            <a:r>
              <a:rPr lang="en-GB"/>
              <a:t>, non </a:t>
            </a:r>
            <a:r>
              <a:rPr lang="en-GB" err="1"/>
              <a:t>ultrices</a:t>
            </a:r>
            <a:r>
              <a:rPr lang="en-GB"/>
              <a:t> </a:t>
            </a:r>
            <a:r>
              <a:rPr lang="en-GB" err="1"/>
              <a:t>turpis</a:t>
            </a:r>
            <a:r>
              <a:rPr lang="en-GB"/>
              <a:t>.</a:t>
            </a:r>
            <a:endParaRPr lang="en-US"/>
          </a:p>
        </p:txBody>
      </p:sp>
      <p:sp>
        <p:nvSpPr>
          <p:cNvPr id="16" name="Text Placeholder 14">
            <a:extLst>
              <a:ext uri="{FF2B5EF4-FFF2-40B4-BE49-F238E27FC236}">
                <a16:creationId xmlns:a16="http://schemas.microsoft.com/office/drawing/2014/main" id="{E2D74DB2-1448-F044-80ED-D57DCBA77357}"/>
              </a:ext>
            </a:extLst>
          </p:cNvPr>
          <p:cNvSpPr>
            <a:spLocks noGrp="1"/>
          </p:cNvSpPr>
          <p:nvPr>
            <p:ph type="body" sz="quarter" idx="13" hasCustomPrompt="1"/>
          </p:nvPr>
        </p:nvSpPr>
        <p:spPr>
          <a:xfrm>
            <a:off x="533400" y="3809682"/>
            <a:ext cx="5334000" cy="2523394"/>
          </a:xfrm>
        </p:spPr>
        <p:txBody>
          <a:bodyPr/>
          <a:lstStyle>
            <a:lvl1pPr>
              <a:defRPr sz="2000" b="0">
                <a:solidFill>
                  <a:schemeClr val="tx1"/>
                </a:solidFill>
                <a:latin typeface="Arial" panose="020B0604020202020204" pitchFamily="34" charset="0"/>
                <a:cs typeface="Arial" panose="020B0604020202020204" pitchFamily="34" charset="0"/>
              </a:defRPr>
            </a:lvl1pPr>
          </a:lstStyle>
          <a:p>
            <a:pPr marL="12700" marR="5080">
              <a:lnSpc>
                <a:spcPct val="100000"/>
              </a:lnSpc>
              <a:spcBef>
                <a:spcPts val="2185"/>
              </a:spcBef>
            </a:pPr>
            <a:r>
              <a:rPr lang="en-GB" sz="2000" spc="-5">
                <a:solidFill>
                  <a:srgbClr val="231F20"/>
                </a:solidFill>
                <a:latin typeface="Arial"/>
                <a:cs typeface="Arial"/>
              </a:rPr>
              <a:t>Lorem ipsum </a:t>
            </a:r>
            <a:r>
              <a:rPr lang="en-GB" sz="2000" spc="-5" err="1">
                <a:solidFill>
                  <a:srgbClr val="231F20"/>
                </a:solidFill>
                <a:latin typeface="Arial"/>
                <a:cs typeface="Arial"/>
              </a:rPr>
              <a:t>dolor</a:t>
            </a:r>
            <a:r>
              <a:rPr lang="en-GB" sz="2000" spc="-5">
                <a:solidFill>
                  <a:srgbClr val="231F20"/>
                </a:solidFill>
                <a:latin typeface="Arial"/>
                <a:cs typeface="Arial"/>
              </a:rPr>
              <a:t> </a:t>
            </a:r>
            <a:r>
              <a:rPr lang="en-GB" sz="2000">
                <a:solidFill>
                  <a:srgbClr val="231F20"/>
                </a:solidFill>
                <a:latin typeface="Arial"/>
                <a:cs typeface="Arial"/>
              </a:rPr>
              <a:t>sit </a:t>
            </a:r>
            <a:r>
              <a:rPr lang="en-GB" sz="2000" spc="-5" err="1">
                <a:solidFill>
                  <a:srgbClr val="231F20"/>
                </a:solidFill>
                <a:latin typeface="Arial"/>
                <a:cs typeface="Arial"/>
              </a:rPr>
              <a:t>amet</a:t>
            </a:r>
            <a:r>
              <a:rPr lang="en-GB" sz="2000" spc="-5">
                <a:solidFill>
                  <a:srgbClr val="231F20"/>
                </a:solidFill>
                <a:latin typeface="Arial"/>
                <a:cs typeface="Arial"/>
              </a:rPr>
              <a:t>, </a:t>
            </a:r>
            <a:r>
              <a:rPr lang="en-GB" sz="2000" err="1">
                <a:solidFill>
                  <a:srgbClr val="231F20"/>
                </a:solidFill>
                <a:latin typeface="Arial"/>
                <a:cs typeface="Arial"/>
              </a:rPr>
              <a:t>consectetur</a:t>
            </a:r>
            <a:r>
              <a:rPr lang="en-GB" sz="2000">
                <a:solidFill>
                  <a:srgbClr val="231F20"/>
                </a:solidFill>
                <a:latin typeface="Arial"/>
                <a:cs typeface="Arial"/>
              </a:rPr>
              <a:t> ad- </a:t>
            </a:r>
            <a:r>
              <a:rPr lang="en-GB" sz="2000" spc="5">
                <a:solidFill>
                  <a:srgbClr val="231F20"/>
                </a:solidFill>
                <a:latin typeface="Arial"/>
                <a:cs typeface="Arial"/>
              </a:rPr>
              <a:t> </a:t>
            </a:r>
            <a:r>
              <a:rPr lang="en-GB" sz="2000" spc="-5" err="1">
                <a:solidFill>
                  <a:srgbClr val="231F20"/>
                </a:solidFill>
                <a:latin typeface="Arial"/>
                <a:cs typeface="Arial"/>
              </a:rPr>
              <a:t>ipiscing</a:t>
            </a:r>
            <a:r>
              <a:rPr lang="en-GB" sz="2000" spc="-5">
                <a:solidFill>
                  <a:srgbClr val="231F20"/>
                </a:solidFill>
                <a:latin typeface="Arial"/>
                <a:cs typeface="Arial"/>
              </a:rPr>
              <a:t> </a:t>
            </a:r>
            <a:r>
              <a:rPr lang="en-GB" sz="2000" spc="-5" err="1">
                <a:solidFill>
                  <a:srgbClr val="231F20"/>
                </a:solidFill>
                <a:latin typeface="Arial"/>
                <a:cs typeface="Arial"/>
              </a:rPr>
              <a:t>elit</a:t>
            </a:r>
            <a:r>
              <a:rPr lang="en-GB" sz="2000" spc="-5">
                <a:solidFill>
                  <a:srgbClr val="231F20"/>
                </a:solidFill>
                <a:latin typeface="Arial"/>
                <a:cs typeface="Arial"/>
              </a:rPr>
              <a:t>. Duis at </a:t>
            </a:r>
            <a:r>
              <a:rPr lang="en-GB" sz="2000" err="1">
                <a:solidFill>
                  <a:srgbClr val="231F20"/>
                </a:solidFill>
                <a:latin typeface="Arial"/>
                <a:cs typeface="Arial"/>
              </a:rPr>
              <a:t>commodo</a:t>
            </a:r>
            <a:r>
              <a:rPr lang="en-GB" sz="2000">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 non </a:t>
            </a:r>
            <a:r>
              <a:rPr lang="en-GB" sz="2000">
                <a:solidFill>
                  <a:srgbClr val="231F20"/>
                </a:solidFill>
                <a:latin typeface="Arial"/>
                <a:cs typeface="Arial"/>
              </a:rPr>
              <a:t> </a:t>
            </a:r>
            <a:r>
              <a:rPr lang="en-GB" sz="2000" spc="-5" err="1">
                <a:solidFill>
                  <a:srgbClr val="231F20"/>
                </a:solidFill>
                <a:latin typeface="Arial"/>
                <a:cs typeface="Arial"/>
              </a:rPr>
              <a:t>ultrices</a:t>
            </a:r>
            <a:r>
              <a:rPr lang="en-GB" sz="2000" spc="-20">
                <a:solidFill>
                  <a:srgbClr val="231F20"/>
                </a:solidFill>
                <a:latin typeface="Arial"/>
                <a:cs typeface="Arial"/>
              </a:rPr>
              <a:t> </a:t>
            </a:r>
            <a:r>
              <a:rPr lang="en-GB" sz="2000" err="1">
                <a:solidFill>
                  <a:srgbClr val="231F20"/>
                </a:solidFill>
                <a:latin typeface="Arial"/>
                <a:cs typeface="Arial"/>
              </a:rPr>
              <a:t>turpis</a:t>
            </a:r>
            <a:r>
              <a:rPr lang="en-GB" sz="2000">
                <a:solidFill>
                  <a:srgbClr val="231F20"/>
                </a:solidFill>
                <a:latin typeface="Arial"/>
                <a:cs typeface="Arial"/>
              </a:rPr>
              <a:t>.</a:t>
            </a:r>
            <a:r>
              <a:rPr lang="en-GB" sz="2000" spc="-20">
                <a:solidFill>
                  <a:srgbClr val="231F20"/>
                </a:solidFill>
                <a:latin typeface="Arial"/>
                <a:cs typeface="Arial"/>
              </a:rPr>
              <a:t> </a:t>
            </a:r>
            <a:r>
              <a:rPr lang="en-GB" sz="2000">
                <a:solidFill>
                  <a:srgbClr val="231F20"/>
                </a:solidFill>
                <a:latin typeface="Arial"/>
                <a:cs typeface="Arial"/>
              </a:rPr>
              <a:t>Integer</a:t>
            </a:r>
            <a:r>
              <a:rPr lang="en-GB" sz="2000" spc="-20">
                <a:solidFill>
                  <a:srgbClr val="231F20"/>
                </a:solidFill>
                <a:latin typeface="Arial"/>
                <a:cs typeface="Arial"/>
              </a:rPr>
              <a:t> </a:t>
            </a:r>
            <a:r>
              <a:rPr lang="en-GB" sz="2000" err="1">
                <a:solidFill>
                  <a:srgbClr val="231F20"/>
                </a:solidFill>
                <a:latin typeface="Arial"/>
                <a:cs typeface="Arial"/>
              </a:rPr>
              <a:t>rutrum</a:t>
            </a:r>
            <a:r>
              <a:rPr lang="en-GB" sz="2000" spc="-20">
                <a:solidFill>
                  <a:srgbClr val="231F20"/>
                </a:solidFill>
                <a:latin typeface="Arial"/>
                <a:cs typeface="Arial"/>
              </a:rPr>
              <a:t> </a:t>
            </a:r>
            <a:r>
              <a:rPr lang="en-GB" sz="2000" err="1">
                <a:solidFill>
                  <a:srgbClr val="231F20"/>
                </a:solidFill>
                <a:latin typeface="Arial"/>
                <a:cs typeface="Arial"/>
              </a:rPr>
              <a:t>sem</a:t>
            </a:r>
            <a:r>
              <a:rPr lang="en-GB" sz="2000" spc="-20">
                <a:solidFill>
                  <a:srgbClr val="231F20"/>
                </a:solidFill>
                <a:latin typeface="Arial"/>
                <a:cs typeface="Arial"/>
              </a:rPr>
              <a:t> </a:t>
            </a:r>
            <a:r>
              <a:rPr lang="en-GB" sz="2000" spc="-5" err="1">
                <a:solidFill>
                  <a:srgbClr val="231F20"/>
                </a:solidFill>
                <a:latin typeface="Arial"/>
                <a:cs typeface="Arial"/>
              </a:rPr>
              <a:t>quis</a:t>
            </a:r>
            <a:r>
              <a:rPr lang="en-GB" sz="2000" spc="-20">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 </a:t>
            </a:r>
            <a:r>
              <a:rPr lang="en-GB" sz="2000" spc="-540">
                <a:solidFill>
                  <a:srgbClr val="231F20"/>
                </a:solidFill>
                <a:latin typeface="Arial"/>
                <a:cs typeface="Arial"/>
              </a:rPr>
              <a:t> </a:t>
            </a:r>
            <a:r>
              <a:rPr lang="en-GB" sz="2000" spc="-5" err="1">
                <a:solidFill>
                  <a:srgbClr val="231F20"/>
                </a:solidFill>
                <a:latin typeface="Arial"/>
                <a:cs typeface="Arial"/>
              </a:rPr>
              <a:t>interdum</a:t>
            </a:r>
            <a:r>
              <a:rPr lang="en-GB" sz="2000" spc="-5">
                <a:solidFill>
                  <a:srgbClr val="231F20"/>
                </a:solidFill>
                <a:latin typeface="Arial"/>
                <a:cs typeface="Arial"/>
              </a:rPr>
              <a:t> </a:t>
            </a:r>
            <a:r>
              <a:rPr lang="en-GB" sz="2000" spc="-5" err="1">
                <a:solidFill>
                  <a:srgbClr val="231F20"/>
                </a:solidFill>
                <a:latin typeface="Arial"/>
                <a:cs typeface="Arial"/>
              </a:rPr>
              <a:t>egestas</a:t>
            </a:r>
            <a:r>
              <a:rPr lang="en-GB" sz="2000" spc="-5">
                <a:solidFill>
                  <a:srgbClr val="231F20"/>
                </a:solidFill>
                <a:latin typeface="Arial"/>
                <a:cs typeface="Arial"/>
              </a:rPr>
              <a:t>. </a:t>
            </a:r>
            <a:r>
              <a:rPr lang="en-GB" sz="2000" err="1">
                <a:solidFill>
                  <a:srgbClr val="231F20"/>
                </a:solidFill>
                <a:latin typeface="Arial"/>
                <a:cs typeface="Arial"/>
              </a:rPr>
              <a:t>Praesent</a:t>
            </a:r>
            <a:r>
              <a:rPr lang="en-GB" sz="2000">
                <a:solidFill>
                  <a:srgbClr val="231F20"/>
                </a:solidFill>
                <a:latin typeface="Arial"/>
                <a:cs typeface="Arial"/>
              </a:rPr>
              <a:t> </a:t>
            </a:r>
            <a:r>
              <a:rPr lang="en-GB" sz="2000" spc="-5" err="1">
                <a:solidFill>
                  <a:srgbClr val="231F20"/>
                </a:solidFill>
                <a:latin typeface="Arial"/>
                <a:cs typeface="Arial"/>
              </a:rPr>
              <a:t>nibh</a:t>
            </a:r>
            <a:r>
              <a:rPr lang="en-GB" sz="2000" spc="-5">
                <a:solidFill>
                  <a:srgbClr val="231F20"/>
                </a:solidFill>
                <a:latin typeface="Arial"/>
                <a:cs typeface="Arial"/>
              </a:rPr>
              <a:t> </a:t>
            </a:r>
            <a:r>
              <a:rPr lang="en-GB" sz="2000" spc="-5" err="1">
                <a:solidFill>
                  <a:srgbClr val="231F20"/>
                </a:solidFill>
                <a:latin typeface="Arial"/>
                <a:cs typeface="Arial"/>
              </a:rPr>
              <a:t>est</a:t>
            </a:r>
            <a:r>
              <a:rPr lang="en-GB" sz="2000" spc="-5">
                <a:solidFill>
                  <a:srgbClr val="231F20"/>
                </a:solidFill>
                <a:latin typeface="Arial"/>
                <a:cs typeface="Arial"/>
              </a:rPr>
              <a:t>, </a:t>
            </a:r>
            <a:r>
              <a:rPr lang="en-GB" sz="2000" spc="-5" err="1">
                <a:solidFill>
                  <a:srgbClr val="231F20"/>
                </a:solidFill>
                <a:latin typeface="Arial"/>
                <a:cs typeface="Arial"/>
              </a:rPr>
              <a:t>pellen</a:t>
            </a:r>
            <a:r>
              <a:rPr lang="en-GB" sz="2000" spc="-5">
                <a:solidFill>
                  <a:srgbClr val="231F20"/>
                </a:solidFill>
                <a:latin typeface="Arial"/>
                <a:cs typeface="Arial"/>
              </a:rPr>
              <a:t>- </a:t>
            </a:r>
            <a:r>
              <a:rPr lang="en-GB" sz="2000">
                <a:solidFill>
                  <a:srgbClr val="231F20"/>
                </a:solidFill>
                <a:latin typeface="Arial"/>
                <a:cs typeface="Arial"/>
              </a:rPr>
              <a:t> </a:t>
            </a:r>
            <a:r>
              <a:rPr lang="en-GB" sz="2000" err="1">
                <a:solidFill>
                  <a:srgbClr val="231F20"/>
                </a:solidFill>
                <a:latin typeface="Arial"/>
                <a:cs typeface="Arial"/>
              </a:rPr>
              <a:t>tesque</a:t>
            </a:r>
            <a:r>
              <a:rPr lang="en-GB" sz="2000" spc="-10">
                <a:solidFill>
                  <a:srgbClr val="231F20"/>
                </a:solidFill>
                <a:latin typeface="Arial"/>
                <a:cs typeface="Arial"/>
              </a:rPr>
              <a:t> </a:t>
            </a:r>
            <a:r>
              <a:rPr lang="en-GB" sz="2000" spc="-5">
                <a:solidFill>
                  <a:srgbClr val="231F20"/>
                </a:solidFill>
                <a:latin typeface="Arial"/>
                <a:cs typeface="Arial"/>
              </a:rPr>
              <a:t>et</a:t>
            </a:r>
            <a:r>
              <a:rPr lang="en-GB" sz="2000" spc="-15">
                <a:solidFill>
                  <a:srgbClr val="231F20"/>
                </a:solidFill>
                <a:latin typeface="Arial"/>
                <a:cs typeface="Arial"/>
              </a:rPr>
              <a:t> </a:t>
            </a:r>
            <a:r>
              <a:rPr lang="en-GB" sz="2000" err="1">
                <a:solidFill>
                  <a:srgbClr val="231F20"/>
                </a:solidFill>
                <a:latin typeface="Arial"/>
                <a:cs typeface="Arial"/>
              </a:rPr>
              <a:t>felis</a:t>
            </a:r>
            <a:r>
              <a:rPr lang="en-GB" sz="2000" spc="-10">
                <a:solidFill>
                  <a:srgbClr val="231F20"/>
                </a:solidFill>
                <a:latin typeface="Arial"/>
                <a:cs typeface="Arial"/>
              </a:rPr>
              <a:t> </a:t>
            </a:r>
            <a:r>
              <a:rPr lang="en-GB" sz="2000" err="1">
                <a:solidFill>
                  <a:srgbClr val="231F20"/>
                </a:solidFill>
                <a:latin typeface="Arial"/>
                <a:cs typeface="Arial"/>
              </a:rPr>
              <a:t>vel</a:t>
            </a:r>
            <a:r>
              <a:rPr lang="en-GB" sz="2000">
                <a:solidFill>
                  <a:srgbClr val="231F20"/>
                </a:solidFill>
                <a:latin typeface="Arial"/>
                <a:cs typeface="Arial"/>
              </a:rPr>
              <a:t>,</a:t>
            </a:r>
            <a:r>
              <a:rPr lang="en-GB" sz="2000" spc="-5">
                <a:solidFill>
                  <a:srgbClr val="231F20"/>
                </a:solidFill>
                <a:latin typeface="Arial"/>
                <a:cs typeface="Arial"/>
              </a:rPr>
              <a:t> </a:t>
            </a:r>
            <a:r>
              <a:rPr lang="en-GB" sz="2000" spc="-5" err="1">
                <a:solidFill>
                  <a:srgbClr val="231F20"/>
                </a:solidFill>
                <a:latin typeface="Arial"/>
                <a:cs typeface="Arial"/>
              </a:rPr>
              <a:t>aliquet</a:t>
            </a:r>
            <a:r>
              <a:rPr lang="en-GB" sz="2000" spc="-15">
                <a:solidFill>
                  <a:srgbClr val="231F20"/>
                </a:solidFill>
                <a:latin typeface="Arial"/>
                <a:cs typeface="Arial"/>
              </a:rPr>
              <a:t> </a:t>
            </a:r>
            <a:r>
              <a:rPr lang="en-GB" sz="2000" spc="-5" err="1">
                <a:solidFill>
                  <a:srgbClr val="231F20"/>
                </a:solidFill>
                <a:latin typeface="Arial"/>
                <a:cs typeface="Arial"/>
              </a:rPr>
              <a:t>interdum</a:t>
            </a:r>
            <a:r>
              <a:rPr lang="en-GB" sz="2000" spc="-15">
                <a:solidFill>
                  <a:srgbClr val="231F20"/>
                </a:solidFill>
                <a:latin typeface="Arial"/>
                <a:cs typeface="Arial"/>
              </a:rPr>
              <a:t> </a:t>
            </a:r>
            <a:r>
              <a:rPr lang="en-GB" sz="2000">
                <a:solidFill>
                  <a:srgbClr val="231F20"/>
                </a:solidFill>
                <a:latin typeface="Arial"/>
                <a:cs typeface="Arial"/>
              </a:rPr>
              <a:t>magna.</a:t>
            </a:r>
            <a:endParaRPr lang="en-GB" sz="2000">
              <a:latin typeface="Arial"/>
              <a:cs typeface="Arial"/>
            </a:endParaRPr>
          </a:p>
          <a:p>
            <a:pPr>
              <a:lnSpc>
                <a:spcPct val="100000"/>
              </a:lnSpc>
              <a:spcBef>
                <a:spcPts val="45"/>
              </a:spcBef>
            </a:pPr>
            <a:endParaRPr lang="en-GB" sz="2050">
              <a:latin typeface="Arial"/>
              <a:cs typeface="Arial"/>
            </a:endParaRPr>
          </a:p>
          <a:p>
            <a:pPr marL="12700" marR="5080">
              <a:lnSpc>
                <a:spcPct val="100000"/>
              </a:lnSpc>
            </a:pPr>
            <a:r>
              <a:rPr lang="en-GB" sz="2000" spc="-5">
                <a:solidFill>
                  <a:srgbClr val="231F20"/>
                </a:solidFill>
                <a:latin typeface="Arial"/>
                <a:cs typeface="Arial"/>
              </a:rPr>
              <a:t>Donec</a:t>
            </a:r>
            <a:r>
              <a:rPr lang="en-GB" sz="2000" spc="-20">
                <a:solidFill>
                  <a:srgbClr val="231F20"/>
                </a:solidFill>
                <a:latin typeface="Arial"/>
                <a:cs typeface="Arial"/>
              </a:rPr>
              <a:t> </a:t>
            </a:r>
            <a:r>
              <a:rPr lang="en-GB" sz="2000" spc="-5" err="1">
                <a:solidFill>
                  <a:srgbClr val="231F20"/>
                </a:solidFill>
                <a:latin typeface="Arial"/>
                <a:cs typeface="Arial"/>
              </a:rPr>
              <a:t>ut</a:t>
            </a:r>
            <a:r>
              <a:rPr lang="en-GB" sz="2000" spc="-20">
                <a:solidFill>
                  <a:srgbClr val="231F20"/>
                </a:solidFill>
                <a:latin typeface="Arial"/>
                <a:cs typeface="Arial"/>
              </a:rPr>
              <a:t> </a:t>
            </a:r>
            <a:r>
              <a:rPr lang="en-GB" sz="2000" err="1">
                <a:solidFill>
                  <a:srgbClr val="231F20"/>
                </a:solidFill>
                <a:latin typeface="Arial"/>
                <a:cs typeface="Arial"/>
              </a:rPr>
              <a:t>suscipit</a:t>
            </a:r>
            <a:r>
              <a:rPr lang="en-GB" sz="2000" spc="-15">
                <a:solidFill>
                  <a:srgbClr val="231F20"/>
                </a:solidFill>
                <a:latin typeface="Arial"/>
                <a:cs typeface="Arial"/>
              </a:rPr>
              <a:t> </a:t>
            </a:r>
            <a:r>
              <a:rPr lang="en-GB" sz="2000" spc="-25" err="1">
                <a:solidFill>
                  <a:srgbClr val="231F20"/>
                </a:solidFill>
                <a:latin typeface="Arial"/>
                <a:cs typeface="Arial"/>
              </a:rPr>
              <a:t>dolor</a:t>
            </a:r>
            <a:r>
              <a:rPr lang="en-GB" sz="2000" spc="-25">
                <a:solidFill>
                  <a:srgbClr val="231F20"/>
                </a:solidFill>
                <a:latin typeface="Arial"/>
                <a:cs typeface="Arial"/>
              </a:rPr>
              <a:t>,</a:t>
            </a:r>
            <a:r>
              <a:rPr lang="en-GB" sz="2000" spc="-20">
                <a:solidFill>
                  <a:srgbClr val="231F20"/>
                </a:solidFill>
                <a:latin typeface="Arial"/>
                <a:cs typeface="Arial"/>
              </a:rPr>
              <a:t> </a:t>
            </a:r>
            <a:r>
              <a:rPr lang="en-GB" sz="2000">
                <a:solidFill>
                  <a:srgbClr val="231F20"/>
                </a:solidFill>
                <a:latin typeface="Arial"/>
                <a:cs typeface="Arial"/>
              </a:rPr>
              <a:t>vitae</a:t>
            </a:r>
            <a:r>
              <a:rPr lang="en-GB" sz="2000" spc="-15">
                <a:solidFill>
                  <a:srgbClr val="231F20"/>
                </a:solidFill>
                <a:latin typeface="Arial"/>
                <a:cs typeface="Arial"/>
              </a:rPr>
              <a:t> </a:t>
            </a:r>
            <a:r>
              <a:rPr lang="en-GB" sz="2000" err="1">
                <a:solidFill>
                  <a:srgbClr val="231F20"/>
                </a:solidFill>
                <a:latin typeface="Arial"/>
                <a:cs typeface="Arial"/>
              </a:rPr>
              <a:t>sollicitudin</a:t>
            </a:r>
            <a:r>
              <a:rPr lang="en-GB" sz="2000" spc="-15">
                <a:solidFill>
                  <a:srgbClr val="231F20"/>
                </a:solidFill>
                <a:latin typeface="Arial"/>
                <a:cs typeface="Arial"/>
              </a:rPr>
              <a:t> </a:t>
            </a:r>
            <a:r>
              <a:rPr lang="en-GB" sz="2000">
                <a:solidFill>
                  <a:srgbClr val="231F20"/>
                </a:solidFill>
                <a:latin typeface="Arial"/>
                <a:cs typeface="Arial"/>
              </a:rPr>
              <a:t>sem. </a:t>
            </a:r>
            <a:r>
              <a:rPr lang="en-GB" sz="2000" spc="-540">
                <a:solidFill>
                  <a:srgbClr val="231F20"/>
                </a:solidFill>
                <a:latin typeface="Arial"/>
                <a:cs typeface="Arial"/>
              </a:rPr>
              <a:t> </a:t>
            </a:r>
            <a:r>
              <a:rPr lang="en-GB" sz="2000" err="1">
                <a:solidFill>
                  <a:srgbClr val="231F20"/>
                </a:solidFill>
                <a:latin typeface="Arial"/>
                <a:cs typeface="Arial"/>
              </a:rPr>
              <a:t>Sed</a:t>
            </a:r>
            <a:r>
              <a:rPr lang="en-GB" sz="2000" spc="-15">
                <a:solidFill>
                  <a:srgbClr val="231F20"/>
                </a:solidFill>
                <a:latin typeface="Arial"/>
                <a:cs typeface="Arial"/>
              </a:rPr>
              <a:t> </a:t>
            </a:r>
            <a:r>
              <a:rPr lang="en-GB" sz="2000" spc="-5" err="1">
                <a:solidFill>
                  <a:srgbClr val="231F20"/>
                </a:solidFill>
                <a:latin typeface="Arial"/>
                <a:cs typeface="Arial"/>
              </a:rPr>
              <a:t>eget</a:t>
            </a:r>
            <a:r>
              <a:rPr lang="en-GB" sz="2000" spc="-20">
                <a:solidFill>
                  <a:srgbClr val="231F20"/>
                </a:solidFill>
                <a:latin typeface="Arial"/>
                <a:cs typeface="Arial"/>
              </a:rPr>
              <a:t> </a:t>
            </a:r>
            <a:r>
              <a:rPr lang="en-GB" sz="2000">
                <a:solidFill>
                  <a:srgbClr val="231F20"/>
                </a:solidFill>
                <a:latin typeface="Arial"/>
                <a:cs typeface="Arial"/>
              </a:rPr>
              <a:t>cursus</a:t>
            </a:r>
            <a:r>
              <a:rPr lang="en-GB" sz="2000" spc="-15">
                <a:solidFill>
                  <a:srgbClr val="231F20"/>
                </a:solidFill>
                <a:latin typeface="Arial"/>
                <a:cs typeface="Arial"/>
              </a:rPr>
              <a:t> </a:t>
            </a:r>
            <a:r>
              <a:rPr lang="en-GB" sz="2000" spc="-5" err="1">
                <a:solidFill>
                  <a:srgbClr val="231F20"/>
                </a:solidFill>
                <a:latin typeface="Arial"/>
                <a:cs typeface="Arial"/>
              </a:rPr>
              <a:t>nulla</a:t>
            </a:r>
            <a:r>
              <a:rPr lang="en-GB" sz="2000" spc="-5">
                <a:solidFill>
                  <a:srgbClr val="231F20"/>
                </a:solidFill>
                <a:latin typeface="Arial"/>
                <a:cs typeface="Arial"/>
              </a:rPr>
              <a:t>,</a:t>
            </a:r>
            <a:r>
              <a:rPr lang="en-GB" sz="2000" spc="-15">
                <a:solidFill>
                  <a:srgbClr val="231F20"/>
                </a:solidFill>
                <a:latin typeface="Arial"/>
                <a:cs typeface="Arial"/>
              </a:rPr>
              <a:t> </a:t>
            </a:r>
            <a:r>
              <a:rPr lang="en-GB" sz="2000" spc="-5" err="1">
                <a:solidFill>
                  <a:srgbClr val="231F20"/>
                </a:solidFill>
                <a:latin typeface="Arial"/>
                <a:cs typeface="Arial"/>
              </a:rPr>
              <a:t>nec</a:t>
            </a:r>
            <a:r>
              <a:rPr lang="en-GB" sz="2000" spc="-20">
                <a:solidFill>
                  <a:srgbClr val="231F20"/>
                </a:solidFill>
                <a:latin typeface="Arial"/>
                <a:cs typeface="Arial"/>
              </a:rPr>
              <a:t> </a:t>
            </a:r>
            <a:r>
              <a:rPr lang="en-GB" sz="2000" err="1">
                <a:solidFill>
                  <a:srgbClr val="231F20"/>
                </a:solidFill>
                <a:latin typeface="Arial"/>
                <a:cs typeface="Arial"/>
              </a:rPr>
              <a:t>consequat</a:t>
            </a:r>
            <a:r>
              <a:rPr lang="en-GB" sz="2000" spc="-15">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a:t>
            </a:r>
            <a:endParaRPr lang="en-GB" sz="2000">
              <a:latin typeface="Arial"/>
              <a:cs typeface="Arial"/>
            </a:endParaRPr>
          </a:p>
        </p:txBody>
      </p:sp>
      <p:sp>
        <p:nvSpPr>
          <p:cNvPr id="9" name="Text Placeholder 14">
            <a:extLst>
              <a:ext uri="{FF2B5EF4-FFF2-40B4-BE49-F238E27FC236}">
                <a16:creationId xmlns:a16="http://schemas.microsoft.com/office/drawing/2014/main" id="{152D63FE-C961-5245-824E-AFA31B16316F}"/>
              </a:ext>
            </a:extLst>
          </p:cNvPr>
          <p:cNvSpPr>
            <a:spLocks noGrp="1"/>
          </p:cNvSpPr>
          <p:nvPr>
            <p:ph type="body" sz="quarter" idx="14" hasCustomPrompt="1"/>
          </p:nvPr>
        </p:nvSpPr>
        <p:spPr>
          <a:xfrm>
            <a:off x="6236546" y="1981201"/>
            <a:ext cx="5574453" cy="4616648"/>
          </a:xfrm>
        </p:spPr>
        <p:txBody>
          <a:bodyPr/>
          <a:lstStyle>
            <a:lvl1pPr marL="12700" marR="5080" indent="0" defTabSz="914400" eaLnBrk="1" fontAlgn="auto" latinLnBrk="0" hangingPunct="1">
              <a:lnSpc>
                <a:spcPct val="100000"/>
              </a:lnSpc>
              <a:spcBef>
                <a:spcPts val="0"/>
              </a:spcBef>
              <a:spcAft>
                <a:spcPts val="0"/>
              </a:spcAft>
              <a:buClr>
                <a:srgbClr val="FDBA13"/>
              </a:buClr>
              <a:buSzTx/>
              <a:buFont typeface="Arial" panose="020B0604020202020204" pitchFamily="34" charset="0"/>
              <a:buChar char="•"/>
              <a:tabLst/>
              <a:defRPr sz="2000" b="0">
                <a:solidFill>
                  <a:schemeClr val="tx1"/>
                </a:solidFill>
                <a:latin typeface="Arial" panose="020B0604020202020204" pitchFamily="34" charset="0"/>
                <a:cs typeface="Arial" panose="020B0604020202020204" pitchFamily="34" charset="0"/>
              </a:defRPr>
            </a:lvl1pPr>
          </a:lstStyle>
          <a:p>
            <a:pPr marL="355600" marR="5080" lvl="0" indent="-342900" defTabSz="914400" eaLnBrk="1" fontAlgn="auto" latinLnBrk="0" hangingPunct="1">
              <a:lnSpc>
                <a:spcPct val="100000"/>
              </a:lnSpc>
              <a:spcBef>
                <a:spcPts val="0"/>
              </a:spcBef>
              <a:spcAft>
                <a:spcPts val="0"/>
              </a:spcAft>
              <a:buClr>
                <a:srgbClr val="FDBA13"/>
              </a:buClr>
              <a:buSzTx/>
              <a:tabLst/>
              <a:defRPr/>
            </a:pPr>
            <a:r>
              <a:rPr lang="en-GB" sz="2000" spc="-5">
                <a:solidFill>
                  <a:srgbClr val="231F20"/>
                </a:solidFill>
                <a:latin typeface="Arial"/>
                <a:cs typeface="Arial"/>
              </a:rPr>
              <a:t>Donec</a:t>
            </a:r>
            <a:r>
              <a:rPr lang="en-GB" sz="2000" spc="-20">
                <a:solidFill>
                  <a:srgbClr val="231F20"/>
                </a:solidFill>
                <a:latin typeface="Arial"/>
                <a:cs typeface="Arial"/>
              </a:rPr>
              <a:t> </a:t>
            </a:r>
            <a:r>
              <a:rPr lang="en-GB" sz="2000" spc="-5" err="1">
                <a:solidFill>
                  <a:srgbClr val="231F20"/>
                </a:solidFill>
                <a:latin typeface="Arial"/>
                <a:cs typeface="Arial"/>
              </a:rPr>
              <a:t>ut</a:t>
            </a:r>
            <a:r>
              <a:rPr lang="en-GB" sz="2000" spc="-20">
                <a:solidFill>
                  <a:srgbClr val="231F20"/>
                </a:solidFill>
                <a:latin typeface="Arial"/>
                <a:cs typeface="Arial"/>
              </a:rPr>
              <a:t> </a:t>
            </a:r>
            <a:r>
              <a:rPr lang="en-GB" sz="2000" err="1">
                <a:solidFill>
                  <a:srgbClr val="231F20"/>
                </a:solidFill>
                <a:latin typeface="Arial"/>
                <a:cs typeface="Arial"/>
              </a:rPr>
              <a:t>suscipit</a:t>
            </a:r>
            <a:r>
              <a:rPr lang="en-GB" sz="2000" spc="-15">
                <a:solidFill>
                  <a:srgbClr val="231F20"/>
                </a:solidFill>
                <a:latin typeface="Arial"/>
                <a:cs typeface="Arial"/>
              </a:rPr>
              <a:t> </a:t>
            </a:r>
            <a:r>
              <a:rPr lang="en-GB" sz="2000" spc="-25" err="1">
                <a:solidFill>
                  <a:srgbClr val="231F20"/>
                </a:solidFill>
                <a:latin typeface="Arial"/>
                <a:cs typeface="Arial"/>
              </a:rPr>
              <a:t>dolor</a:t>
            </a:r>
            <a:r>
              <a:rPr lang="en-GB" sz="2000" spc="-25">
                <a:solidFill>
                  <a:srgbClr val="231F20"/>
                </a:solidFill>
                <a:latin typeface="Arial"/>
                <a:cs typeface="Arial"/>
              </a:rPr>
              <a:t>,</a:t>
            </a:r>
            <a:r>
              <a:rPr lang="en-GB" sz="2000" spc="-20">
                <a:solidFill>
                  <a:srgbClr val="231F20"/>
                </a:solidFill>
                <a:latin typeface="Arial"/>
                <a:cs typeface="Arial"/>
              </a:rPr>
              <a:t> </a:t>
            </a:r>
            <a:r>
              <a:rPr lang="en-GB" sz="2000">
                <a:solidFill>
                  <a:srgbClr val="231F20"/>
                </a:solidFill>
                <a:latin typeface="Arial"/>
                <a:cs typeface="Arial"/>
              </a:rPr>
              <a:t>vitae</a:t>
            </a:r>
            <a:r>
              <a:rPr lang="en-GB" sz="2000" spc="-15">
                <a:solidFill>
                  <a:srgbClr val="231F20"/>
                </a:solidFill>
                <a:latin typeface="Arial"/>
                <a:cs typeface="Arial"/>
              </a:rPr>
              <a:t> </a:t>
            </a:r>
            <a:r>
              <a:rPr lang="en-GB" sz="2000" err="1">
                <a:solidFill>
                  <a:srgbClr val="231F20"/>
                </a:solidFill>
                <a:latin typeface="Arial"/>
                <a:cs typeface="Arial"/>
              </a:rPr>
              <a:t>sollicitudin</a:t>
            </a:r>
            <a:r>
              <a:rPr lang="en-GB" sz="2000" spc="-15">
                <a:solidFill>
                  <a:srgbClr val="231F20"/>
                </a:solidFill>
                <a:latin typeface="Arial"/>
                <a:cs typeface="Arial"/>
              </a:rPr>
              <a:t> </a:t>
            </a:r>
            <a:r>
              <a:rPr lang="en-GB" sz="2000">
                <a:solidFill>
                  <a:srgbClr val="231F20"/>
                </a:solidFill>
                <a:latin typeface="Arial"/>
                <a:cs typeface="Arial"/>
              </a:rPr>
              <a:t>sem. </a:t>
            </a:r>
            <a:r>
              <a:rPr lang="en-GB" sz="2000" spc="-540">
                <a:solidFill>
                  <a:srgbClr val="231F20"/>
                </a:solidFill>
                <a:latin typeface="Arial"/>
                <a:cs typeface="Arial"/>
              </a:rPr>
              <a:t> </a:t>
            </a:r>
            <a:r>
              <a:rPr lang="en-GB" sz="2000" err="1">
                <a:solidFill>
                  <a:srgbClr val="231F20"/>
                </a:solidFill>
                <a:latin typeface="Arial"/>
                <a:cs typeface="Arial"/>
              </a:rPr>
              <a:t>Sed</a:t>
            </a:r>
            <a:r>
              <a:rPr lang="en-GB" sz="2000" spc="-15">
                <a:solidFill>
                  <a:srgbClr val="231F20"/>
                </a:solidFill>
                <a:latin typeface="Arial"/>
                <a:cs typeface="Arial"/>
              </a:rPr>
              <a:t> </a:t>
            </a:r>
            <a:r>
              <a:rPr lang="en-GB" sz="2000" spc="-5" err="1">
                <a:solidFill>
                  <a:srgbClr val="231F20"/>
                </a:solidFill>
                <a:latin typeface="Arial"/>
                <a:cs typeface="Arial"/>
              </a:rPr>
              <a:t>eget</a:t>
            </a:r>
            <a:r>
              <a:rPr lang="en-GB" sz="2000" spc="-20">
                <a:solidFill>
                  <a:srgbClr val="231F20"/>
                </a:solidFill>
                <a:latin typeface="Arial"/>
                <a:cs typeface="Arial"/>
              </a:rPr>
              <a:t> </a:t>
            </a:r>
            <a:r>
              <a:rPr lang="en-GB" sz="2000">
                <a:solidFill>
                  <a:srgbClr val="231F20"/>
                </a:solidFill>
                <a:latin typeface="Arial"/>
                <a:cs typeface="Arial"/>
              </a:rPr>
              <a:t>cursus</a:t>
            </a:r>
            <a:r>
              <a:rPr lang="en-GB" sz="2000" spc="-15">
                <a:solidFill>
                  <a:srgbClr val="231F20"/>
                </a:solidFill>
                <a:latin typeface="Arial"/>
                <a:cs typeface="Arial"/>
              </a:rPr>
              <a:t> </a:t>
            </a:r>
            <a:r>
              <a:rPr lang="en-GB" sz="2000" spc="-5" err="1">
                <a:solidFill>
                  <a:srgbClr val="231F20"/>
                </a:solidFill>
                <a:latin typeface="Arial"/>
                <a:cs typeface="Arial"/>
              </a:rPr>
              <a:t>nulla</a:t>
            </a:r>
            <a:r>
              <a:rPr lang="en-GB" sz="2000" spc="-5">
                <a:solidFill>
                  <a:srgbClr val="231F20"/>
                </a:solidFill>
                <a:latin typeface="Arial"/>
                <a:cs typeface="Arial"/>
              </a:rPr>
              <a:t>,</a:t>
            </a:r>
            <a:r>
              <a:rPr lang="en-GB" sz="2000" spc="-15">
                <a:solidFill>
                  <a:srgbClr val="231F20"/>
                </a:solidFill>
                <a:latin typeface="Arial"/>
                <a:cs typeface="Arial"/>
              </a:rPr>
              <a:t> </a:t>
            </a:r>
            <a:r>
              <a:rPr lang="en-GB" sz="2000" spc="-5" err="1">
                <a:solidFill>
                  <a:srgbClr val="231F20"/>
                </a:solidFill>
                <a:latin typeface="Arial"/>
                <a:cs typeface="Arial"/>
              </a:rPr>
              <a:t>nec</a:t>
            </a:r>
            <a:r>
              <a:rPr lang="en-GB" sz="2000" spc="-20">
                <a:solidFill>
                  <a:srgbClr val="231F20"/>
                </a:solidFill>
                <a:latin typeface="Arial"/>
                <a:cs typeface="Arial"/>
              </a:rPr>
              <a:t> </a:t>
            </a:r>
            <a:r>
              <a:rPr lang="en-GB" sz="2000" err="1">
                <a:solidFill>
                  <a:srgbClr val="231F20"/>
                </a:solidFill>
                <a:latin typeface="Arial"/>
                <a:cs typeface="Arial"/>
              </a:rPr>
              <a:t>consequat</a:t>
            </a:r>
            <a:r>
              <a:rPr lang="en-GB" sz="2000" spc="-15">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a:t>
            </a:r>
          </a:p>
          <a:p>
            <a:pPr marL="355600" marR="5080" lvl="0" indent="-342900" defTabSz="914400" eaLnBrk="1" fontAlgn="auto" latinLnBrk="0" hangingPunct="1">
              <a:lnSpc>
                <a:spcPct val="100000"/>
              </a:lnSpc>
              <a:spcBef>
                <a:spcPts val="0"/>
              </a:spcBef>
              <a:spcAft>
                <a:spcPts val="0"/>
              </a:spcAft>
              <a:buClr>
                <a:srgbClr val="FDBA13"/>
              </a:buClr>
              <a:buSzTx/>
              <a:tabLst/>
              <a:defRPr/>
            </a:pPr>
            <a:endParaRPr lang="en-GB" sz="2000" spc="-5">
              <a:solidFill>
                <a:srgbClr val="231F20"/>
              </a:solidFill>
              <a:latin typeface="Arial"/>
              <a:cs typeface="Arial"/>
            </a:endParaRPr>
          </a:p>
          <a:p>
            <a:pPr marL="355600" marR="5080" lvl="0" indent="-342900" defTabSz="914400" eaLnBrk="1" fontAlgn="auto" latinLnBrk="0" hangingPunct="1">
              <a:lnSpc>
                <a:spcPct val="100000"/>
              </a:lnSpc>
              <a:spcBef>
                <a:spcPts val="0"/>
              </a:spcBef>
              <a:spcAft>
                <a:spcPts val="0"/>
              </a:spcAft>
              <a:buClr>
                <a:srgbClr val="FDBA13"/>
              </a:buClr>
              <a:buSzTx/>
              <a:tabLst/>
              <a:defRPr/>
            </a:pPr>
            <a:r>
              <a:rPr lang="en-GB" sz="2000" spc="-5">
                <a:solidFill>
                  <a:srgbClr val="231F20"/>
                </a:solidFill>
                <a:latin typeface="Arial"/>
                <a:cs typeface="Arial"/>
              </a:rPr>
              <a:t>Donec </a:t>
            </a:r>
            <a:r>
              <a:rPr lang="en-GB" sz="2000" spc="-5" err="1">
                <a:solidFill>
                  <a:srgbClr val="231F20"/>
                </a:solidFill>
                <a:latin typeface="Arial"/>
                <a:cs typeface="Arial"/>
              </a:rPr>
              <a:t>ut</a:t>
            </a:r>
            <a:r>
              <a:rPr lang="en-GB" sz="2000" spc="-5">
                <a:solidFill>
                  <a:srgbClr val="231F20"/>
                </a:solidFill>
                <a:latin typeface="Arial"/>
                <a:cs typeface="Arial"/>
              </a:rPr>
              <a:t> </a:t>
            </a:r>
            <a:r>
              <a:rPr lang="en-GB" sz="2000" spc="-5" err="1">
                <a:solidFill>
                  <a:srgbClr val="231F20"/>
                </a:solidFill>
                <a:latin typeface="Arial"/>
                <a:cs typeface="Arial"/>
              </a:rPr>
              <a:t>suscipit</a:t>
            </a:r>
            <a:r>
              <a:rPr lang="en-GB" sz="2000" spc="-5">
                <a:solidFill>
                  <a:srgbClr val="231F20"/>
                </a:solidFill>
                <a:latin typeface="Arial"/>
                <a:cs typeface="Arial"/>
              </a:rPr>
              <a:t> </a:t>
            </a:r>
            <a:r>
              <a:rPr lang="en-GB" sz="2000" spc="-5" err="1">
                <a:solidFill>
                  <a:srgbClr val="231F20"/>
                </a:solidFill>
                <a:latin typeface="Arial"/>
                <a:cs typeface="Arial"/>
              </a:rPr>
              <a:t>dolor</a:t>
            </a:r>
            <a:r>
              <a:rPr lang="en-GB" sz="2000" spc="-5">
                <a:solidFill>
                  <a:srgbClr val="231F20"/>
                </a:solidFill>
                <a:latin typeface="Arial"/>
                <a:cs typeface="Arial"/>
              </a:rPr>
              <a:t>, vitae </a:t>
            </a:r>
            <a:r>
              <a:rPr lang="en-GB" sz="2000" spc="-5" err="1">
                <a:solidFill>
                  <a:srgbClr val="231F20"/>
                </a:solidFill>
                <a:latin typeface="Arial"/>
                <a:cs typeface="Arial"/>
              </a:rPr>
              <a:t>sollicitudin</a:t>
            </a:r>
            <a:r>
              <a:rPr lang="en-GB" sz="2000" spc="-5">
                <a:solidFill>
                  <a:srgbClr val="231F20"/>
                </a:solidFill>
                <a:latin typeface="Arial"/>
                <a:cs typeface="Arial"/>
              </a:rPr>
              <a:t> sem. </a:t>
            </a:r>
            <a:r>
              <a:rPr lang="en-GB" sz="2000" spc="-5" err="1">
                <a:solidFill>
                  <a:srgbClr val="231F20"/>
                </a:solidFill>
                <a:latin typeface="Arial"/>
                <a:cs typeface="Arial"/>
              </a:rPr>
              <a:t>Sed</a:t>
            </a:r>
            <a:r>
              <a:rPr lang="en-GB" sz="2000" spc="-5">
                <a:solidFill>
                  <a:srgbClr val="231F20"/>
                </a:solidFill>
                <a:latin typeface="Arial"/>
                <a:cs typeface="Arial"/>
              </a:rPr>
              <a:t> </a:t>
            </a:r>
            <a:r>
              <a:rPr lang="en-GB" sz="2000" spc="-5" err="1">
                <a:solidFill>
                  <a:srgbClr val="231F20"/>
                </a:solidFill>
                <a:latin typeface="Arial"/>
                <a:cs typeface="Arial"/>
              </a:rPr>
              <a:t>eget</a:t>
            </a:r>
            <a:r>
              <a:rPr lang="en-GB" sz="2000" spc="-5">
                <a:solidFill>
                  <a:srgbClr val="231F20"/>
                </a:solidFill>
                <a:latin typeface="Arial"/>
                <a:cs typeface="Arial"/>
              </a:rPr>
              <a:t> cursus </a:t>
            </a:r>
            <a:r>
              <a:rPr lang="en-GB" sz="2000" spc="-5" err="1">
                <a:solidFill>
                  <a:srgbClr val="231F20"/>
                </a:solidFill>
                <a:latin typeface="Arial"/>
                <a:cs typeface="Arial"/>
              </a:rPr>
              <a:t>nulla</a:t>
            </a:r>
            <a:r>
              <a:rPr lang="en-GB" sz="2000" spc="-5">
                <a:solidFill>
                  <a:srgbClr val="231F20"/>
                </a:solidFill>
                <a:latin typeface="Arial"/>
                <a:cs typeface="Arial"/>
              </a:rPr>
              <a:t>, </a:t>
            </a:r>
            <a:r>
              <a:rPr lang="en-GB" sz="2000" spc="-5" err="1">
                <a:solidFill>
                  <a:srgbClr val="231F20"/>
                </a:solidFill>
                <a:latin typeface="Arial"/>
                <a:cs typeface="Arial"/>
              </a:rPr>
              <a:t>nec</a:t>
            </a:r>
            <a:r>
              <a:rPr lang="en-GB" sz="2000" spc="-5">
                <a:solidFill>
                  <a:srgbClr val="231F20"/>
                </a:solidFill>
                <a:latin typeface="Arial"/>
                <a:cs typeface="Arial"/>
              </a:rPr>
              <a:t> </a:t>
            </a:r>
            <a:r>
              <a:rPr lang="en-GB" sz="2000" spc="-5" err="1">
                <a:solidFill>
                  <a:srgbClr val="231F20"/>
                </a:solidFill>
                <a:latin typeface="Arial"/>
                <a:cs typeface="Arial"/>
              </a:rPr>
              <a:t>consequat</a:t>
            </a:r>
            <a:r>
              <a:rPr lang="en-GB" sz="2000" spc="-5">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a:t>
            </a:r>
          </a:p>
          <a:p>
            <a:pPr marL="355600" marR="5080" lvl="0" indent="-342900" defTabSz="914400" eaLnBrk="1" fontAlgn="auto" latinLnBrk="0" hangingPunct="1">
              <a:lnSpc>
                <a:spcPct val="100000"/>
              </a:lnSpc>
              <a:spcBef>
                <a:spcPts val="0"/>
              </a:spcBef>
              <a:spcAft>
                <a:spcPts val="0"/>
              </a:spcAft>
              <a:buClr>
                <a:srgbClr val="FDBA13"/>
              </a:buClr>
              <a:buSzTx/>
              <a:tabLst/>
              <a:defRPr/>
            </a:pPr>
            <a:endParaRPr lang="en-GB" sz="2000" spc="-5">
              <a:solidFill>
                <a:srgbClr val="231F20"/>
              </a:solidFill>
              <a:latin typeface="Arial"/>
              <a:cs typeface="Arial"/>
            </a:endParaRPr>
          </a:p>
          <a:p>
            <a:pPr marL="355600" marR="5080" lvl="0" indent="-342900" defTabSz="914400" eaLnBrk="1" fontAlgn="auto" latinLnBrk="0" hangingPunct="1">
              <a:lnSpc>
                <a:spcPct val="100000"/>
              </a:lnSpc>
              <a:spcBef>
                <a:spcPts val="0"/>
              </a:spcBef>
              <a:spcAft>
                <a:spcPts val="0"/>
              </a:spcAft>
              <a:buClr>
                <a:srgbClr val="FDBA13"/>
              </a:buClr>
              <a:buSzTx/>
              <a:tabLst/>
              <a:defRPr/>
            </a:pPr>
            <a:r>
              <a:rPr lang="en-GB" sz="2000" spc="-5">
                <a:solidFill>
                  <a:srgbClr val="231F20"/>
                </a:solidFill>
                <a:latin typeface="Arial"/>
                <a:cs typeface="Arial"/>
              </a:rPr>
              <a:t>Donec </a:t>
            </a:r>
            <a:r>
              <a:rPr lang="en-GB" sz="2000" spc="-5" err="1">
                <a:solidFill>
                  <a:srgbClr val="231F20"/>
                </a:solidFill>
                <a:latin typeface="Arial"/>
                <a:cs typeface="Arial"/>
              </a:rPr>
              <a:t>ut</a:t>
            </a:r>
            <a:r>
              <a:rPr lang="en-GB" sz="2000" spc="-5">
                <a:solidFill>
                  <a:srgbClr val="231F20"/>
                </a:solidFill>
                <a:latin typeface="Arial"/>
                <a:cs typeface="Arial"/>
              </a:rPr>
              <a:t> </a:t>
            </a:r>
            <a:r>
              <a:rPr lang="en-GB" sz="2000" spc="-5" err="1">
                <a:solidFill>
                  <a:srgbClr val="231F20"/>
                </a:solidFill>
                <a:latin typeface="Arial"/>
                <a:cs typeface="Arial"/>
              </a:rPr>
              <a:t>suscipit</a:t>
            </a:r>
            <a:r>
              <a:rPr lang="en-GB" sz="2000" spc="-5">
                <a:solidFill>
                  <a:srgbClr val="231F20"/>
                </a:solidFill>
                <a:latin typeface="Arial"/>
                <a:cs typeface="Arial"/>
              </a:rPr>
              <a:t> </a:t>
            </a:r>
            <a:r>
              <a:rPr lang="en-GB" sz="2000" spc="-5" err="1">
                <a:solidFill>
                  <a:srgbClr val="231F20"/>
                </a:solidFill>
                <a:latin typeface="Arial"/>
                <a:cs typeface="Arial"/>
              </a:rPr>
              <a:t>dolor</a:t>
            </a:r>
            <a:r>
              <a:rPr lang="en-GB" sz="2000" spc="-5">
                <a:solidFill>
                  <a:srgbClr val="231F20"/>
                </a:solidFill>
                <a:latin typeface="Arial"/>
                <a:cs typeface="Arial"/>
              </a:rPr>
              <a:t>, vitae </a:t>
            </a:r>
            <a:r>
              <a:rPr lang="en-GB" sz="2000" spc="-5" err="1">
                <a:solidFill>
                  <a:srgbClr val="231F20"/>
                </a:solidFill>
                <a:latin typeface="Arial"/>
                <a:cs typeface="Arial"/>
              </a:rPr>
              <a:t>sollicitudin</a:t>
            </a:r>
            <a:r>
              <a:rPr lang="en-GB" sz="2000" spc="-5">
                <a:solidFill>
                  <a:srgbClr val="231F20"/>
                </a:solidFill>
                <a:latin typeface="Arial"/>
                <a:cs typeface="Arial"/>
              </a:rPr>
              <a:t> sem. </a:t>
            </a:r>
            <a:r>
              <a:rPr lang="en-GB" sz="2000" spc="-5" err="1">
                <a:solidFill>
                  <a:srgbClr val="231F20"/>
                </a:solidFill>
                <a:latin typeface="Arial"/>
                <a:cs typeface="Arial"/>
              </a:rPr>
              <a:t>Sed</a:t>
            </a:r>
            <a:r>
              <a:rPr lang="en-GB" sz="2000" spc="-5">
                <a:solidFill>
                  <a:srgbClr val="231F20"/>
                </a:solidFill>
                <a:latin typeface="Arial"/>
                <a:cs typeface="Arial"/>
              </a:rPr>
              <a:t> </a:t>
            </a:r>
            <a:r>
              <a:rPr lang="en-GB" sz="2000" spc="-5" err="1">
                <a:solidFill>
                  <a:srgbClr val="231F20"/>
                </a:solidFill>
                <a:latin typeface="Arial"/>
                <a:cs typeface="Arial"/>
              </a:rPr>
              <a:t>eget</a:t>
            </a:r>
            <a:r>
              <a:rPr lang="en-GB" sz="2000" spc="-5">
                <a:solidFill>
                  <a:srgbClr val="231F20"/>
                </a:solidFill>
                <a:latin typeface="Arial"/>
                <a:cs typeface="Arial"/>
              </a:rPr>
              <a:t> cursus </a:t>
            </a:r>
            <a:r>
              <a:rPr lang="en-GB" sz="2000" spc="-5" err="1">
                <a:solidFill>
                  <a:srgbClr val="231F20"/>
                </a:solidFill>
                <a:latin typeface="Arial"/>
                <a:cs typeface="Arial"/>
              </a:rPr>
              <a:t>nulla</a:t>
            </a:r>
            <a:r>
              <a:rPr lang="en-GB" sz="2000" spc="-5">
                <a:solidFill>
                  <a:srgbClr val="231F20"/>
                </a:solidFill>
                <a:latin typeface="Arial"/>
                <a:cs typeface="Arial"/>
              </a:rPr>
              <a:t>, </a:t>
            </a:r>
            <a:r>
              <a:rPr lang="en-GB" sz="2000" spc="-5" err="1">
                <a:solidFill>
                  <a:srgbClr val="231F20"/>
                </a:solidFill>
                <a:latin typeface="Arial"/>
                <a:cs typeface="Arial"/>
              </a:rPr>
              <a:t>nec</a:t>
            </a:r>
            <a:r>
              <a:rPr lang="en-GB" sz="2000" spc="-5">
                <a:solidFill>
                  <a:srgbClr val="231F20"/>
                </a:solidFill>
                <a:latin typeface="Arial"/>
                <a:cs typeface="Arial"/>
              </a:rPr>
              <a:t> </a:t>
            </a:r>
            <a:r>
              <a:rPr lang="en-GB" sz="2000" spc="-5" err="1">
                <a:solidFill>
                  <a:srgbClr val="231F20"/>
                </a:solidFill>
                <a:latin typeface="Arial"/>
                <a:cs typeface="Arial"/>
              </a:rPr>
              <a:t>consequat</a:t>
            </a:r>
            <a:r>
              <a:rPr lang="en-GB" sz="2000" spc="-5">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a:t>
            </a:r>
          </a:p>
          <a:p>
            <a:pPr marL="355600" marR="5080" lvl="0" indent="-342900" defTabSz="914400" eaLnBrk="1" fontAlgn="auto" latinLnBrk="0" hangingPunct="1">
              <a:lnSpc>
                <a:spcPct val="100000"/>
              </a:lnSpc>
              <a:spcBef>
                <a:spcPts val="0"/>
              </a:spcBef>
              <a:spcAft>
                <a:spcPts val="0"/>
              </a:spcAft>
              <a:buClr>
                <a:srgbClr val="FDBA13"/>
              </a:buClr>
              <a:buSzTx/>
              <a:tabLst/>
              <a:defRPr/>
            </a:pPr>
            <a:endParaRPr lang="en-GB" sz="2000" spc="-5">
              <a:solidFill>
                <a:srgbClr val="231F20"/>
              </a:solidFill>
              <a:latin typeface="Arial"/>
              <a:cs typeface="Arial"/>
            </a:endParaRPr>
          </a:p>
          <a:p>
            <a:pPr marL="355600" marR="5080" lvl="0" indent="-342900" defTabSz="914400" eaLnBrk="1" fontAlgn="auto" latinLnBrk="0" hangingPunct="1">
              <a:lnSpc>
                <a:spcPct val="100000"/>
              </a:lnSpc>
              <a:spcBef>
                <a:spcPts val="0"/>
              </a:spcBef>
              <a:spcAft>
                <a:spcPts val="0"/>
              </a:spcAft>
              <a:buClr>
                <a:srgbClr val="FDBA13"/>
              </a:buClr>
              <a:buSzTx/>
              <a:tabLst/>
              <a:defRPr/>
            </a:pPr>
            <a:r>
              <a:rPr lang="en-GB" sz="2000" spc="-5">
                <a:solidFill>
                  <a:srgbClr val="231F20"/>
                </a:solidFill>
                <a:latin typeface="Arial"/>
                <a:cs typeface="Arial"/>
              </a:rPr>
              <a:t>Donec </a:t>
            </a:r>
            <a:r>
              <a:rPr lang="en-GB" sz="2000" spc="-5" err="1">
                <a:solidFill>
                  <a:srgbClr val="231F20"/>
                </a:solidFill>
                <a:latin typeface="Arial"/>
                <a:cs typeface="Arial"/>
              </a:rPr>
              <a:t>ut</a:t>
            </a:r>
            <a:r>
              <a:rPr lang="en-GB" sz="2000" spc="-5">
                <a:solidFill>
                  <a:srgbClr val="231F20"/>
                </a:solidFill>
                <a:latin typeface="Arial"/>
                <a:cs typeface="Arial"/>
              </a:rPr>
              <a:t> </a:t>
            </a:r>
            <a:r>
              <a:rPr lang="en-GB" sz="2000" spc="-5" err="1">
                <a:solidFill>
                  <a:srgbClr val="231F20"/>
                </a:solidFill>
                <a:latin typeface="Arial"/>
                <a:cs typeface="Arial"/>
              </a:rPr>
              <a:t>suscipit</a:t>
            </a:r>
            <a:r>
              <a:rPr lang="en-GB" sz="2000" spc="-5">
                <a:solidFill>
                  <a:srgbClr val="231F20"/>
                </a:solidFill>
                <a:latin typeface="Arial"/>
                <a:cs typeface="Arial"/>
              </a:rPr>
              <a:t> </a:t>
            </a:r>
            <a:r>
              <a:rPr lang="en-GB" sz="2000" spc="-5" err="1">
                <a:solidFill>
                  <a:srgbClr val="231F20"/>
                </a:solidFill>
                <a:latin typeface="Arial"/>
                <a:cs typeface="Arial"/>
              </a:rPr>
              <a:t>dolor</a:t>
            </a:r>
            <a:r>
              <a:rPr lang="en-GB" sz="2000" spc="-5">
                <a:solidFill>
                  <a:srgbClr val="231F20"/>
                </a:solidFill>
                <a:latin typeface="Arial"/>
                <a:cs typeface="Arial"/>
              </a:rPr>
              <a:t>, vitae </a:t>
            </a:r>
            <a:r>
              <a:rPr lang="en-GB" sz="2000" spc="-5" err="1">
                <a:solidFill>
                  <a:srgbClr val="231F20"/>
                </a:solidFill>
                <a:latin typeface="Arial"/>
                <a:cs typeface="Arial"/>
              </a:rPr>
              <a:t>sollicitudin</a:t>
            </a:r>
            <a:r>
              <a:rPr lang="en-GB" sz="2000" spc="-5">
                <a:solidFill>
                  <a:srgbClr val="231F20"/>
                </a:solidFill>
                <a:latin typeface="Arial"/>
                <a:cs typeface="Arial"/>
              </a:rPr>
              <a:t> sem. </a:t>
            </a:r>
            <a:r>
              <a:rPr lang="en-GB" sz="2000" spc="-5" err="1">
                <a:solidFill>
                  <a:srgbClr val="231F20"/>
                </a:solidFill>
                <a:latin typeface="Arial"/>
                <a:cs typeface="Arial"/>
              </a:rPr>
              <a:t>Sed</a:t>
            </a:r>
            <a:r>
              <a:rPr lang="en-GB" sz="2000" spc="-5">
                <a:solidFill>
                  <a:srgbClr val="231F20"/>
                </a:solidFill>
                <a:latin typeface="Arial"/>
                <a:cs typeface="Arial"/>
              </a:rPr>
              <a:t> </a:t>
            </a:r>
            <a:r>
              <a:rPr lang="en-GB" sz="2000" spc="-5" err="1">
                <a:solidFill>
                  <a:srgbClr val="231F20"/>
                </a:solidFill>
                <a:latin typeface="Arial"/>
                <a:cs typeface="Arial"/>
              </a:rPr>
              <a:t>eget</a:t>
            </a:r>
            <a:r>
              <a:rPr lang="en-GB" sz="2000" spc="-5">
                <a:solidFill>
                  <a:srgbClr val="231F20"/>
                </a:solidFill>
                <a:latin typeface="Arial"/>
                <a:cs typeface="Arial"/>
              </a:rPr>
              <a:t> cursus </a:t>
            </a:r>
            <a:r>
              <a:rPr lang="en-GB" sz="2000" spc="-5" err="1">
                <a:solidFill>
                  <a:srgbClr val="231F20"/>
                </a:solidFill>
                <a:latin typeface="Arial"/>
                <a:cs typeface="Arial"/>
              </a:rPr>
              <a:t>nulla</a:t>
            </a:r>
            <a:r>
              <a:rPr lang="en-GB" sz="2000" spc="-5">
                <a:solidFill>
                  <a:srgbClr val="231F20"/>
                </a:solidFill>
                <a:latin typeface="Arial"/>
                <a:cs typeface="Arial"/>
              </a:rPr>
              <a:t>, </a:t>
            </a:r>
            <a:r>
              <a:rPr lang="en-GB" sz="2000" spc="-5" err="1">
                <a:solidFill>
                  <a:srgbClr val="231F20"/>
                </a:solidFill>
                <a:latin typeface="Arial"/>
                <a:cs typeface="Arial"/>
              </a:rPr>
              <a:t>nec</a:t>
            </a:r>
            <a:r>
              <a:rPr lang="en-GB" sz="2000" spc="-5">
                <a:solidFill>
                  <a:srgbClr val="231F20"/>
                </a:solidFill>
                <a:latin typeface="Arial"/>
                <a:cs typeface="Arial"/>
              </a:rPr>
              <a:t> </a:t>
            </a:r>
            <a:r>
              <a:rPr lang="en-GB" sz="2000" spc="-5" err="1">
                <a:solidFill>
                  <a:srgbClr val="231F20"/>
                </a:solidFill>
                <a:latin typeface="Arial"/>
                <a:cs typeface="Arial"/>
              </a:rPr>
              <a:t>consequat</a:t>
            </a:r>
            <a:r>
              <a:rPr lang="en-GB" sz="2000" spc="-5">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a:t>
            </a:r>
          </a:p>
          <a:p>
            <a:pPr marL="355600" marR="5080" lvl="0" indent="-342900" defTabSz="914400" eaLnBrk="1" fontAlgn="auto" latinLnBrk="0" hangingPunct="1">
              <a:lnSpc>
                <a:spcPct val="100000"/>
              </a:lnSpc>
              <a:spcBef>
                <a:spcPts val="0"/>
              </a:spcBef>
              <a:spcAft>
                <a:spcPts val="0"/>
              </a:spcAft>
              <a:buClr>
                <a:srgbClr val="FDBA13"/>
              </a:buClr>
              <a:buSzTx/>
              <a:tabLst/>
              <a:defRPr/>
            </a:pPr>
            <a:endParaRPr lang="en-GB" sz="2000" spc="-5">
              <a:solidFill>
                <a:srgbClr val="231F20"/>
              </a:solidFill>
              <a:latin typeface="Arial"/>
              <a:cs typeface="Arial"/>
            </a:endParaRPr>
          </a:p>
          <a:p>
            <a:pPr marL="355600" marR="5080" lvl="0" indent="-342900" defTabSz="914400" eaLnBrk="1" fontAlgn="auto" latinLnBrk="0" hangingPunct="1">
              <a:lnSpc>
                <a:spcPct val="100000"/>
              </a:lnSpc>
              <a:spcBef>
                <a:spcPts val="0"/>
              </a:spcBef>
              <a:spcAft>
                <a:spcPts val="0"/>
              </a:spcAft>
              <a:buClr>
                <a:srgbClr val="FDBA13"/>
              </a:buClr>
              <a:buSzTx/>
              <a:tabLst/>
              <a:defRPr/>
            </a:pPr>
            <a:r>
              <a:rPr lang="en-GB" sz="2000" spc="-5">
                <a:solidFill>
                  <a:srgbClr val="231F20"/>
                </a:solidFill>
                <a:latin typeface="Arial"/>
                <a:cs typeface="Arial"/>
              </a:rPr>
              <a:t>Donec </a:t>
            </a:r>
            <a:r>
              <a:rPr lang="en-GB" sz="2000" spc="-5" err="1">
                <a:solidFill>
                  <a:srgbClr val="231F20"/>
                </a:solidFill>
                <a:latin typeface="Arial"/>
                <a:cs typeface="Arial"/>
              </a:rPr>
              <a:t>ut</a:t>
            </a:r>
            <a:r>
              <a:rPr lang="en-GB" sz="2000" spc="-5">
                <a:solidFill>
                  <a:srgbClr val="231F20"/>
                </a:solidFill>
                <a:latin typeface="Arial"/>
                <a:cs typeface="Arial"/>
              </a:rPr>
              <a:t> </a:t>
            </a:r>
            <a:r>
              <a:rPr lang="en-GB" sz="2000" spc="-5" err="1">
                <a:solidFill>
                  <a:srgbClr val="231F20"/>
                </a:solidFill>
                <a:latin typeface="Arial"/>
                <a:cs typeface="Arial"/>
              </a:rPr>
              <a:t>suscipit</a:t>
            </a:r>
            <a:r>
              <a:rPr lang="en-GB" sz="2000" spc="-5">
                <a:solidFill>
                  <a:srgbClr val="231F20"/>
                </a:solidFill>
                <a:latin typeface="Arial"/>
                <a:cs typeface="Arial"/>
              </a:rPr>
              <a:t> </a:t>
            </a:r>
            <a:r>
              <a:rPr lang="en-GB" sz="2000" spc="-5" err="1">
                <a:solidFill>
                  <a:srgbClr val="231F20"/>
                </a:solidFill>
                <a:latin typeface="Arial"/>
                <a:cs typeface="Arial"/>
              </a:rPr>
              <a:t>dolor</a:t>
            </a:r>
            <a:r>
              <a:rPr lang="en-GB" sz="2000" spc="-5">
                <a:solidFill>
                  <a:srgbClr val="231F20"/>
                </a:solidFill>
                <a:latin typeface="Arial"/>
                <a:cs typeface="Arial"/>
              </a:rPr>
              <a:t>, vitae </a:t>
            </a:r>
            <a:r>
              <a:rPr lang="en-GB" sz="2000" spc="-5" err="1">
                <a:solidFill>
                  <a:srgbClr val="231F20"/>
                </a:solidFill>
                <a:latin typeface="Arial"/>
                <a:cs typeface="Arial"/>
              </a:rPr>
              <a:t>sollicitudin</a:t>
            </a:r>
            <a:r>
              <a:rPr lang="en-GB" sz="2000" spc="-5">
                <a:solidFill>
                  <a:srgbClr val="231F20"/>
                </a:solidFill>
                <a:latin typeface="Arial"/>
                <a:cs typeface="Arial"/>
              </a:rPr>
              <a:t> sem. </a:t>
            </a:r>
            <a:r>
              <a:rPr lang="en-GB" sz="2000" spc="-5" err="1">
                <a:solidFill>
                  <a:srgbClr val="231F20"/>
                </a:solidFill>
                <a:latin typeface="Arial"/>
                <a:cs typeface="Arial"/>
              </a:rPr>
              <a:t>Sed</a:t>
            </a:r>
            <a:r>
              <a:rPr lang="en-GB" sz="2000" spc="-5">
                <a:solidFill>
                  <a:srgbClr val="231F20"/>
                </a:solidFill>
                <a:latin typeface="Arial"/>
                <a:cs typeface="Arial"/>
              </a:rPr>
              <a:t> </a:t>
            </a:r>
            <a:r>
              <a:rPr lang="en-GB" sz="2000" spc="-5" err="1">
                <a:solidFill>
                  <a:srgbClr val="231F20"/>
                </a:solidFill>
                <a:latin typeface="Arial"/>
                <a:cs typeface="Arial"/>
              </a:rPr>
              <a:t>eget</a:t>
            </a:r>
            <a:r>
              <a:rPr lang="en-GB" sz="2000" spc="-5">
                <a:solidFill>
                  <a:srgbClr val="231F20"/>
                </a:solidFill>
                <a:latin typeface="Arial"/>
                <a:cs typeface="Arial"/>
              </a:rPr>
              <a:t> cursus </a:t>
            </a:r>
            <a:r>
              <a:rPr lang="en-GB" sz="2000" spc="-5" err="1">
                <a:solidFill>
                  <a:srgbClr val="231F20"/>
                </a:solidFill>
                <a:latin typeface="Arial"/>
                <a:cs typeface="Arial"/>
              </a:rPr>
              <a:t>nulla</a:t>
            </a:r>
            <a:r>
              <a:rPr lang="en-GB" sz="2000" spc="-5">
                <a:solidFill>
                  <a:srgbClr val="231F20"/>
                </a:solidFill>
                <a:latin typeface="Arial"/>
                <a:cs typeface="Arial"/>
              </a:rPr>
              <a:t>, </a:t>
            </a:r>
            <a:r>
              <a:rPr lang="en-GB" sz="2000" spc="-5" err="1">
                <a:solidFill>
                  <a:srgbClr val="231F20"/>
                </a:solidFill>
                <a:latin typeface="Arial"/>
                <a:cs typeface="Arial"/>
              </a:rPr>
              <a:t>nec</a:t>
            </a:r>
            <a:r>
              <a:rPr lang="en-GB" sz="2000" spc="-5">
                <a:solidFill>
                  <a:srgbClr val="231F20"/>
                </a:solidFill>
                <a:latin typeface="Arial"/>
                <a:cs typeface="Arial"/>
              </a:rPr>
              <a:t> </a:t>
            </a:r>
            <a:r>
              <a:rPr lang="en-GB" sz="2000" spc="-5" err="1">
                <a:solidFill>
                  <a:srgbClr val="231F20"/>
                </a:solidFill>
                <a:latin typeface="Arial"/>
                <a:cs typeface="Arial"/>
              </a:rPr>
              <a:t>consequat</a:t>
            </a:r>
            <a:r>
              <a:rPr lang="en-GB" sz="2000" spc="-5">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a:t>
            </a:r>
          </a:p>
          <a:p>
            <a:pPr marL="12700" marR="5080">
              <a:lnSpc>
                <a:spcPct val="100000"/>
              </a:lnSpc>
            </a:pPr>
            <a:endParaRPr lang="en-GB" sz="2000" spc="-5">
              <a:solidFill>
                <a:srgbClr val="231F20"/>
              </a:solidFill>
              <a:latin typeface="Arial"/>
              <a:cs typeface="Arial"/>
            </a:endParaRPr>
          </a:p>
        </p:txBody>
      </p:sp>
      <p:sp>
        <p:nvSpPr>
          <p:cNvPr id="10" name="object 4">
            <a:extLst>
              <a:ext uri="{FF2B5EF4-FFF2-40B4-BE49-F238E27FC236}">
                <a16:creationId xmlns:a16="http://schemas.microsoft.com/office/drawing/2014/main" id="{0A30B750-42BF-FF4D-AB6F-E41F3BC02A90}"/>
              </a:ext>
            </a:extLst>
          </p:cNvPr>
          <p:cNvSpPr/>
          <p:nvPr userDrawn="1"/>
        </p:nvSpPr>
        <p:spPr>
          <a:xfrm>
            <a:off x="0" y="0"/>
            <a:ext cx="12193270" cy="1295855"/>
          </a:xfrm>
          <a:custGeom>
            <a:avLst/>
            <a:gdLst/>
            <a:ahLst/>
            <a:cxnLst/>
            <a:rect l="l" t="t" r="r" b="b"/>
            <a:pathLst>
              <a:path w="12193270" h="1706880">
                <a:moveTo>
                  <a:pt x="12193206" y="0"/>
                </a:moveTo>
                <a:lnTo>
                  <a:pt x="0" y="0"/>
                </a:lnTo>
                <a:lnTo>
                  <a:pt x="0" y="1706765"/>
                </a:lnTo>
                <a:lnTo>
                  <a:pt x="12193206" y="1706765"/>
                </a:lnTo>
                <a:lnTo>
                  <a:pt x="12193206" y="0"/>
                </a:lnTo>
                <a:close/>
              </a:path>
            </a:pathLst>
          </a:custGeom>
          <a:solidFill>
            <a:srgbClr val="25408D"/>
          </a:solidFill>
        </p:spPr>
        <p:txBody>
          <a:bodyPr wrap="square" lIns="0" tIns="0" rIns="0" bIns="0" rtlCol="0"/>
          <a:lstStyle/>
          <a:p>
            <a:endParaRPr/>
          </a:p>
        </p:txBody>
      </p:sp>
      <p:pic>
        <p:nvPicPr>
          <p:cNvPr id="12" name="Picture 11">
            <a:extLst>
              <a:ext uri="{FF2B5EF4-FFF2-40B4-BE49-F238E27FC236}">
                <a16:creationId xmlns:a16="http://schemas.microsoft.com/office/drawing/2014/main" id="{C908B0D0-73CA-6441-BC67-8241C0EC4EA4}"/>
              </a:ext>
            </a:extLst>
          </p:cNvPr>
          <p:cNvPicPr>
            <a:picLocks noChangeAspect="1"/>
          </p:cNvPicPr>
          <p:nvPr userDrawn="1"/>
        </p:nvPicPr>
        <p:blipFill>
          <a:blip r:embed="rId2"/>
          <a:stretch>
            <a:fillRect/>
          </a:stretch>
        </p:blipFill>
        <p:spPr>
          <a:xfrm>
            <a:off x="9815421" y="424767"/>
            <a:ext cx="1801776" cy="553129"/>
          </a:xfrm>
          <a:prstGeom prst="rect">
            <a:avLst/>
          </a:prstGeom>
        </p:spPr>
      </p:pic>
      <p:sp>
        <p:nvSpPr>
          <p:cNvPr id="13" name="Text Placeholder 14">
            <a:extLst>
              <a:ext uri="{FF2B5EF4-FFF2-40B4-BE49-F238E27FC236}">
                <a16:creationId xmlns:a16="http://schemas.microsoft.com/office/drawing/2014/main" id="{B257E25B-CC3A-1B41-9B97-EAFA50DA9770}"/>
              </a:ext>
            </a:extLst>
          </p:cNvPr>
          <p:cNvSpPr>
            <a:spLocks noGrp="1"/>
          </p:cNvSpPr>
          <p:nvPr>
            <p:ph type="body" sz="quarter" idx="10" hasCustomPrompt="1"/>
          </p:nvPr>
        </p:nvSpPr>
        <p:spPr>
          <a:xfrm>
            <a:off x="533400" y="219670"/>
            <a:ext cx="5562600" cy="923330"/>
          </a:xfrm>
        </p:spPr>
        <p:txBody>
          <a:bodyPr/>
          <a:lstStyle>
            <a:lvl1pPr>
              <a:defRPr sz="6000" b="1" baseline="0">
                <a:solidFill>
                  <a:srgbClr val="FDBA13"/>
                </a:solidFill>
                <a:latin typeface="Arial" panose="020B0604020202020204" pitchFamily="34" charset="0"/>
                <a:cs typeface="Arial" panose="020B0604020202020204" pitchFamily="34" charset="0"/>
              </a:defRPr>
            </a:lvl1pPr>
          </a:lstStyle>
          <a:p>
            <a:pPr lvl="0"/>
            <a:r>
              <a:rPr lang="en-GB"/>
              <a:t>Header</a:t>
            </a:r>
            <a:endParaRPr lang="en-US"/>
          </a:p>
        </p:txBody>
      </p:sp>
    </p:spTree>
    <p:extLst>
      <p:ext uri="{BB962C8B-B14F-4D97-AF65-F5344CB8AC3E}">
        <p14:creationId xmlns:p14="http://schemas.microsoft.com/office/powerpoint/2010/main" val="16408929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CONTENTS">
    <p:bg>
      <p:bgPr>
        <a:solidFill>
          <a:schemeClr val="bg1"/>
        </a:solidFill>
        <a:effectLst/>
      </p:bgPr>
    </p:bg>
    <p:spTree>
      <p:nvGrpSpPr>
        <p:cNvPr id="1" name=""/>
        <p:cNvGrpSpPr/>
        <p:nvPr/>
      </p:nvGrpSpPr>
      <p:grpSpPr>
        <a:xfrm>
          <a:off x="0" y="0"/>
          <a:ext cx="0" cy="0"/>
          <a:chOff x="0" y="0"/>
          <a:chExt cx="0" cy="0"/>
        </a:xfrm>
      </p:grpSpPr>
      <p:sp>
        <p:nvSpPr>
          <p:cNvPr id="10" name="object 3">
            <a:extLst>
              <a:ext uri="{FF2B5EF4-FFF2-40B4-BE49-F238E27FC236}">
                <a16:creationId xmlns:a16="http://schemas.microsoft.com/office/drawing/2014/main" id="{960FC9AD-7910-8743-81A8-EBA958370EDB}"/>
              </a:ext>
            </a:extLst>
          </p:cNvPr>
          <p:cNvSpPr/>
          <p:nvPr userDrawn="1"/>
        </p:nvSpPr>
        <p:spPr>
          <a:xfrm>
            <a:off x="1311503" y="2153308"/>
            <a:ext cx="4641215" cy="473075"/>
          </a:xfrm>
          <a:custGeom>
            <a:avLst/>
            <a:gdLst/>
            <a:ahLst/>
            <a:cxnLst/>
            <a:rect l="l" t="t" r="r" b="b"/>
            <a:pathLst>
              <a:path w="4641215" h="473075">
                <a:moveTo>
                  <a:pt x="4641087" y="0"/>
                </a:moveTo>
                <a:lnTo>
                  <a:pt x="0" y="0"/>
                </a:lnTo>
                <a:lnTo>
                  <a:pt x="0" y="472579"/>
                </a:lnTo>
                <a:lnTo>
                  <a:pt x="4641087" y="472579"/>
                </a:lnTo>
                <a:lnTo>
                  <a:pt x="4641087" y="0"/>
                </a:lnTo>
                <a:close/>
              </a:path>
            </a:pathLst>
          </a:custGeom>
          <a:solidFill>
            <a:srgbClr val="25408D"/>
          </a:solidFill>
        </p:spPr>
        <p:txBody>
          <a:bodyPr wrap="square" lIns="0" tIns="0" rIns="0" bIns="0" rtlCol="0"/>
          <a:lstStyle/>
          <a:p>
            <a:endParaRPr/>
          </a:p>
        </p:txBody>
      </p:sp>
      <p:sp>
        <p:nvSpPr>
          <p:cNvPr id="12" name="object 4">
            <a:extLst>
              <a:ext uri="{FF2B5EF4-FFF2-40B4-BE49-F238E27FC236}">
                <a16:creationId xmlns:a16="http://schemas.microsoft.com/office/drawing/2014/main" id="{DA685DF8-8924-ED43-8E28-E944088185A6}"/>
              </a:ext>
            </a:extLst>
          </p:cNvPr>
          <p:cNvSpPr/>
          <p:nvPr userDrawn="1"/>
        </p:nvSpPr>
        <p:spPr>
          <a:xfrm>
            <a:off x="6959079" y="2153308"/>
            <a:ext cx="4658360" cy="473075"/>
          </a:xfrm>
          <a:custGeom>
            <a:avLst/>
            <a:gdLst/>
            <a:ahLst/>
            <a:cxnLst/>
            <a:rect l="l" t="t" r="r" b="b"/>
            <a:pathLst>
              <a:path w="4658359" h="473075">
                <a:moveTo>
                  <a:pt x="4658118" y="0"/>
                </a:moveTo>
                <a:lnTo>
                  <a:pt x="0" y="0"/>
                </a:lnTo>
                <a:lnTo>
                  <a:pt x="0" y="472579"/>
                </a:lnTo>
                <a:lnTo>
                  <a:pt x="4658118" y="472579"/>
                </a:lnTo>
                <a:lnTo>
                  <a:pt x="4658118" y="0"/>
                </a:lnTo>
                <a:close/>
              </a:path>
            </a:pathLst>
          </a:custGeom>
          <a:solidFill>
            <a:srgbClr val="25408D"/>
          </a:solidFill>
        </p:spPr>
        <p:txBody>
          <a:bodyPr wrap="square" lIns="0" tIns="0" rIns="0" bIns="0" rtlCol="0"/>
          <a:lstStyle/>
          <a:p>
            <a:endParaRPr/>
          </a:p>
        </p:txBody>
      </p:sp>
      <p:sp>
        <p:nvSpPr>
          <p:cNvPr id="13" name="object 5">
            <a:extLst>
              <a:ext uri="{FF2B5EF4-FFF2-40B4-BE49-F238E27FC236}">
                <a16:creationId xmlns:a16="http://schemas.microsoft.com/office/drawing/2014/main" id="{E28742B9-AFD3-9546-9C5A-D9EF026370FF}"/>
              </a:ext>
            </a:extLst>
          </p:cNvPr>
          <p:cNvSpPr/>
          <p:nvPr userDrawn="1"/>
        </p:nvSpPr>
        <p:spPr>
          <a:xfrm>
            <a:off x="1311503" y="4503747"/>
            <a:ext cx="4641215" cy="473075"/>
          </a:xfrm>
          <a:custGeom>
            <a:avLst/>
            <a:gdLst/>
            <a:ahLst/>
            <a:cxnLst/>
            <a:rect l="l" t="t" r="r" b="b"/>
            <a:pathLst>
              <a:path w="4641215" h="473075">
                <a:moveTo>
                  <a:pt x="4641087" y="0"/>
                </a:moveTo>
                <a:lnTo>
                  <a:pt x="0" y="0"/>
                </a:lnTo>
                <a:lnTo>
                  <a:pt x="0" y="472579"/>
                </a:lnTo>
                <a:lnTo>
                  <a:pt x="4641087" y="472579"/>
                </a:lnTo>
                <a:lnTo>
                  <a:pt x="4641087" y="0"/>
                </a:lnTo>
                <a:close/>
              </a:path>
            </a:pathLst>
          </a:custGeom>
          <a:solidFill>
            <a:srgbClr val="25408D"/>
          </a:solidFill>
        </p:spPr>
        <p:txBody>
          <a:bodyPr wrap="square" lIns="0" tIns="0" rIns="0" bIns="0" rtlCol="0"/>
          <a:lstStyle/>
          <a:p>
            <a:endParaRPr/>
          </a:p>
        </p:txBody>
      </p:sp>
      <p:sp>
        <p:nvSpPr>
          <p:cNvPr id="14" name="object 7">
            <a:extLst>
              <a:ext uri="{FF2B5EF4-FFF2-40B4-BE49-F238E27FC236}">
                <a16:creationId xmlns:a16="http://schemas.microsoft.com/office/drawing/2014/main" id="{BD2FA597-EB5B-4D43-872B-304E902F9C79}"/>
              </a:ext>
            </a:extLst>
          </p:cNvPr>
          <p:cNvSpPr/>
          <p:nvPr userDrawn="1"/>
        </p:nvSpPr>
        <p:spPr>
          <a:xfrm>
            <a:off x="1311503" y="3334560"/>
            <a:ext cx="4641215" cy="473075"/>
          </a:xfrm>
          <a:custGeom>
            <a:avLst/>
            <a:gdLst/>
            <a:ahLst/>
            <a:cxnLst/>
            <a:rect l="l" t="t" r="r" b="b"/>
            <a:pathLst>
              <a:path w="4641215" h="473075">
                <a:moveTo>
                  <a:pt x="4641087" y="0"/>
                </a:moveTo>
                <a:lnTo>
                  <a:pt x="0" y="0"/>
                </a:lnTo>
                <a:lnTo>
                  <a:pt x="0" y="472579"/>
                </a:lnTo>
                <a:lnTo>
                  <a:pt x="4641087" y="472579"/>
                </a:lnTo>
                <a:lnTo>
                  <a:pt x="4641087" y="0"/>
                </a:lnTo>
                <a:close/>
              </a:path>
            </a:pathLst>
          </a:custGeom>
          <a:solidFill>
            <a:srgbClr val="25408D"/>
          </a:solidFill>
        </p:spPr>
        <p:txBody>
          <a:bodyPr wrap="square" lIns="0" tIns="0" rIns="0" bIns="0" rtlCol="0"/>
          <a:lstStyle/>
          <a:p>
            <a:endParaRPr/>
          </a:p>
        </p:txBody>
      </p:sp>
      <p:sp>
        <p:nvSpPr>
          <p:cNvPr id="17" name="object 8">
            <a:extLst>
              <a:ext uri="{FF2B5EF4-FFF2-40B4-BE49-F238E27FC236}">
                <a16:creationId xmlns:a16="http://schemas.microsoft.com/office/drawing/2014/main" id="{39C42EC1-3D8B-D04C-8FF4-F0A04B09D8A2}"/>
              </a:ext>
            </a:extLst>
          </p:cNvPr>
          <p:cNvSpPr/>
          <p:nvPr userDrawn="1"/>
        </p:nvSpPr>
        <p:spPr>
          <a:xfrm>
            <a:off x="6959079" y="3334560"/>
            <a:ext cx="4658360" cy="473075"/>
          </a:xfrm>
          <a:custGeom>
            <a:avLst/>
            <a:gdLst/>
            <a:ahLst/>
            <a:cxnLst/>
            <a:rect l="l" t="t" r="r" b="b"/>
            <a:pathLst>
              <a:path w="4658359" h="473075">
                <a:moveTo>
                  <a:pt x="4658118" y="0"/>
                </a:moveTo>
                <a:lnTo>
                  <a:pt x="0" y="0"/>
                </a:lnTo>
                <a:lnTo>
                  <a:pt x="0" y="472579"/>
                </a:lnTo>
                <a:lnTo>
                  <a:pt x="4658118" y="472579"/>
                </a:lnTo>
                <a:lnTo>
                  <a:pt x="4658118" y="0"/>
                </a:lnTo>
                <a:close/>
              </a:path>
            </a:pathLst>
          </a:custGeom>
          <a:solidFill>
            <a:srgbClr val="25408D"/>
          </a:solidFill>
        </p:spPr>
        <p:txBody>
          <a:bodyPr wrap="square" lIns="0" tIns="0" rIns="0" bIns="0" rtlCol="0"/>
          <a:lstStyle/>
          <a:p>
            <a:endParaRPr/>
          </a:p>
        </p:txBody>
      </p:sp>
      <p:sp>
        <p:nvSpPr>
          <p:cNvPr id="18" name="object 9">
            <a:extLst>
              <a:ext uri="{FF2B5EF4-FFF2-40B4-BE49-F238E27FC236}">
                <a16:creationId xmlns:a16="http://schemas.microsoft.com/office/drawing/2014/main" id="{DEE12DEA-7EC1-3C4C-A6B3-4C2E2CC12877}"/>
              </a:ext>
            </a:extLst>
          </p:cNvPr>
          <p:cNvSpPr/>
          <p:nvPr userDrawn="1"/>
        </p:nvSpPr>
        <p:spPr>
          <a:xfrm>
            <a:off x="1311503" y="5633885"/>
            <a:ext cx="4641215" cy="473075"/>
          </a:xfrm>
          <a:custGeom>
            <a:avLst/>
            <a:gdLst/>
            <a:ahLst/>
            <a:cxnLst/>
            <a:rect l="l" t="t" r="r" b="b"/>
            <a:pathLst>
              <a:path w="4641215" h="473075">
                <a:moveTo>
                  <a:pt x="4641087" y="0"/>
                </a:moveTo>
                <a:lnTo>
                  <a:pt x="0" y="0"/>
                </a:lnTo>
                <a:lnTo>
                  <a:pt x="0" y="472579"/>
                </a:lnTo>
                <a:lnTo>
                  <a:pt x="4641087" y="472579"/>
                </a:lnTo>
                <a:lnTo>
                  <a:pt x="4641087" y="0"/>
                </a:lnTo>
                <a:close/>
              </a:path>
            </a:pathLst>
          </a:custGeom>
          <a:solidFill>
            <a:srgbClr val="25408D"/>
          </a:solidFill>
        </p:spPr>
        <p:txBody>
          <a:bodyPr wrap="square" lIns="0" tIns="0" rIns="0" bIns="0" rtlCol="0"/>
          <a:lstStyle/>
          <a:p>
            <a:endParaRPr/>
          </a:p>
        </p:txBody>
      </p:sp>
      <p:sp>
        <p:nvSpPr>
          <p:cNvPr id="19" name="object 10">
            <a:extLst>
              <a:ext uri="{FF2B5EF4-FFF2-40B4-BE49-F238E27FC236}">
                <a16:creationId xmlns:a16="http://schemas.microsoft.com/office/drawing/2014/main" id="{112A1AAD-969A-A440-A26A-58E4FDCC424F}"/>
              </a:ext>
            </a:extLst>
          </p:cNvPr>
          <p:cNvSpPr/>
          <p:nvPr userDrawn="1"/>
        </p:nvSpPr>
        <p:spPr>
          <a:xfrm>
            <a:off x="6959079" y="5633885"/>
            <a:ext cx="4658360" cy="473075"/>
          </a:xfrm>
          <a:custGeom>
            <a:avLst/>
            <a:gdLst/>
            <a:ahLst/>
            <a:cxnLst/>
            <a:rect l="l" t="t" r="r" b="b"/>
            <a:pathLst>
              <a:path w="4658359" h="473075">
                <a:moveTo>
                  <a:pt x="4658118" y="0"/>
                </a:moveTo>
                <a:lnTo>
                  <a:pt x="0" y="0"/>
                </a:lnTo>
                <a:lnTo>
                  <a:pt x="0" y="472579"/>
                </a:lnTo>
                <a:lnTo>
                  <a:pt x="4658118" y="472579"/>
                </a:lnTo>
                <a:lnTo>
                  <a:pt x="4658118" y="0"/>
                </a:lnTo>
                <a:close/>
              </a:path>
            </a:pathLst>
          </a:custGeom>
          <a:solidFill>
            <a:srgbClr val="25408D"/>
          </a:solidFill>
        </p:spPr>
        <p:txBody>
          <a:bodyPr wrap="square" lIns="0" tIns="0" rIns="0" bIns="0" rtlCol="0"/>
          <a:lstStyle/>
          <a:p>
            <a:endParaRPr/>
          </a:p>
        </p:txBody>
      </p:sp>
      <p:sp>
        <p:nvSpPr>
          <p:cNvPr id="41" name="object 6">
            <a:extLst>
              <a:ext uri="{FF2B5EF4-FFF2-40B4-BE49-F238E27FC236}">
                <a16:creationId xmlns:a16="http://schemas.microsoft.com/office/drawing/2014/main" id="{A8F91473-624E-7442-B71A-4CB0B89B8F3D}"/>
              </a:ext>
            </a:extLst>
          </p:cNvPr>
          <p:cNvSpPr/>
          <p:nvPr userDrawn="1"/>
        </p:nvSpPr>
        <p:spPr>
          <a:xfrm>
            <a:off x="6959079" y="4503747"/>
            <a:ext cx="4658360" cy="473075"/>
          </a:xfrm>
          <a:custGeom>
            <a:avLst/>
            <a:gdLst/>
            <a:ahLst/>
            <a:cxnLst/>
            <a:rect l="l" t="t" r="r" b="b"/>
            <a:pathLst>
              <a:path w="4658359" h="473075">
                <a:moveTo>
                  <a:pt x="4658118" y="0"/>
                </a:moveTo>
                <a:lnTo>
                  <a:pt x="0" y="0"/>
                </a:lnTo>
                <a:lnTo>
                  <a:pt x="0" y="472579"/>
                </a:lnTo>
                <a:lnTo>
                  <a:pt x="4658118" y="472579"/>
                </a:lnTo>
                <a:lnTo>
                  <a:pt x="4658118" y="0"/>
                </a:lnTo>
                <a:close/>
              </a:path>
            </a:pathLst>
          </a:custGeom>
          <a:solidFill>
            <a:srgbClr val="25408D"/>
          </a:solidFill>
        </p:spPr>
        <p:txBody>
          <a:bodyPr wrap="square" lIns="0" tIns="0" rIns="0" bIns="0" rtlCol="0"/>
          <a:lstStyle/>
          <a:p>
            <a:endParaRPr/>
          </a:p>
        </p:txBody>
      </p:sp>
      <p:sp>
        <p:nvSpPr>
          <p:cNvPr id="47" name="object 17">
            <a:extLst>
              <a:ext uri="{FF2B5EF4-FFF2-40B4-BE49-F238E27FC236}">
                <a16:creationId xmlns:a16="http://schemas.microsoft.com/office/drawing/2014/main" id="{AF8A0B8F-4945-4349-AEEE-D808D1ABAAA0}"/>
              </a:ext>
            </a:extLst>
          </p:cNvPr>
          <p:cNvSpPr/>
          <p:nvPr userDrawn="1"/>
        </p:nvSpPr>
        <p:spPr>
          <a:xfrm>
            <a:off x="568396" y="1981200"/>
            <a:ext cx="822960" cy="822960"/>
          </a:xfrm>
          <a:custGeom>
            <a:avLst/>
            <a:gdLst/>
            <a:ahLst/>
            <a:cxnLst/>
            <a:rect l="l" t="t" r="r" b="b"/>
            <a:pathLst>
              <a:path w="822960" h="822960">
                <a:moveTo>
                  <a:pt x="411441" y="0"/>
                </a:moveTo>
                <a:lnTo>
                  <a:pt x="363459" y="2768"/>
                </a:lnTo>
                <a:lnTo>
                  <a:pt x="317103" y="10866"/>
                </a:lnTo>
                <a:lnTo>
                  <a:pt x="272681" y="23987"/>
                </a:lnTo>
                <a:lnTo>
                  <a:pt x="230502" y="41820"/>
                </a:lnTo>
                <a:lnTo>
                  <a:pt x="190874" y="64057"/>
                </a:lnTo>
                <a:lnTo>
                  <a:pt x="154107" y="90390"/>
                </a:lnTo>
                <a:lnTo>
                  <a:pt x="120510" y="120510"/>
                </a:lnTo>
                <a:lnTo>
                  <a:pt x="90390" y="154107"/>
                </a:lnTo>
                <a:lnTo>
                  <a:pt x="64057" y="190874"/>
                </a:lnTo>
                <a:lnTo>
                  <a:pt x="41820" y="230502"/>
                </a:lnTo>
                <a:lnTo>
                  <a:pt x="23987" y="272681"/>
                </a:lnTo>
                <a:lnTo>
                  <a:pt x="10866" y="317103"/>
                </a:lnTo>
                <a:lnTo>
                  <a:pt x="2768" y="363459"/>
                </a:lnTo>
                <a:lnTo>
                  <a:pt x="0" y="411441"/>
                </a:lnTo>
                <a:lnTo>
                  <a:pt x="2768" y="459423"/>
                </a:lnTo>
                <a:lnTo>
                  <a:pt x="10866" y="505780"/>
                </a:lnTo>
                <a:lnTo>
                  <a:pt x="23987" y="550202"/>
                </a:lnTo>
                <a:lnTo>
                  <a:pt x="41820" y="592381"/>
                </a:lnTo>
                <a:lnTo>
                  <a:pt x="64057" y="632008"/>
                </a:lnTo>
                <a:lnTo>
                  <a:pt x="90390" y="668775"/>
                </a:lnTo>
                <a:lnTo>
                  <a:pt x="120510" y="702373"/>
                </a:lnTo>
                <a:lnTo>
                  <a:pt x="154107" y="732493"/>
                </a:lnTo>
                <a:lnTo>
                  <a:pt x="190874" y="758826"/>
                </a:lnTo>
                <a:lnTo>
                  <a:pt x="230502" y="781063"/>
                </a:lnTo>
                <a:lnTo>
                  <a:pt x="272681" y="798896"/>
                </a:lnTo>
                <a:lnTo>
                  <a:pt x="317103" y="812017"/>
                </a:lnTo>
                <a:lnTo>
                  <a:pt x="363459" y="820115"/>
                </a:lnTo>
                <a:lnTo>
                  <a:pt x="411441" y="822883"/>
                </a:lnTo>
                <a:lnTo>
                  <a:pt x="459423" y="820115"/>
                </a:lnTo>
                <a:lnTo>
                  <a:pt x="505780" y="812017"/>
                </a:lnTo>
                <a:lnTo>
                  <a:pt x="550202" y="798896"/>
                </a:lnTo>
                <a:lnTo>
                  <a:pt x="592381" y="781063"/>
                </a:lnTo>
                <a:lnTo>
                  <a:pt x="632008" y="758826"/>
                </a:lnTo>
                <a:lnTo>
                  <a:pt x="668775" y="732493"/>
                </a:lnTo>
                <a:lnTo>
                  <a:pt x="702373" y="702373"/>
                </a:lnTo>
                <a:lnTo>
                  <a:pt x="732493" y="668775"/>
                </a:lnTo>
                <a:lnTo>
                  <a:pt x="758826" y="632008"/>
                </a:lnTo>
                <a:lnTo>
                  <a:pt x="781063" y="592381"/>
                </a:lnTo>
                <a:lnTo>
                  <a:pt x="798896" y="550202"/>
                </a:lnTo>
                <a:lnTo>
                  <a:pt x="812017" y="505780"/>
                </a:lnTo>
                <a:lnTo>
                  <a:pt x="820115" y="459423"/>
                </a:lnTo>
                <a:lnTo>
                  <a:pt x="822883" y="411441"/>
                </a:lnTo>
                <a:lnTo>
                  <a:pt x="820115" y="363459"/>
                </a:lnTo>
                <a:lnTo>
                  <a:pt x="812017" y="317103"/>
                </a:lnTo>
                <a:lnTo>
                  <a:pt x="798896" y="272681"/>
                </a:lnTo>
                <a:lnTo>
                  <a:pt x="781063" y="230502"/>
                </a:lnTo>
                <a:lnTo>
                  <a:pt x="758826" y="190874"/>
                </a:lnTo>
                <a:lnTo>
                  <a:pt x="732493" y="154107"/>
                </a:lnTo>
                <a:lnTo>
                  <a:pt x="702373" y="120510"/>
                </a:lnTo>
                <a:lnTo>
                  <a:pt x="668775" y="90390"/>
                </a:lnTo>
                <a:lnTo>
                  <a:pt x="632008" y="64057"/>
                </a:lnTo>
                <a:lnTo>
                  <a:pt x="592381" y="41820"/>
                </a:lnTo>
                <a:lnTo>
                  <a:pt x="550202" y="23987"/>
                </a:lnTo>
                <a:lnTo>
                  <a:pt x="505780" y="10866"/>
                </a:lnTo>
                <a:lnTo>
                  <a:pt x="459423" y="2768"/>
                </a:lnTo>
                <a:lnTo>
                  <a:pt x="411441" y="0"/>
                </a:lnTo>
                <a:close/>
              </a:path>
            </a:pathLst>
          </a:custGeom>
          <a:solidFill>
            <a:srgbClr val="FDBA13"/>
          </a:solidFill>
        </p:spPr>
        <p:txBody>
          <a:bodyPr wrap="square" lIns="0" tIns="0" rIns="0" bIns="0" rtlCol="0"/>
          <a:lstStyle/>
          <a:p>
            <a:endParaRPr>
              <a:highlight>
                <a:srgbClr val="FDBA13"/>
              </a:highlight>
            </a:endParaRPr>
          </a:p>
        </p:txBody>
      </p:sp>
      <p:sp>
        <p:nvSpPr>
          <p:cNvPr id="48" name="Text Placeholder 2">
            <a:extLst>
              <a:ext uri="{FF2B5EF4-FFF2-40B4-BE49-F238E27FC236}">
                <a16:creationId xmlns:a16="http://schemas.microsoft.com/office/drawing/2014/main" id="{1C5E7EFD-6ED2-AF47-AF4D-7EE7CD54FBAA}"/>
              </a:ext>
            </a:extLst>
          </p:cNvPr>
          <p:cNvSpPr>
            <a:spLocks noGrp="1"/>
          </p:cNvSpPr>
          <p:nvPr>
            <p:ph type="body" sz="quarter" idx="12" hasCustomPrompt="1"/>
          </p:nvPr>
        </p:nvSpPr>
        <p:spPr>
          <a:xfrm>
            <a:off x="522676" y="2150409"/>
            <a:ext cx="914400" cy="484748"/>
          </a:xfrm>
        </p:spPr>
        <p:txBody>
          <a:bodyPr/>
          <a:lstStyle>
            <a:lvl1pPr algn="ctr">
              <a:defRPr sz="3150" b="1">
                <a:solidFill>
                  <a:schemeClr val="bg1"/>
                </a:solidFill>
                <a:latin typeface="Arial" panose="020B0604020202020204" pitchFamily="34" charset="0"/>
                <a:cs typeface="Arial" panose="020B0604020202020204" pitchFamily="34" charset="0"/>
              </a:defRPr>
            </a:lvl1pPr>
          </a:lstStyle>
          <a:p>
            <a:pPr lvl="0"/>
            <a:r>
              <a:rPr lang="en-GB"/>
              <a:t>01</a:t>
            </a:r>
            <a:endParaRPr lang="en-US"/>
          </a:p>
        </p:txBody>
      </p:sp>
      <p:sp>
        <p:nvSpPr>
          <p:cNvPr id="51" name="object 17">
            <a:extLst>
              <a:ext uri="{FF2B5EF4-FFF2-40B4-BE49-F238E27FC236}">
                <a16:creationId xmlns:a16="http://schemas.microsoft.com/office/drawing/2014/main" id="{EEDFC4BB-EE81-5842-891A-567CF4465459}"/>
              </a:ext>
            </a:extLst>
          </p:cNvPr>
          <p:cNvSpPr/>
          <p:nvPr userDrawn="1"/>
        </p:nvSpPr>
        <p:spPr>
          <a:xfrm>
            <a:off x="568396" y="3147906"/>
            <a:ext cx="822960" cy="822960"/>
          </a:xfrm>
          <a:custGeom>
            <a:avLst/>
            <a:gdLst/>
            <a:ahLst/>
            <a:cxnLst/>
            <a:rect l="l" t="t" r="r" b="b"/>
            <a:pathLst>
              <a:path w="822960" h="822960">
                <a:moveTo>
                  <a:pt x="411441" y="0"/>
                </a:moveTo>
                <a:lnTo>
                  <a:pt x="363459" y="2768"/>
                </a:lnTo>
                <a:lnTo>
                  <a:pt x="317103" y="10866"/>
                </a:lnTo>
                <a:lnTo>
                  <a:pt x="272681" y="23987"/>
                </a:lnTo>
                <a:lnTo>
                  <a:pt x="230502" y="41820"/>
                </a:lnTo>
                <a:lnTo>
                  <a:pt x="190874" y="64057"/>
                </a:lnTo>
                <a:lnTo>
                  <a:pt x="154107" y="90390"/>
                </a:lnTo>
                <a:lnTo>
                  <a:pt x="120510" y="120510"/>
                </a:lnTo>
                <a:lnTo>
                  <a:pt x="90390" y="154107"/>
                </a:lnTo>
                <a:lnTo>
                  <a:pt x="64057" y="190874"/>
                </a:lnTo>
                <a:lnTo>
                  <a:pt x="41820" y="230502"/>
                </a:lnTo>
                <a:lnTo>
                  <a:pt x="23987" y="272681"/>
                </a:lnTo>
                <a:lnTo>
                  <a:pt x="10866" y="317103"/>
                </a:lnTo>
                <a:lnTo>
                  <a:pt x="2768" y="363459"/>
                </a:lnTo>
                <a:lnTo>
                  <a:pt x="0" y="411441"/>
                </a:lnTo>
                <a:lnTo>
                  <a:pt x="2768" y="459423"/>
                </a:lnTo>
                <a:lnTo>
                  <a:pt x="10866" y="505780"/>
                </a:lnTo>
                <a:lnTo>
                  <a:pt x="23987" y="550202"/>
                </a:lnTo>
                <a:lnTo>
                  <a:pt x="41820" y="592381"/>
                </a:lnTo>
                <a:lnTo>
                  <a:pt x="64057" y="632008"/>
                </a:lnTo>
                <a:lnTo>
                  <a:pt x="90390" y="668775"/>
                </a:lnTo>
                <a:lnTo>
                  <a:pt x="120510" y="702373"/>
                </a:lnTo>
                <a:lnTo>
                  <a:pt x="154107" y="732493"/>
                </a:lnTo>
                <a:lnTo>
                  <a:pt x="190874" y="758826"/>
                </a:lnTo>
                <a:lnTo>
                  <a:pt x="230502" y="781063"/>
                </a:lnTo>
                <a:lnTo>
                  <a:pt x="272681" y="798896"/>
                </a:lnTo>
                <a:lnTo>
                  <a:pt x="317103" y="812017"/>
                </a:lnTo>
                <a:lnTo>
                  <a:pt x="363459" y="820115"/>
                </a:lnTo>
                <a:lnTo>
                  <a:pt x="411441" y="822883"/>
                </a:lnTo>
                <a:lnTo>
                  <a:pt x="459423" y="820115"/>
                </a:lnTo>
                <a:lnTo>
                  <a:pt x="505780" y="812017"/>
                </a:lnTo>
                <a:lnTo>
                  <a:pt x="550202" y="798896"/>
                </a:lnTo>
                <a:lnTo>
                  <a:pt x="592381" y="781063"/>
                </a:lnTo>
                <a:lnTo>
                  <a:pt x="632008" y="758826"/>
                </a:lnTo>
                <a:lnTo>
                  <a:pt x="668775" y="732493"/>
                </a:lnTo>
                <a:lnTo>
                  <a:pt x="702373" y="702373"/>
                </a:lnTo>
                <a:lnTo>
                  <a:pt x="732493" y="668775"/>
                </a:lnTo>
                <a:lnTo>
                  <a:pt x="758826" y="632008"/>
                </a:lnTo>
                <a:lnTo>
                  <a:pt x="781063" y="592381"/>
                </a:lnTo>
                <a:lnTo>
                  <a:pt x="798896" y="550202"/>
                </a:lnTo>
                <a:lnTo>
                  <a:pt x="812017" y="505780"/>
                </a:lnTo>
                <a:lnTo>
                  <a:pt x="820115" y="459423"/>
                </a:lnTo>
                <a:lnTo>
                  <a:pt x="822883" y="411441"/>
                </a:lnTo>
                <a:lnTo>
                  <a:pt x="820115" y="363459"/>
                </a:lnTo>
                <a:lnTo>
                  <a:pt x="812017" y="317103"/>
                </a:lnTo>
                <a:lnTo>
                  <a:pt x="798896" y="272681"/>
                </a:lnTo>
                <a:lnTo>
                  <a:pt x="781063" y="230502"/>
                </a:lnTo>
                <a:lnTo>
                  <a:pt x="758826" y="190874"/>
                </a:lnTo>
                <a:lnTo>
                  <a:pt x="732493" y="154107"/>
                </a:lnTo>
                <a:lnTo>
                  <a:pt x="702373" y="120510"/>
                </a:lnTo>
                <a:lnTo>
                  <a:pt x="668775" y="90390"/>
                </a:lnTo>
                <a:lnTo>
                  <a:pt x="632008" y="64057"/>
                </a:lnTo>
                <a:lnTo>
                  <a:pt x="592381" y="41820"/>
                </a:lnTo>
                <a:lnTo>
                  <a:pt x="550202" y="23987"/>
                </a:lnTo>
                <a:lnTo>
                  <a:pt x="505780" y="10866"/>
                </a:lnTo>
                <a:lnTo>
                  <a:pt x="459423" y="2768"/>
                </a:lnTo>
                <a:lnTo>
                  <a:pt x="411441" y="0"/>
                </a:lnTo>
                <a:close/>
              </a:path>
            </a:pathLst>
          </a:custGeom>
          <a:solidFill>
            <a:srgbClr val="FDBA13"/>
          </a:solidFill>
        </p:spPr>
        <p:txBody>
          <a:bodyPr wrap="square" lIns="0" tIns="0" rIns="0" bIns="0" rtlCol="0"/>
          <a:lstStyle/>
          <a:p>
            <a:endParaRPr>
              <a:highlight>
                <a:srgbClr val="FDBA13"/>
              </a:highlight>
            </a:endParaRPr>
          </a:p>
        </p:txBody>
      </p:sp>
      <p:sp>
        <p:nvSpPr>
          <p:cNvPr id="52" name="Text Placeholder 2">
            <a:extLst>
              <a:ext uri="{FF2B5EF4-FFF2-40B4-BE49-F238E27FC236}">
                <a16:creationId xmlns:a16="http://schemas.microsoft.com/office/drawing/2014/main" id="{BA3FFFEB-07B7-9642-8573-8D1C96B0234D}"/>
              </a:ext>
            </a:extLst>
          </p:cNvPr>
          <p:cNvSpPr>
            <a:spLocks noGrp="1"/>
          </p:cNvSpPr>
          <p:nvPr>
            <p:ph type="body" sz="quarter" idx="13" hasCustomPrompt="1"/>
          </p:nvPr>
        </p:nvSpPr>
        <p:spPr>
          <a:xfrm>
            <a:off x="522676" y="3317115"/>
            <a:ext cx="914400" cy="484748"/>
          </a:xfrm>
        </p:spPr>
        <p:txBody>
          <a:bodyPr/>
          <a:lstStyle>
            <a:lvl1pPr algn="ctr">
              <a:defRPr sz="3150" b="1">
                <a:solidFill>
                  <a:schemeClr val="bg1"/>
                </a:solidFill>
                <a:latin typeface="Arial" panose="020B0604020202020204" pitchFamily="34" charset="0"/>
                <a:cs typeface="Arial" panose="020B0604020202020204" pitchFamily="34" charset="0"/>
              </a:defRPr>
            </a:lvl1pPr>
          </a:lstStyle>
          <a:p>
            <a:pPr lvl="0"/>
            <a:r>
              <a:rPr lang="en-GB"/>
              <a:t>02</a:t>
            </a:r>
            <a:endParaRPr lang="en-US"/>
          </a:p>
        </p:txBody>
      </p:sp>
      <p:sp>
        <p:nvSpPr>
          <p:cNvPr id="53" name="object 17">
            <a:extLst>
              <a:ext uri="{FF2B5EF4-FFF2-40B4-BE49-F238E27FC236}">
                <a16:creationId xmlns:a16="http://schemas.microsoft.com/office/drawing/2014/main" id="{185B463A-D151-9D4D-9EA4-0580C5809736}"/>
              </a:ext>
            </a:extLst>
          </p:cNvPr>
          <p:cNvSpPr/>
          <p:nvPr userDrawn="1"/>
        </p:nvSpPr>
        <p:spPr>
          <a:xfrm>
            <a:off x="568396" y="4312130"/>
            <a:ext cx="822960" cy="822960"/>
          </a:xfrm>
          <a:custGeom>
            <a:avLst/>
            <a:gdLst/>
            <a:ahLst/>
            <a:cxnLst/>
            <a:rect l="l" t="t" r="r" b="b"/>
            <a:pathLst>
              <a:path w="822960" h="822960">
                <a:moveTo>
                  <a:pt x="411441" y="0"/>
                </a:moveTo>
                <a:lnTo>
                  <a:pt x="363459" y="2768"/>
                </a:lnTo>
                <a:lnTo>
                  <a:pt x="317103" y="10866"/>
                </a:lnTo>
                <a:lnTo>
                  <a:pt x="272681" y="23987"/>
                </a:lnTo>
                <a:lnTo>
                  <a:pt x="230502" y="41820"/>
                </a:lnTo>
                <a:lnTo>
                  <a:pt x="190874" y="64057"/>
                </a:lnTo>
                <a:lnTo>
                  <a:pt x="154107" y="90390"/>
                </a:lnTo>
                <a:lnTo>
                  <a:pt x="120510" y="120510"/>
                </a:lnTo>
                <a:lnTo>
                  <a:pt x="90390" y="154107"/>
                </a:lnTo>
                <a:lnTo>
                  <a:pt x="64057" y="190874"/>
                </a:lnTo>
                <a:lnTo>
                  <a:pt x="41820" y="230502"/>
                </a:lnTo>
                <a:lnTo>
                  <a:pt x="23987" y="272681"/>
                </a:lnTo>
                <a:lnTo>
                  <a:pt x="10866" y="317103"/>
                </a:lnTo>
                <a:lnTo>
                  <a:pt x="2768" y="363459"/>
                </a:lnTo>
                <a:lnTo>
                  <a:pt x="0" y="411441"/>
                </a:lnTo>
                <a:lnTo>
                  <a:pt x="2768" y="459423"/>
                </a:lnTo>
                <a:lnTo>
                  <a:pt x="10866" y="505780"/>
                </a:lnTo>
                <a:lnTo>
                  <a:pt x="23987" y="550202"/>
                </a:lnTo>
                <a:lnTo>
                  <a:pt x="41820" y="592381"/>
                </a:lnTo>
                <a:lnTo>
                  <a:pt x="64057" y="632008"/>
                </a:lnTo>
                <a:lnTo>
                  <a:pt x="90390" y="668775"/>
                </a:lnTo>
                <a:lnTo>
                  <a:pt x="120510" y="702373"/>
                </a:lnTo>
                <a:lnTo>
                  <a:pt x="154107" y="732493"/>
                </a:lnTo>
                <a:lnTo>
                  <a:pt x="190874" y="758826"/>
                </a:lnTo>
                <a:lnTo>
                  <a:pt x="230502" y="781063"/>
                </a:lnTo>
                <a:lnTo>
                  <a:pt x="272681" y="798896"/>
                </a:lnTo>
                <a:lnTo>
                  <a:pt x="317103" y="812017"/>
                </a:lnTo>
                <a:lnTo>
                  <a:pt x="363459" y="820115"/>
                </a:lnTo>
                <a:lnTo>
                  <a:pt x="411441" y="822883"/>
                </a:lnTo>
                <a:lnTo>
                  <a:pt x="459423" y="820115"/>
                </a:lnTo>
                <a:lnTo>
                  <a:pt x="505780" y="812017"/>
                </a:lnTo>
                <a:lnTo>
                  <a:pt x="550202" y="798896"/>
                </a:lnTo>
                <a:lnTo>
                  <a:pt x="592381" y="781063"/>
                </a:lnTo>
                <a:lnTo>
                  <a:pt x="632008" y="758826"/>
                </a:lnTo>
                <a:lnTo>
                  <a:pt x="668775" y="732493"/>
                </a:lnTo>
                <a:lnTo>
                  <a:pt x="702373" y="702373"/>
                </a:lnTo>
                <a:lnTo>
                  <a:pt x="732493" y="668775"/>
                </a:lnTo>
                <a:lnTo>
                  <a:pt x="758826" y="632008"/>
                </a:lnTo>
                <a:lnTo>
                  <a:pt x="781063" y="592381"/>
                </a:lnTo>
                <a:lnTo>
                  <a:pt x="798896" y="550202"/>
                </a:lnTo>
                <a:lnTo>
                  <a:pt x="812017" y="505780"/>
                </a:lnTo>
                <a:lnTo>
                  <a:pt x="820115" y="459423"/>
                </a:lnTo>
                <a:lnTo>
                  <a:pt x="822883" y="411441"/>
                </a:lnTo>
                <a:lnTo>
                  <a:pt x="820115" y="363459"/>
                </a:lnTo>
                <a:lnTo>
                  <a:pt x="812017" y="317103"/>
                </a:lnTo>
                <a:lnTo>
                  <a:pt x="798896" y="272681"/>
                </a:lnTo>
                <a:lnTo>
                  <a:pt x="781063" y="230502"/>
                </a:lnTo>
                <a:lnTo>
                  <a:pt x="758826" y="190874"/>
                </a:lnTo>
                <a:lnTo>
                  <a:pt x="732493" y="154107"/>
                </a:lnTo>
                <a:lnTo>
                  <a:pt x="702373" y="120510"/>
                </a:lnTo>
                <a:lnTo>
                  <a:pt x="668775" y="90390"/>
                </a:lnTo>
                <a:lnTo>
                  <a:pt x="632008" y="64057"/>
                </a:lnTo>
                <a:lnTo>
                  <a:pt x="592381" y="41820"/>
                </a:lnTo>
                <a:lnTo>
                  <a:pt x="550202" y="23987"/>
                </a:lnTo>
                <a:lnTo>
                  <a:pt x="505780" y="10866"/>
                </a:lnTo>
                <a:lnTo>
                  <a:pt x="459423" y="2768"/>
                </a:lnTo>
                <a:lnTo>
                  <a:pt x="411441" y="0"/>
                </a:lnTo>
                <a:close/>
              </a:path>
            </a:pathLst>
          </a:custGeom>
          <a:solidFill>
            <a:srgbClr val="FDBA13"/>
          </a:solidFill>
        </p:spPr>
        <p:txBody>
          <a:bodyPr wrap="square" lIns="0" tIns="0" rIns="0" bIns="0" rtlCol="0"/>
          <a:lstStyle/>
          <a:p>
            <a:endParaRPr>
              <a:highlight>
                <a:srgbClr val="FDBA13"/>
              </a:highlight>
            </a:endParaRPr>
          </a:p>
        </p:txBody>
      </p:sp>
      <p:sp>
        <p:nvSpPr>
          <p:cNvPr id="54" name="Text Placeholder 2">
            <a:extLst>
              <a:ext uri="{FF2B5EF4-FFF2-40B4-BE49-F238E27FC236}">
                <a16:creationId xmlns:a16="http://schemas.microsoft.com/office/drawing/2014/main" id="{B3C02F17-611A-BB40-8C9E-41278C003124}"/>
              </a:ext>
            </a:extLst>
          </p:cNvPr>
          <p:cNvSpPr>
            <a:spLocks noGrp="1"/>
          </p:cNvSpPr>
          <p:nvPr>
            <p:ph type="body" sz="quarter" idx="14" hasCustomPrompt="1"/>
          </p:nvPr>
        </p:nvSpPr>
        <p:spPr>
          <a:xfrm>
            <a:off x="522676" y="4481339"/>
            <a:ext cx="914400" cy="484748"/>
          </a:xfrm>
        </p:spPr>
        <p:txBody>
          <a:bodyPr/>
          <a:lstStyle>
            <a:lvl1pPr algn="ctr">
              <a:defRPr sz="3150" b="1">
                <a:solidFill>
                  <a:schemeClr val="bg1"/>
                </a:solidFill>
                <a:latin typeface="Arial" panose="020B0604020202020204" pitchFamily="34" charset="0"/>
                <a:cs typeface="Arial" panose="020B0604020202020204" pitchFamily="34" charset="0"/>
              </a:defRPr>
            </a:lvl1pPr>
          </a:lstStyle>
          <a:p>
            <a:pPr lvl="0"/>
            <a:r>
              <a:rPr lang="en-GB"/>
              <a:t>03</a:t>
            </a:r>
            <a:endParaRPr lang="en-US"/>
          </a:p>
        </p:txBody>
      </p:sp>
      <p:sp>
        <p:nvSpPr>
          <p:cNvPr id="55" name="object 17">
            <a:extLst>
              <a:ext uri="{FF2B5EF4-FFF2-40B4-BE49-F238E27FC236}">
                <a16:creationId xmlns:a16="http://schemas.microsoft.com/office/drawing/2014/main" id="{9A36F3D8-5A74-4346-97CA-25AD14701876}"/>
              </a:ext>
            </a:extLst>
          </p:cNvPr>
          <p:cNvSpPr/>
          <p:nvPr userDrawn="1"/>
        </p:nvSpPr>
        <p:spPr>
          <a:xfrm>
            <a:off x="568396" y="5461493"/>
            <a:ext cx="822960" cy="822960"/>
          </a:xfrm>
          <a:custGeom>
            <a:avLst/>
            <a:gdLst/>
            <a:ahLst/>
            <a:cxnLst/>
            <a:rect l="l" t="t" r="r" b="b"/>
            <a:pathLst>
              <a:path w="822960" h="822960">
                <a:moveTo>
                  <a:pt x="411441" y="0"/>
                </a:moveTo>
                <a:lnTo>
                  <a:pt x="363459" y="2768"/>
                </a:lnTo>
                <a:lnTo>
                  <a:pt x="317103" y="10866"/>
                </a:lnTo>
                <a:lnTo>
                  <a:pt x="272681" y="23987"/>
                </a:lnTo>
                <a:lnTo>
                  <a:pt x="230502" y="41820"/>
                </a:lnTo>
                <a:lnTo>
                  <a:pt x="190874" y="64057"/>
                </a:lnTo>
                <a:lnTo>
                  <a:pt x="154107" y="90390"/>
                </a:lnTo>
                <a:lnTo>
                  <a:pt x="120510" y="120510"/>
                </a:lnTo>
                <a:lnTo>
                  <a:pt x="90390" y="154107"/>
                </a:lnTo>
                <a:lnTo>
                  <a:pt x="64057" y="190874"/>
                </a:lnTo>
                <a:lnTo>
                  <a:pt x="41820" y="230502"/>
                </a:lnTo>
                <a:lnTo>
                  <a:pt x="23987" y="272681"/>
                </a:lnTo>
                <a:lnTo>
                  <a:pt x="10866" y="317103"/>
                </a:lnTo>
                <a:lnTo>
                  <a:pt x="2768" y="363459"/>
                </a:lnTo>
                <a:lnTo>
                  <a:pt x="0" y="411441"/>
                </a:lnTo>
                <a:lnTo>
                  <a:pt x="2768" y="459423"/>
                </a:lnTo>
                <a:lnTo>
                  <a:pt x="10866" y="505780"/>
                </a:lnTo>
                <a:lnTo>
                  <a:pt x="23987" y="550202"/>
                </a:lnTo>
                <a:lnTo>
                  <a:pt x="41820" y="592381"/>
                </a:lnTo>
                <a:lnTo>
                  <a:pt x="64057" y="632008"/>
                </a:lnTo>
                <a:lnTo>
                  <a:pt x="90390" y="668775"/>
                </a:lnTo>
                <a:lnTo>
                  <a:pt x="120510" y="702373"/>
                </a:lnTo>
                <a:lnTo>
                  <a:pt x="154107" y="732493"/>
                </a:lnTo>
                <a:lnTo>
                  <a:pt x="190874" y="758826"/>
                </a:lnTo>
                <a:lnTo>
                  <a:pt x="230502" y="781063"/>
                </a:lnTo>
                <a:lnTo>
                  <a:pt x="272681" y="798896"/>
                </a:lnTo>
                <a:lnTo>
                  <a:pt x="317103" y="812017"/>
                </a:lnTo>
                <a:lnTo>
                  <a:pt x="363459" y="820115"/>
                </a:lnTo>
                <a:lnTo>
                  <a:pt x="411441" y="822883"/>
                </a:lnTo>
                <a:lnTo>
                  <a:pt x="459423" y="820115"/>
                </a:lnTo>
                <a:lnTo>
                  <a:pt x="505780" y="812017"/>
                </a:lnTo>
                <a:lnTo>
                  <a:pt x="550202" y="798896"/>
                </a:lnTo>
                <a:lnTo>
                  <a:pt x="592381" y="781063"/>
                </a:lnTo>
                <a:lnTo>
                  <a:pt x="632008" y="758826"/>
                </a:lnTo>
                <a:lnTo>
                  <a:pt x="668775" y="732493"/>
                </a:lnTo>
                <a:lnTo>
                  <a:pt x="702373" y="702373"/>
                </a:lnTo>
                <a:lnTo>
                  <a:pt x="732493" y="668775"/>
                </a:lnTo>
                <a:lnTo>
                  <a:pt x="758826" y="632008"/>
                </a:lnTo>
                <a:lnTo>
                  <a:pt x="781063" y="592381"/>
                </a:lnTo>
                <a:lnTo>
                  <a:pt x="798896" y="550202"/>
                </a:lnTo>
                <a:lnTo>
                  <a:pt x="812017" y="505780"/>
                </a:lnTo>
                <a:lnTo>
                  <a:pt x="820115" y="459423"/>
                </a:lnTo>
                <a:lnTo>
                  <a:pt x="822883" y="411441"/>
                </a:lnTo>
                <a:lnTo>
                  <a:pt x="820115" y="363459"/>
                </a:lnTo>
                <a:lnTo>
                  <a:pt x="812017" y="317103"/>
                </a:lnTo>
                <a:lnTo>
                  <a:pt x="798896" y="272681"/>
                </a:lnTo>
                <a:lnTo>
                  <a:pt x="781063" y="230502"/>
                </a:lnTo>
                <a:lnTo>
                  <a:pt x="758826" y="190874"/>
                </a:lnTo>
                <a:lnTo>
                  <a:pt x="732493" y="154107"/>
                </a:lnTo>
                <a:lnTo>
                  <a:pt x="702373" y="120510"/>
                </a:lnTo>
                <a:lnTo>
                  <a:pt x="668775" y="90390"/>
                </a:lnTo>
                <a:lnTo>
                  <a:pt x="632008" y="64057"/>
                </a:lnTo>
                <a:lnTo>
                  <a:pt x="592381" y="41820"/>
                </a:lnTo>
                <a:lnTo>
                  <a:pt x="550202" y="23987"/>
                </a:lnTo>
                <a:lnTo>
                  <a:pt x="505780" y="10866"/>
                </a:lnTo>
                <a:lnTo>
                  <a:pt x="459423" y="2768"/>
                </a:lnTo>
                <a:lnTo>
                  <a:pt x="411441" y="0"/>
                </a:lnTo>
                <a:close/>
              </a:path>
            </a:pathLst>
          </a:custGeom>
          <a:solidFill>
            <a:srgbClr val="FDBA13"/>
          </a:solidFill>
        </p:spPr>
        <p:txBody>
          <a:bodyPr wrap="square" lIns="0" tIns="0" rIns="0" bIns="0" rtlCol="0"/>
          <a:lstStyle/>
          <a:p>
            <a:endParaRPr>
              <a:highlight>
                <a:srgbClr val="FDBA13"/>
              </a:highlight>
            </a:endParaRPr>
          </a:p>
        </p:txBody>
      </p:sp>
      <p:sp>
        <p:nvSpPr>
          <p:cNvPr id="56" name="Text Placeholder 2">
            <a:extLst>
              <a:ext uri="{FF2B5EF4-FFF2-40B4-BE49-F238E27FC236}">
                <a16:creationId xmlns:a16="http://schemas.microsoft.com/office/drawing/2014/main" id="{48D914B5-B6B8-6C42-B5FE-5154EAFCD577}"/>
              </a:ext>
            </a:extLst>
          </p:cNvPr>
          <p:cNvSpPr>
            <a:spLocks noGrp="1"/>
          </p:cNvSpPr>
          <p:nvPr>
            <p:ph type="body" sz="quarter" idx="15" hasCustomPrompt="1"/>
          </p:nvPr>
        </p:nvSpPr>
        <p:spPr>
          <a:xfrm>
            <a:off x="522676" y="5630702"/>
            <a:ext cx="914400" cy="484748"/>
          </a:xfrm>
        </p:spPr>
        <p:txBody>
          <a:bodyPr/>
          <a:lstStyle>
            <a:lvl1pPr algn="ctr">
              <a:defRPr sz="3150" b="1">
                <a:solidFill>
                  <a:schemeClr val="bg1"/>
                </a:solidFill>
                <a:latin typeface="Arial" panose="020B0604020202020204" pitchFamily="34" charset="0"/>
                <a:cs typeface="Arial" panose="020B0604020202020204" pitchFamily="34" charset="0"/>
              </a:defRPr>
            </a:lvl1pPr>
          </a:lstStyle>
          <a:p>
            <a:pPr lvl="0"/>
            <a:r>
              <a:rPr lang="en-GB"/>
              <a:t>04</a:t>
            </a:r>
            <a:endParaRPr lang="en-US"/>
          </a:p>
        </p:txBody>
      </p:sp>
      <p:sp>
        <p:nvSpPr>
          <p:cNvPr id="65" name="object 17">
            <a:extLst>
              <a:ext uri="{FF2B5EF4-FFF2-40B4-BE49-F238E27FC236}">
                <a16:creationId xmlns:a16="http://schemas.microsoft.com/office/drawing/2014/main" id="{124734BE-8E85-0C4A-A9C3-5C30D151A195}"/>
              </a:ext>
            </a:extLst>
          </p:cNvPr>
          <p:cNvSpPr/>
          <p:nvPr userDrawn="1"/>
        </p:nvSpPr>
        <p:spPr>
          <a:xfrm>
            <a:off x="6237676" y="1990357"/>
            <a:ext cx="822960" cy="822960"/>
          </a:xfrm>
          <a:custGeom>
            <a:avLst/>
            <a:gdLst/>
            <a:ahLst/>
            <a:cxnLst/>
            <a:rect l="l" t="t" r="r" b="b"/>
            <a:pathLst>
              <a:path w="822960" h="822960">
                <a:moveTo>
                  <a:pt x="411441" y="0"/>
                </a:moveTo>
                <a:lnTo>
                  <a:pt x="363459" y="2768"/>
                </a:lnTo>
                <a:lnTo>
                  <a:pt x="317103" y="10866"/>
                </a:lnTo>
                <a:lnTo>
                  <a:pt x="272681" y="23987"/>
                </a:lnTo>
                <a:lnTo>
                  <a:pt x="230502" y="41820"/>
                </a:lnTo>
                <a:lnTo>
                  <a:pt x="190874" y="64057"/>
                </a:lnTo>
                <a:lnTo>
                  <a:pt x="154107" y="90390"/>
                </a:lnTo>
                <a:lnTo>
                  <a:pt x="120510" y="120510"/>
                </a:lnTo>
                <a:lnTo>
                  <a:pt x="90390" y="154107"/>
                </a:lnTo>
                <a:lnTo>
                  <a:pt x="64057" y="190874"/>
                </a:lnTo>
                <a:lnTo>
                  <a:pt x="41820" y="230502"/>
                </a:lnTo>
                <a:lnTo>
                  <a:pt x="23987" y="272681"/>
                </a:lnTo>
                <a:lnTo>
                  <a:pt x="10866" y="317103"/>
                </a:lnTo>
                <a:lnTo>
                  <a:pt x="2768" y="363459"/>
                </a:lnTo>
                <a:lnTo>
                  <a:pt x="0" y="411441"/>
                </a:lnTo>
                <a:lnTo>
                  <a:pt x="2768" y="459423"/>
                </a:lnTo>
                <a:lnTo>
                  <a:pt x="10866" y="505780"/>
                </a:lnTo>
                <a:lnTo>
                  <a:pt x="23987" y="550202"/>
                </a:lnTo>
                <a:lnTo>
                  <a:pt x="41820" y="592381"/>
                </a:lnTo>
                <a:lnTo>
                  <a:pt x="64057" y="632008"/>
                </a:lnTo>
                <a:lnTo>
                  <a:pt x="90390" y="668775"/>
                </a:lnTo>
                <a:lnTo>
                  <a:pt x="120510" y="702373"/>
                </a:lnTo>
                <a:lnTo>
                  <a:pt x="154107" y="732493"/>
                </a:lnTo>
                <a:lnTo>
                  <a:pt x="190874" y="758826"/>
                </a:lnTo>
                <a:lnTo>
                  <a:pt x="230502" y="781063"/>
                </a:lnTo>
                <a:lnTo>
                  <a:pt x="272681" y="798896"/>
                </a:lnTo>
                <a:lnTo>
                  <a:pt x="317103" y="812017"/>
                </a:lnTo>
                <a:lnTo>
                  <a:pt x="363459" y="820115"/>
                </a:lnTo>
                <a:lnTo>
                  <a:pt x="411441" y="822883"/>
                </a:lnTo>
                <a:lnTo>
                  <a:pt x="459423" y="820115"/>
                </a:lnTo>
                <a:lnTo>
                  <a:pt x="505780" y="812017"/>
                </a:lnTo>
                <a:lnTo>
                  <a:pt x="550202" y="798896"/>
                </a:lnTo>
                <a:lnTo>
                  <a:pt x="592381" y="781063"/>
                </a:lnTo>
                <a:lnTo>
                  <a:pt x="632008" y="758826"/>
                </a:lnTo>
                <a:lnTo>
                  <a:pt x="668775" y="732493"/>
                </a:lnTo>
                <a:lnTo>
                  <a:pt x="702373" y="702373"/>
                </a:lnTo>
                <a:lnTo>
                  <a:pt x="732493" y="668775"/>
                </a:lnTo>
                <a:lnTo>
                  <a:pt x="758826" y="632008"/>
                </a:lnTo>
                <a:lnTo>
                  <a:pt x="781063" y="592381"/>
                </a:lnTo>
                <a:lnTo>
                  <a:pt x="798896" y="550202"/>
                </a:lnTo>
                <a:lnTo>
                  <a:pt x="812017" y="505780"/>
                </a:lnTo>
                <a:lnTo>
                  <a:pt x="820115" y="459423"/>
                </a:lnTo>
                <a:lnTo>
                  <a:pt x="822883" y="411441"/>
                </a:lnTo>
                <a:lnTo>
                  <a:pt x="820115" y="363459"/>
                </a:lnTo>
                <a:lnTo>
                  <a:pt x="812017" y="317103"/>
                </a:lnTo>
                <a:lnTo>
                  <a:pt x="798896" y="272681"/>
                </a:lnTo>
                <a:lnTo>
                  <a:pt x="781063" y="230502"/>
                </a:lnTo>
                <a:lnTo>
                  <a:pt x="758826" y="190874"/>
                </a:lnTo>
                <a:lnTo>
                  <a:pt x="732493" y="154107"/>
                </a:lnTo>
                <a:lnTo>
                  <a:pt x="702373" y="120510"/>
                </a:lnTo>
                <a:lnTo>
                  <a:pt x="668775" y="90390"/>
                </a:lnTo>
                <a:lnTo>
                  <a:pt x="632008" y="64057"/>
                </a:lnTo>
                <a:lnTo>
                  <a:pt x="592381" y="41820"/>
                </a:lnTo>
                <a:lnTo>
                  <a:pt x="550202" y="23987"/>
                </a:lnTo>
                <a:lnTo>
                  <a:pt x="505780" y="10866"/>
                </a:lnTo>
                <a:lnTo>
                  <a:pt x="459423" y="2768"/>
                </a:lnTo>
                <a:lnTo>
                  <a:pt x="411441" y="0"/>
                </a:lnTo>
                <a:close/>
              </a:path>
            </a:pathLst>
          </a:custGeom>
          <a:solidFill>
            <a:srgbClr val="FDBA13"/>
          </a:solidFill>
        </p:spPr>
        <p:txBody>
          <a:bodyPr wrap="square" lIns="0" tIns="0" rIns="0" bIns="0" rtlCol="0"/>
          <a:lstStyle/>
          <a:p>
            <a:endParaRPr>
              <a:highlight>
                <a:srgbClr val="FDBA13"/>
              </a:highlight>
            </a:endParaRPr>
          </a:p>
        </p:txBody>
      </p:sp>
      <p:sp>
        <p:nvSpPr>
          <p:cNvPr id="66" name="Text Placeholder 2">
            <a:extLst>
              <a:ext uri="{FF2B5EF4-FFF2-40B4-BE49-F238E27FC236}">
                <a16:creationId xmlns:a16="http://schemas.microsoft.com/office/drawing/2014/main" id="{640ADF69-D899-2C43-9A90-8741851A3DE3}"/>
              </a:ext>
            </a:extLst>
          </p:cNvPr>
          <p:cNvSpPr>
            <a:spLocks noGrp="1"/>
          </p:cNvSpPr>
          <p:nvPr>
            <p:ph type="body" sz="quarter" idx="16" hasCustomPrompt="1"/>
          </p:nvPr>
        </p:nvSpPr>
        <p:spPr>
          <a:xfrm>
            <a:off x="6191956" y="2159566"/>
            <a:ext cx="914400" cy="484748"/>
          </a:xfrm>
        </p:spPr>
        <p:txBody>
          <a:bodyPr/>
          <a:lstStyle>
            <a:lvl1pPr algn="ctr">
              <a:defRPr sz="3150" b="1">
                <a:solidFill>
                  <a:schemeClr val="bg1"/>
                </a:solidFill>
                <a:latin typeface="Arial" panose="020B0604020202020204" pitchFamily="34" charset="0"/>
                <a:cs typeface="Arial" panose="020B0604020202020204" pitchFamily="34" charset="0"/>
              </a:defRPr>
            </a:lvl1pPr>
          </a:lstStyle>
          <a:p>
            <a:pPr lvl="0"/>
            <a:r>
              <a:rPr lang="en-GB"/>
              <a:t>05</a:t>
            </a:r>
            <a:endParaRPr lang="en-US"/>
          </a:p>
        </p:txBody>
      </p:sp>
      <p:sp>
        <p:nvSpPr>
          <p:cNvPr id="67" name="object 17">
            <a:extLst>
              <a:ext uri="{FF2B5EF4-FFF2-40B4-BE49-F238E27FC236}">
                <a16:creationId xmlns:a16="http://schemas.microsoft.com/office/drawing/2014/main" id="{930131F0-6C47-5A4A-9583-7D8CA4B72483}"/>
              </a:ext>
            </a:extLst>
          </p:cNvPr>
          <p:cNvSpPr/>
          <p:nvPr userDrawn="1"/>
        </p:nvSpPr>
        <p:spPr>
          <a:xfrm>
            <a:off x="6237676" y="3157063"/>
            <a:ext cx="822960" cy="822960"/>
          </a:xfrm>
          <a:custGeom>
            <a:avLst/>
            <a:gdLst/>
            <a:ahLst/>
            <a:cxnLst/>
            <a:rect l="l" t="t" r="r" b="b"/>
            <a:pathLst>
              <a:path w="822960" h="822960">
                <a:moveTo>
                  <a:pt x="411441" y="0"/>
                </a:moveTo>
                <a:lnTo>
                  <a:pt x="363459" y="2768"/>
                </a:lnTo>
                <a:lnTo>
                  <a:pt x="317103" y="10866"/>
                </a:lnTo>
                <a:lnTo>
                  <a:pt x="272681" y="23987"/>
                </a:lnTo>
                <a:lnTo>
                  <a:pt x="230502" y="41820"/>
                </a:lnTo>
                <a:lnTo>
                  <a:pt x="190874" y="64057"/>
                </a:lnTo>
                <a:lnTo>
                  <a:pt x="154107" y="90390"/>
                </a:lnTo>
                <a:lnTo>
                  <a:pt x="120510" y="120510"/>
                </a:lnTo>
                <a:lnTo>
                  <a:pt x="90390" y="154107"/>
                </a:lnTo>
                <a:lnTo>
                  <a:pt x="64057" y="190874"/>
                </a:lnTo>
                <a:lnTo>
                  <a:pt x="41820" y="230502"/>
                </a:lnTo>
                <a:lnTo>
                  <a:pt x="23987" y="272681"/>
                </a:lnTo>
                <a:lnTo>
                  <a:pt x="10866" y="317103"/>
                </a:lnTo>
                <a:lnTo>
                  <a:pt x="2768" y="363459"/>
                </a:lnTo>
                <a:lnTo>
                  <a:pt x="0" y="411441"/>
                </a:lnTo>
                <a:lnTo>
                  <a:pt x="2768" y="459423"/>
                </a:lnTo>
                <a:lnTo>
                  <a:pt x="10866" y="505780"/>
                </a:lnTo>
                <a:lnTo>
                  <a:pt x="23987" y="550202"/>
                </a:lnTo>
                <a:lnTo>
                  <a:pt x="41820" y="592381"/>
                </a:lnTo>
                <a:lnTo>
                  <a:pt x="64057" y="632008"/>
                </a:lnTo>
                <a:lnTo>
                  <a:pt x="90390" y="668775"/>
                </a:lnTo>
                <a:lnTo>
                  <a:pt x="120510" y="702373"/>
                </a:lnTo>
                <a:lnTo>
                  <a:pt x="154107" y="732493"/>
                </a:lnTo>
                <a:lnTo>
                  <a:pt x="190874" y="758826"/>
                </a:lnTo>
                <a:lnTo>
                  <a:pt x="230502" y="781063"/>
                </a:lnTo>
                <a:lnTo>
                  <a:pt x="272681" y="798896"/>
                </a:lnTo>
                <a:lnTo>
                  <a:pt x="317103" y="812017"/>
                </a:lnTo>
                <a:lnTo>
                  <a:pt x="363459" y="820115"/>
                </a:lnTo>
                <a:lnTo>
                  <a:pt x="411441" y="822883"/>
                </a:lnTo>
                <a:lnTo>
                  <a:pt x="459423" y="820115"/>
                </a:lnTo>
                <a:lnTo>
                  <a:pt x="505780" y="812017"/>
                </a:lnTo>
                <a:lnTo>
                  <a:pt x="550202" y="798896"/>
                </a:lnTo>
                <a:lnTo>
                  <a:pt x="592381" y="781063"/>
                </a:lnTo>
                <a:lnTo>
                  <a:pt x="632008" y="758826"/>
                </a:lnTo>
                <a:lnTo>
                  <a:pt x="668775" y="732493"/>
                </a:lnTo>
                <a:lnTo>
                  <a:pt x="702373" y="702373"/>
                </a:lnTo>
                <a:lnTo>
                  <a:pt x="732493" y="668775"/>
                </a:lnTo>
                <a:lnTo>
                  <a:pt x="758826" y="632008"/>
                </a:lnTo>
                <a:lnTo>
                  <a:pt x="781063" y="592381"/>
                </a:lnTo>
                <a:lnTo>
                  <a:pt x="798896" y="550202"/>
                </a:lnTo>
                <a:lnTo>
                  <a:pt x="812017" y="505780"/>
                </a:lnTo>
                <a:lnTo>
                  <a:pt x="820115" y="459423"/>
                </a:lnTo>
                <a:lnTo>
                  <a:pt x="822883" y="411441"/>
                </a:lnTo>
                <a:lnTo>
                  <a:pt x="820115" y="363459"/>
                </a:lnTo>
                <a:lnTo>
                  <a:pt x="812017" y="317103"/>
                </a:lnTo>
                <a:lnTo>
                  <a:pt x="798896" y="272681"/>
                </a:lnTo>
                <a:lnTo>
                  <a:pt x="781063" y="230502"/>
                </a:lnTo>
                <a:lnTo>
                  <a:pt x="758826" y="190874"/>
                </a:lnTo>
                <a:lnTo>
                  <a:pt x="732493" y="154107"/>
                </a:lnTo>
                <a:lnTo>
                  <a:pt x="702373" y="120510"/>
                </a:lnTo>
                <a:lnTo>
                  <a:pt x="668775" y="90390"/>
                </a:lnTo>
                <a:lnTo>
                  <a:pt x="632008" y="64057"/>
                </a:lnTo>
                <a:lnTo>
                  <a:pt x="592381" y="41820"/>
                </a:lnTo>
                <a:lnTo>
                  <a:pt x="550202" y="23987"/>
                </a:lnTo>
                <a:lnTo>
                  <a:pt x="505780" y="10866"/>
                </a:lnTo>
                <a:lnTo>
                  <a:pt x="459423" y="2768"/>
                </a:lnTo>
                <a:lnTo>
                  <a:pt x="411441" y="0"/>
                </a:lnTo>
                <a:close/>
              </a:path>
            </a:pathLst>
          </a:custGeom>
          <a:solidFill>
            <a:srgbClr val="FDBA13"/>
          </a:solidFill>
        </p:spPr>
        <p:txBody>
          <a:bodyPr wrap="square" lIns="0" tIns="0" rIns="0" bIns="0" rtlCol="0"/>
          <a:lstStyle/>
          <a:p>
            <a:endParaRPr>
              <a:highlight>
                <a:srgbClr val="FDBA13"/>
              </a:highlight>
            </a:endParaRPr>
          </a:p>
        </p:txBody>
      </p:sp>
      <p:sp>
        <p:nvSpPr>
          <p:cNvPr id="68" name="Text Placeholder 2">
            <a:extLst>
              <a:ext uri="{FF2B5EF4-FFF2-40B4-BE49-F238E27FC236}">
                <a16:creationId xmlns:a16="http://schemas.microsoft.com/office/drawing/2014/main" id="{0A3C8333-6CAE-0F42-A0C0-BA10D92836CA}"/>
              </a:ext>
            </a:extLst>
          </p:cNvPr>
          <p:cNvSpPr>
            <a:spLocks noGrp="1"/>
          </p:cNvSpPr>
          <p:nvPr>
            <p:ph type="body" sz="quarter" idx="17" hasCustomPrompt="1"/>
          </p:nvPr>
        </p:nvSpPr>
        <p:spPr>
          <a:xfrm>
            <a:off x="6191956" y="3326272"/>
            <a:ext cx="914400" cy="484748"/>
          </a:xfrm>
        </p:spPr>
        <p:txBody>
          <a:bodyPr/>
          <a:lstStyle>
            <a:lvl1pPr algn="ctr">
              <a:defRPr sz="3150" b="1">
                <a:solidFill>
                  <a:schemeClr val="bg1"/>
                </a:solidFill>
                <a:latin typeface="Arial" panose="020B0604020202020204" pitchFamily="34" charset="0"/>
                <a:cs typeface="Arial" panose="020B0604020202020204" pitchFamily="34" charset="0"/>
              </a:defRPr>
            </a:lvl1pPr>
          </a:lstStyle>
          <a:p>
            <a:pPr lvl="0"/>
            <a:r>
              <a:rPr lang="en-GB"/>
              <a:t>06</a:t>
            </a:r>
            <a:endParaRPr lang="en-US"/>
          </a:p>
        </p:txBody>
      </p:sp>
      <p:sp>
        <p:nvSpPr>
          <p:cNvPr id="69" name="object 17">
            <a:extLst>
              <a:ext uri="{FF2B5EF4-FFF2-40B4-BE49-F238E27FC236}">
                <a16:creationId xmlns:a16="http://schemas.microsoft.com/office/drawing/2014/main" id="{02712926-CB6C-8248-B2E4-AA2E3C6260EB}"/>
              </a:ext>
            </a:extLst>
          </p:cNvPr>
          <p:cNvSpPr/>
          <p:nvPr userDrawn="1"/>
        </p:nvSpPr>
        <p:spPr>
          <a:xfrm>
            <a:off x="6237676" y="4309648"/>
            <a:ext cx="822960" cy="822960"/>
          </a:xfrm>
          <a:custGeom>
            <a:avLst/>
            <a:gdLst/>
            <a:ahLst/>
            <a:cxnLst/>
            <a:rect l="l" t="t" r="r" b="b"/>
            <a:pathLst>
              <a:path w="822960" h="822960">
                <a:moveTo>
                  <a:pt x="411441" y="0"/>
                </a:moveTo>
                <a:lnTo>
                  <a:pt x="363459" y="2768"/>
                </a:lnTo>
                <a:lnTo>
                  <a:pt x="317103" y="10866"/>
                </a:lnTo>
                <a:lnTo>
                  <a:pt x="272681" y="23987"/>
                </a:lnTo>
                <a:lnTo>
                  <a:pt x="230502" y="41820"/>
                </a:lnTo>
                <a:lnTo>
                  <a:pt x="190874" y="64057"/>
                </a:lnTo>
                <a:lnTo>
                  <a:pt x="154107" y="90390"/>
                </a:lnTo>
                <a:lnTo>
                  <a:pt x="120510" y="120510"/>
                </a:lnTo>
                <a:lnTo>
                  <a:pt x="90390" y="154107"/>
                </a:lnTo>
                <a:lnTo>
                  <a:pt x="64057" y="190874"/>
                </a:lnTo>
                <a:lnTo>
                  <a:pt x="41820" y="230502"/>
                </a:lnTo>
                <a:lnTo>
                  <a:pt x="23987" y="272681"/>
                </a:lnTo>
                <a:lnTo>
                  <a:pt x="10866" y="317103"/>
                </a:lnTo>
                <a:lnTo>
                  <a:pt x="2768" y="363459"/>
                </a:lnTo>
                <a:lnTo>
                  <a:pt x="0" y="411441"/>
                </a:lnTo>
                <a:lnTo>
                  <a:pt x="2768" y="459423"/>
                </a:lnTo>
                <a:lnTo>
                  <a:pt x="10866" y="505780"/>
                </a:lnTo>
                <a:lnTo>
                  <a:pt x="23987" y="550202"/>
                </a:lnTo>
                <a:lnTo>
                  <a:pt x="41820" y="592381"/>
                </a:lnTo>
                <a:lnTo>
                  <a:pt x="64057" y="632008"/>
                </a:lnTo>
                <a:lnTo>
                  <a:pt x="90390" y="668775"/>
                </a:lnTo>
                <a:lnTo>
                  <a:pt x="120510" y="702373"/>
                </a:lnTo>
                <a:lnTo>
                  <a:pt x="154107" y="732493"/>
                </a:lnTo>
                <a:lnTo>
                  <a:pt x="190874" y="758826"/>
                </a:lnTo>
                <a:lnTo>
                  <a:pt x="230502" y="781063"/>
                </a:lnTo>
                <a:lnTo>
                  <a:pt x="272681" y="798896"/>
                </a:lnTo>
                <a:lnTo>
                  <a:pt x="317103" y="812017"/>
                </a:lnTo>
                <a:lnTo>
                  <a:pt x="363459" y="820115"/>
                </a:lnTo>
                <a:lnTo>
                  <a:pt x="411441" y="822883"/>
                </a:lnTo>
                <a:lnTo>
                  <a:pt x="459423" y="820115"/>
                </a:lnTo>
                <a:lnTo>
                  <a:pt x="505780" y="812017"/>
                </a:lnTo>
                <a:lnTo>
                  <a:pt x="550202" y="798896"/>
                </a:lnTo>
                <a:lnTo>
                  <a:pt x="592381" y="781063"/>
                </a:lnTo>
                <a:lnTo>
                  <a:pt x="632008" y="758826"/>
                </a:lnTo>
                <a:lnTo>
                  <a:pt x="668775" y="732493"/>
                </a:lnTo>
                <a:lnTo>
                  <a:pt x="702373" y="702373"/>
                </a:lnTo>
                <a:lnTo>
                  <a:pt x="732493" y="668775"/>
                </a:lnTo>
                <a:lnTo>
                  <a:pt x="758826" y="632008"/>
                </a:lnTo>
                <a:lnTo>
                  <a:pt x="781063" y="592381"/>
                </a:lnTo>
                <a:lnTo>
                  <a:pt x="798896" y="550202"/>
                </a:lnTo>
                <a:lnTo>
                  <a:pt x="812017" y="505780"/>
                </a:lnTo>
                <a:lnTo>
                  <a:pt x="820115" y="459423"/>
                </a:lnTo>
                <a:lnTo>
                  <a:pt x="822883" y="411441"/>
                </a:lnTo>
                <a:lnTo>
                  <a:pt x="820115" y="363459"/>
                </a:lnTo>
                <a:lnTo>
                  <a:pt x="812017" y="317103"/>
                </a:lnTo>
                <a:lnTo>
                  <a:pt x="798896" y="272681"/>
                </a:lnTo>
                <a:lnTo>
                  <a:pt x="781063" y="230502"/>
                </a:lnTo>
                <a:lnTo>
                  <a:pt x="758826" y="190874"/>
                </a:lnTo>
                <a:lnTo>
                  <a:pt x="732493" y="154107"/>
                </a:lnTo>
                <a:lnTo>
                  <a:pt x="702373" y="120510"/>
                </a:lnTo>
                <a:lnTo>
                  <a:pt x="668775" y="90390"/>
                </a:lnTo>
                <a:lnTo>
                  <a:pt x="632008" y="64057"/>
                </a:lnTo>
                <a:lnTo>
                  <a:pt x="592381" y="41820"/>
                </a:lnTo>
                <a:lnTo>
                  <a:pt x="550202" y="23987"/>
                </a:lnTo>
                <a:lnTo>
                  <a:pt x="505780" y="10866"/>
                </a:lnTo>
                <a:lnTo>
                  <a:pt x="459423" y="2768"/>
                </a:lnTo>
                <a:lnTo>
                  <a:pt x="411441" y="0"/>
                </a:lnTo>
                <a:close/>
              </a:path>
            </a:pathLst>
          </a:custGeom>
          <a:solidFill>
            <a:srgbClr val="FDBA13"/>
          </a:solidFill>
        </p:spPr>
        <p:txBody>
          <a:bodyPr wrap="square" lIns="0" tIns="0" rIns="0" bIns="0" rtlCol="0"/>
          <a:lstStyle/>
          <a:p>
            <a:endParaRPr>
              <a:highlight>
                <a:srgbClr val="FDBA13"/>
              </a:highlight>
            </a:endParaRPr>
          </a:p>
        </p:txBody>
      </p:sp>
      <p:sp>
        <p:nvSpPr>
          <p:cNvPr id="70" name="Text Placeholder 2">
            <a:extLst>
              <a:ext uri="{FF2B5EF4-FFF2-40B4-BE49-F238E27FC236}">
                <a16:creationId xmlns:a16="http://schemas.microsoft.com/office/drawing/2014/main" id="{F5582053-EE49-BB4C-A8C4-FB472EA30EA8}"/>
              </a:ext>
            </a:extLst>
          </p:cNvPr>
          <p:cNvSpPr>
            <a:spLocks noGrp="1"/>
          </p:cNvSpPr>
          <p:nvPr>
            <p:ph type="body" sz="quarter" idx="18" hasCustomPrompt="1"/>
          </p:nvPr>
        </p:nvSpPr>
        <p:spPr>
          <a:xfrm>
            <a:off x="6191956" y="4492978"/>
            <a:ext cx="914400" cy="484748"/>
          </a:xfrm>
        </p:spPr>
        <p:txBody>
          <a:bodyPr/>
          <a:lstStyle>
            <a:lvl1pPr algn="ctr">
              <a:defRPr sz="3150" b="1">
                <a:solidFill>
                  <a:schemeClr val="bg1"/>
                </a:solidFill>
                <a:latin typeface="Arial" panose="020B0604020202020204" pitchFamily="34" charset="0"/>
                <a:cs typeface="Arial" panose="020B0604020202020204" pitchFamily="34" charset="0"/>
              </a:defRPr>
            </a:lvl1pPr>
          </a:lstStyle>
          <a:p>
            <a:pPr lvl="0"/>
            <a:r>
              <a:rPr lang="en-GB"/>
              <a:t>07</a:t>
            </a:r>
            <a:endParaRPr lang="en-US"/>
          </a:p>
        </p:txBody>
      </p:sp>
      <p:sp>
        <p:nvSpPr>
          <p:cNvPr id="71" name="object 17">
            <a:extLst>
              <a:ext uri="{FF2B5EF4-FFF2-40B4-BE49-F238E27FC236}">
                <a16:creationId xmlns:a16="http://schemas.microsoft.com/office/drawing/2014/main" id="{DB950829-8155-7C4A-814E-022B44884A74}"/>
              </a:ext>
            </a:extLst>
          </p:cNvPr>
          <p:cNvSpPr/>
          <p:nvPr userDrawn="1"/>
        </p:nvSpPr>
        <p:spPr>
          <a:xfrm>
            <a:off x="6237676" y="5461493"/>
            <a:ext cx="822960" cy="822960"/>
          </a:xfrm>
          <a:custGeom>
            <a:avLst/>
            <a:gdLst/>
            <a:ahLst/>
            <a:cxnLst/>
            <a:rect l="l" t="t" r="r" b="b"/>
            <a:pathLst>
              <a:path w="822960" h="822960">
                <a:moveTo>
                  <a:pt x="411441" y="0"/>
                </a:moveTo>
                <a:lnTo>
                  <a:pt x="363459" y="2768"/>
                </a:lnTo>
                <a:lnTo>
                  <a:pt x="317103" y="10866"/>
                </a:lnTo>
                <a:lnTo>
                  <a:pt x="272681" y="23987"/>
                </a:lnTo>
                <a:lnTo>
                  <a:pt x="230502" y="41820"/>
                </a:lnTo>
                <a:lnTo>
                  <a:pt x="190874" y="64057"/>
                </a:lnTo>
                <a:lnTo>
                  <a:pt x="154107" y="90390"/>
                </a:lnTo>
                <a:lnTo>
                  <a:pt x="120510" y="120510"/>
                </a:lnTo>
                <a:lnTo>
                  <a:pt x="90390" y="154107"/>
                </a:lnTo>
                <a:lnTo>
                  <a:pt x="64057" y="190874"/>
                </a:lnTo>
                <a:lnTo>
                  <a:pt x="41820" y="230502"/>
                </a:lnTo>
                <a:lnTo>
                  <a:pt x="23987" y="272681"/>
                </a:lnTo>
                <a:lnTo>
                  <a:pt x="10866" y="317103"/>
                </a:lnTo>
                <a:lnTo>
                  <a:pt x="2768" y="363459"/>
                </a:lnTo>
                <a:lnTo>
                  <a:pt x="0" y="411441"/>
                </a:lnTo>
                <a:lnTo>
                  <a:pt x="2768" y="459423"/>
                </a:lnTo>
                <a:lnTo>
                  <a:pt x="10866" y="505780"/>
                </a:lnTo>
                <a:lnTo>
                  <a:pt x="23987" y="550202"/>
                </a:lnTo>
                <a:lnTo>
                  <a:pt x="41820" y="592381"/>
                </a:lnTo>
                <a:lnTo>
                  <a:pt x="64057" y="632008"/>
                </a:lnTo>
                <a:lnTo>
                  <a:pt x="90390" y="668775"/>
                </a:lnTo>
                <a:lnTo>
                  <a:pt x="120510" y="702373"/>
                </a:lnTo>
                <a:lnTo>
                  <a:pt x="154107" y="732493"/>
                </a:lnTo>
                <a:lnTo>
                  <a:pt x="190874" y="758826"/>
                </a:lnTo>
                <a:lnTo>
                  <a:pt x="230502" y="781063"/>
                </a:lnTo>
                <a:lnTo>
                  <a:pt x="272681" y="798896"/>
                </a:lnTo>
                <a:lnTo>
                  <a:pt x="317103" y="812017"/>
                </a:lnTo>
                <a:lnTo>
                  <a:pt x="363459" y="820115"/>
                </a:lnTo>
                <a:lnTo>
                  <a:pt x="411441" y="822883"/>
                </a:lnTo>
                <a:lnTo>
                  <a:pt x="459423" y="820115"/>
                </a:lnTo>
                <a:lnTo>
                  <a:pt x="505780" y="812017"/>
                </a:lnTo>
                <a:lnTo>
                  <a:pt x="550202" y="798896"/>
                </a:lnTo>
                <a:lnTo>
                  <a:pt x="592381" y="781063"/>
                </a:lnTo>
                <a:lnTo>
                  <a:pt x="632008" y="758826"/>
                </a:lnTo>
                <a:lnTo>
                  <a:pt x="668775" y="732493"/>
                </a:lnTo>
                <a:lnTo>
                  <a:pt x="702373" y="702373"/>
                </a:lnTo>
                <a:lnTo>
                  <a:pt x="732493" y="668775"/>
                </a:lnTo>
                <a:lnTo>
                  <a:pt x="758826" y="632008"/>
                </a:lnTo>
                <a:lnTo>
                  <a:pt x="781063" y="592381"/>
                </a:lnTo>
                <a:lnTo>
                  <a:pt x="798896" y="550202"/>
                </a:lnTo>
                <a:lnTo>
                  <a:pt x="812017" y="505780"/>
                </a:lnTo>
                <a:lnTo>
                  <a:pt x="820115" y="459423"/>
                </a:lnTo>
                <a:lnTo>
                  <a:pt x="822883" y="411441"/>
                </a:lnTo>
                <a:lnTo>
                  <a:pt x="820115" y="363459"/>
                </a:lnTo>
                <a:lnTo>
                  <a:pt x="812017" y="317103"/>
                </a:lnTo>
                <a:lnTo>
                  <a:pt x="798896" y="272681"/>
                </a:lnTo>
                <a:lnTo>
                  <a:pt x="781063" y="230502"/>
                </a:lnTo>
                <a:lnTo>
                  <a:pt x="758826" y="190874"/>
                </a:lnTo>
                <a:lnTo>
                  <a:pt x="732493" y="154107"/>
                </a:lnTo>
                <a:lnTo>
                  <a:pt x="702373" y="120510"/>
                </a:lnTo>
                <a:lnTo>
                  <a:pt x="668775" y="90390"/>
                </a:lnTo>
                <a:lnTo>
                  <a:pt x="632008" y="64057"/>
                </a:lnTo>
                <a:lnTo>
                  <a:pt x="592381" y="41820"/>
                </a:lnTo>
                <a:lnTo>
                  <a:pt x="550202" y="23987"/>
                </a:lnTo>
                <a:lnTo>
                  <a:pt x="505780" y="10866"/>
                </a:lnTo>
                <a:lnTo>
                  <a:pt x="459423" y="2768"/>
                </a:lnTo>
                <a:lnTo>
                  <a:pt x="411441" y="0"/>
                </a:lnTo>
                <a:close/>
              </a:path>
            </a:pathLst>
          </a:custGeom>
          <a:solidFill>
            <a:srgbClr val="FDBA13"/>
          </a:solidFill>
        </p:spPr>
        <p:txBody>
          <a:bodyPr wrap="square" lIns="0" tIns="0" rIns="0" bIns="0" rtlCol="0"/>
          <a:lstStyle/>
          <a:p>
            <a:endParaRPr>
              <a:highlight>
                <a:srgbClr val="FDBA13"/>
              </a:highlight>
            </a:endParaRPr>
          </a:p>
        </p:txBody>
      </p:sp>
      <p:sp>
        <p:nvSpPr>
          <p:cNvPr id="72" name="Text Placeholder 2">
            <a:extLst>
              <a:ext uri="{FF2B5EF4-FFF2-40B4-BE49-F238E27FC236}">
                <a16:creationId xmlns:a16="http://schemas.microsoft.com/office/drawing/2014/main" id="{A854C96B-7FCE-5048-8682-21610E74FA2E}"/>
              </a:ext>
            </a:extLst>
          </p:cNvPr>
          <p:cNvSpPr>
            <a:spLocks noGrp="1"/>
          </p:cNvSpPr>
          <p:nvPr>
            <p:ph type="body" sz="quarter" idx="19" hasCustomPrompt="1"/>
          </p:nvPr>
        </p:nvSpPr>
        <p:spPr>
          <a:xfrm>
            <a:off x="6191956" y="5630702"/>
            <a:ext cx="914400" cy="484748"/>
          </a:xfrm>
        </p:spPr>
        <p:txBody>
          <a:bodyPr/>
          <a:lstStyle>
            <a:lvl1pPr algn="ctr">
              <a:defRPr sz="3150" b="1">
                <a:solidFill>
                  <a:schemeClr val="bg1"/>
                </a:solidFill>
                <a:latin typeface="Arial" panose="020B0604020202020204" pitchFamily="34" charset="0"/>
                <a:cs typeface="Arial" panose="020B0604020202020204" pitchFamily="34" charset="0"/>
              </a:defRPr>
            </a:lvl1pPr>
          </a:lstStyle>
          <a:p>
            <a:pPr lvl="0"/>
            <a:r>
              <a:rPr lang="en-GB"/>
              <a:t>08</a:t>
            </a:r>
            <a:endParaRPr lang="en-US"/>
          </a:p>
        </p:txBody>
      </p:sp>
      <p:sp>
        <p:nvSpPr>
          <p:cNvPr id="74" name="Text Placeholder 2">
            <a:extLst>
              <a:ext uri="{FF2B5EF4-FFF2-40B4-BE49-F238E27FC236}">
                <a16:creationId xmlns:a16="http://schemas.microsoft.com/office/drawing/2014/main" id="{17338358-2637-4F40-B17E-16CE627EF048}"/>
              </a:ext>
            </a:extLst>
          </p:cNvPr>
          <p:cNvSpPr>
            <a:spLocks noGrp="1"/>
          </p:cNvSpPr>
          <p:nvPr>
            <p:ph type="body" sz="quarter" idx="20" hasCustomPrompt="1"/>
          </p:nvPr>
        </p:nvSpPr>
        <p:spPr>
          <a:xfrm>
            <a:off x="1578655" y="2248647"/>
            <a:ext cx="3907745" cy="330200"/>
          </a:xfrm>
        </p:spPr>
        <p:txBody>
          <a:bodyPr/>
          <a:lstStyle>
            <a:lvl1pPr algn="l">
              <a:defRPr sz="2000" b="1">
                <a:solidFill>
                  <a:schemeClr val="bg1"/>
                </a:solidFill>
                <a:latin typeface="Arial" panose="020B0604020202020204" pitchFamily="34" charset="0"/>
                <a:cs typeface="Arial" panose="020B0604020202020204" pitchFamily="34" charset="0"/>
              </a:defRPr>
            </a:lvl1pPr>
          </a:lstStyle>
          <a:p>
            <a:pPr lvl="0"/>
            <a:r>
              <a:rPr lang="en-GB"/>
              <a:t>Title to go here</a:t>
            </a:r>
            <a:endParaRPr lang="en-US"/>
          </a:p>
        </p:txBody>
      </p:sp>
      <p:sp>
        <p:nvSpPr>
          <p:cNvPr id="75" name="Text Placeholder 2">
            <a:extLst>
              <a:ext uri="{FF2B5EF4-FFF2-40B4-BE49-F238E27FC236}">
                <a16:creationId xmlns:a16="http://schemas.microsoft.com/office/drawing/2014/main" id="{B435CC68-4CCA-8E48-8352-69AEE946461A}"/>
              </a:ext>
            </a:extLst>
          </p:cNvPr>
          <p:cNvSpPr>
            <a:spLocks noGrp="1"/>
          </p:cNvSpPr>
          <p:nvPr>
            <p:ph type="body" sz="quarter" idx="21" hasCustomPrompt="1"/>
          </p:nvPr>
        </p:nvSpPr>
        <p:spPr>
          <a:xfrm>
            <a:off x="1578655" y="3415354"/>
            <a:ext cx="3907745" cy="330200"/>
          </a:xfrm>
        </p:spPr>
        <p:txBody>
          <a:bodyPr/>
          <a:lstStyle>
            <a:lvl1pPr algn="l">
              <a:defRPr sz="2000" b="1">
                <a:solidFill>
                  <a:schemeClr val="bg1"/>
                </a:solidFill>
                <a:latin typeface="Arial" panose="020B0604020202020204" pitchFamily="34" charset="0"/>
                <a:cs typeface="Arial" panose="020B0604020202020204" pitchFamily="34" charset="0"/>
              </a:defRPr>
            </a:lvl1pPr>
          </a:lstStyle>
          <a:p>
            <a:pPr lvl="0"/>
            <a:r>
              <a:rPr lang="en-GB"/>
              <a:t>Title to go here</a:t>
            </a:r>
            <a:endParaRPr lang="en-US"/>
          </a:p>
        </p:txBody>
      </p:sp>
      <p:sp>
        <p:nvSpPr>
          <p:cNvPr id="76" name="Text Placeholder 2">
            <a:extLst>
              <a:ext uri="{FF2B5EF4-FFF2-40B4-BE49-F238E27FC236}">
                <a16:creationId xmlns:a16="http://schemas.microsoft.com/office/drawing/2014/main" id="{FFD479F7-74E2-2C46-A1CD-0BD117AED980}"/>
              </a:ext>
            </a:extLst>
          </p:cNvPr>
          <p:cNvSpPr>
            <a:spLocks noGrp="1"/>
          </p:cNvSpPr>
          <p:nvPr>
            <p:ph type="body" sz="quarter" idx="22" hasCustomPrompt="1"/>
          </p:nvPr>
        </p:nvSpPr>
        <p:spPr>
          <a:xfrm>
            <a:off x="1578655" y="4595607"/>
            <a:ext cx="3907745" cy="330200"/>
          </a:xfrm>
        </p:spPr>
        <p:txBody>
          <a:bodyPr/>
          <a:lstStyle>
            <a:lvl1pPr algn="l">
              <a:defRPr sz="2000" b="1">
                <a:solidFill>
                  <a:schemeClr val="bg1"/>
                </a:solidFill>
                <a:latin typeface="Arial" panose="020B0604020202020204" pitchFamily="34" charset="0"/>
                <a:cs typeface="Arial" panose="020B0604020202020204" pitchFamily="34" charset="0"/>
              </a:defRPr>
            </a:lvl1pPr>
          </a:lstStyle>
          <a:p>
            <a:pPr lvl="0"/>
            <a:r>
              <a:rPr lang="en-GB"/>
              <a:t>Title to go here</a:t>
            </a:r>
            <a:endParaRPr lang="en-US"/>
          </a:p>
        </p:txBody>
      </p:sp>
      <p:sp>
        <p:nvSpPr>
          <p:cNvPr id="77" name="Text Placeholder 2">
            <a:extLst>
              <a:ext uri="{FF2B5EF4-FFF2-40B4-BE49-F238E27FC236}">
                <a16:creationId xmlns:a16="http://schemas.microsoft.com/office/drawing/2014/main" id="{0FF4259C-63E8-0C4A-80D2-B3CD0132F6D6}"/>
              </a:ext>
            </a:extLst>
          </p:cNvPr>
          <p:cNvSpPr>
            <a:spLocks noGrp="1"/>
          </p:cNvSpPr>
          <p:nvPr>
            <p:ph type="body" sz="quarter" idx="23" hasCustomPrompt="1"/>
          </p:nvPr>
        </p:nvSpPr>
        <p:spPr>
          <a:xfrm>
            <a:off x="1578655" y="5742451"/>
            <a:ext cx="3907745" cy="330200"/>
          </a:xfrm>
        </p:spPr>
        <p:txBody>
          <a:bodyPr/>
          <a:lstStyle>
            <a:lvl1pPr algn="l">
              <a:defRPr sz="2000" b="1">
                <a:solidFill>
                  <a:schemeClr val="bg1"/>
                </a:solidFill>
                <a:latin typeface="Arial" panose="020B0604020202020204" pitchFamily="34" charset="0"/>
                <a:cs typeface="Arial" panose="020B0604020202020204" pitchFamily="34" charset="0"/>
              </a:defRPr>
            </a:lvl1pPr>
          </a:lstStyle>
          <a:p>
            <a:pPr lvl="0"/>
            <a:r>
              <a:rPr lang="en-GB"/>
              <a:t>Title to go here</a:t>
            </a:r>
            <a:endParaRPr lang="en-US"/>
          </a:p>
        </p:txBody>
      </p:sp>
      <p:sp>
        <p:nvSpPr>
          <p:cNvPr id="82" name="Text Placeholder 2">
            <a:extLst>
              <a:ext uri="{FF2B5EF4-FFF2-40B4-BE49-F238E27FC236}">
                <a16:creationId xmlns:a16="http://schemas.microsoft.com/office/drawing/2014/main" id="{AFCE00A5-7058-9C4D-B14D-FDE32BDBA044}"/>
              </a:ext>
            </a:extLst>
          </p:cNvPr>
          <p:cNvSpPr>
            <a:spLocks noGrp="1"/>
          </p:cNvSpPr>
          <p:nvPr>
            <p:ph type="body" sz="quarter" idx="24" hasCustomPrompt="1"/>
          </p:nvPr>
        </p:nvSpPr>
        <p:spPr>
          <a:xfrm>
            <a:off x="7193748" y="2234526"/>
            <a:ext cx="3907745" cy="330200"/>
          </a:xfrm>
        </p:spPr>
        <p:txBody>
          <a:bodyPr/>
          <a:lstStyle>
            <a:lvl1pPr algn="l">
              <a:defRPr sz="2000" b="1">
                <a:solidFill>
                  <a:schemeClr val="bg1"/>
                </a:solidFill>
                <a:latin typeface="Arial" panose="020B0604020202020204" pitchFamily="34" charset="0"/>
                <a:cs typeface="Arial" panose="020B0604020202020204" pitchFamily="34" charset="0"/>
              </a:defRPr>
            </a:lvl1pPr>
          </a:lstStyle>
          <a:p>
            <a:pPr lvl="0"/>
            <a:r>
              <a:rPr lang="en-GB"/>
              <a:t>Title to go here</a:t>
            </a:r>
            <a:endParaRPr lang="en-US"/>
          </a:p>
        </p:txBody>
      </p:sp>
      <p:sp>
        <p:nvSpPr>
          <p:cNvPr id="83" name="Text Placeholder 2">
            <a:extLst>
              <a:ext uri="{FF2B5EF4-FFF2-40B4-BE49-F238E27FC236}">
                <a16:creationId xmlns:a16="http://schemas.microsoft.com/office/drawing/2014/main" id="{BB212FAD-928F-AE48-90B8-764BCBFBA485}"/>
              </a:ext>
            </a:extLst>
          </p:cNvPr>
          <p:cNvSpPr>
            <a:spLocks noGrp="1"/>
          </p:cNvSpPr>
          <p:nvPr>
            <p:ph type="body" sz="quarter" idx="25" hasCustomPrompt="1"/>
          </p:nvPr>
        </p:nvSpPr>
        <p:spPr>
          <a:xfrm>
            <a:off x="7193748" y="3401233"/>
            <a:ext cx="3907745" cy="330200"/>
          </a:xfrm>
        </p:spPr>
        <p:txBody>
          <a:bodyPr/>
          <a:lstStyle>
            <a:lvl1pPr algn="l">
              <a:defRPr sz="2000" b="1">
                <a:solidFill>
                  <a:schemeClr val="bg1"/>
                </a:solidFill>
                <a:latin typeface="Arial" panose="020B0604020202020204" pitchFamily="34" charset="0"/>
                <a:cs typeface="Arial" panose="020B0604020202020204" pitchFamily="34" charset="0"/>
              </a:defRPr>
            </a:lvl1pPr>
          </a:lstStyle>
          <a:p>
            <a:pPr lvl="0"/>
            <a:r>
              <a:rPr lang="en-GB"/>
              <a:t>Title to go here</a:t>
            </a:r>
            <a:endParaRPr lang="en-US"/>
          </a:p>
        </p:txBody>
      </p:sp>
      <p:sp>
        <p:nvSpPr>
          <p:cNvPr id="84" name="Text Placeholder 2">
            <a:extLst>
              <a:ext uri="{FF2B5EF4-FFF2-40B4-BE49-F238E27FC236}">
                <a16:creationId xmlns:a16="http://schemas.microsoft.com/office/drawing/2014/main" id="{84540E62-23A8-9146-ADE1-EBEF6532B062}"/>
              </a:ext>
            </a:extLst>
          </p:cNvPr>
          <p:cNvSpPr>
            <a:spLocks noGrp="1"/>
          </p:cNvSpPr>
          <p:nvPr>
            <p:ph type="body" sz="quarter" idx="26" hasCustomPrompt="1"/>
          </p:nvPr>
        </p:nvSpPr>
        <p:spPr>
          <a:xfrm>
            <a:off x="7193748" y="4581486"/>
            <a:ext cx="3907745" cy="330200"/>
          </a:xfrm>
        </p:spPr>
        <p:txBody>
          <a:bodyPr/>
          <a:lstStyle>
            <a:lvl1pPr algn="l">
              <a:defRPr sz="2000" b="1">
                <a:solidFill>
                  <a:schemeClr val="bg1"/>
                </a:solidFill>
                <a:latin typeface="Arial" panose="020B0604020202020204" pitchFamily="34" charset="0"/>
                <a:cs typeface="Arial" panose="020B0604020202020204" pitchFamily="34" charset="0"/>
              </a:defRPr>
            </a:lvl1pPr>
          </a:lstStyle>
          <a:p>
            <a:pPr lvl="0"/>
            <a:r>
              <a:rPr lang="en-GB"/>
              <a:t>Title to go here</a:t>
            </a:r>
            <a:endParaRPr lang="en-US"/>
          </a:p>
        </p:txBody>
      </p:sp>
      <p:sp>
        <p:nvSpPr>
          <p:cNvPr id="85" name="Text Placeholder 2">
            <a:extLst>
              <a:ext uri="{FF2B5EF4-FFF2-40B4-BE49-F238E27FC236}">
                <a16:creationId xmlns:a16="http://schemas.microsoft.com/office/drawing/2014/main" id="{1C53A4AE-C416-4442-B6D4-D0A54E97F665}"/>
              </a:ext>
            </a:extLst>
          </p:cNvPr>
          <p:cNvSpPr>
            <a:spLocks noGrp="1"/>
          </p:cNvSpPr>
          <p:nvPr>
            <p:ph type="body" sz="quarter" idx="27" hasCustomPrompt="1"/>
          </p:nvPr>
        </p:nvSpPr>
        <p:spPr>
          <a:xfrm>
            <a:off x="7193748" y="5742451"/>
            <a:ext cx="3907745" cy="330200"/>
          </a:xfrm>
        </p:spPr>
        <p:txBody>
          <a:bodyPr/>
          <a:lstStyle>
            <a:lvl1pPr algn="l">
              <a:defRPr sz="2000" b="1">
                <a:solidFill>
                  <a:schemeClr val="bg1"/>
                </a:solidFill>
                <a:latin typeface="Arial" panose="020B0604020202020204" pitchFamily="34" charset="0"/>
                <a:cs typeface="Arial" panose="020B0604020202020204" pitchFamily="34" charset="0"/>
              </a:defRPr>
            </a:lvl1pPr>
          </a:lstStyle>
          <a:p>
            <a:pPr lvl="0"/>
            <a:r>
              <a:rPr lang="en-GB"/>
              <a:t>Title to go here</a:t>
            </a:r>
            <a:endParaRPr lang="en-US"/>
          </a:p>
        </p:txBody>
      </p:sp>
      <p:sp>
        <p:nvSpPr>
          <p:cNvPr id="38" name="object 4">
            <a:extLst>
              <a:ext uri="{FF2B5EF4-FFF2-40B4-BE49-F238E27FC236}">
                <a16:creationId xmlns:a16="http://schemas.microsoft.com/office/drawing/2014/main" id="{F06D9F0C-C8DC-3146-B5BD-4804081AB093}"/>
              </a:ext>
            </a:extLst>
          </p:cNvPr>
          <p:cNvSpPr/>
          <p:nvPr userDrawn="1"/>
        </p:nvSpPr>
        <p:spPr>
          <a:xfrm>
            <a:off x="0" y="0"/>
            <a:ext cx="12193270" cy="1295855"/>
          </a:xfrm>
          <a:custGeom>
            <a:avLst/>
            <a:gdLst/>
            <a:ahLst/>
            <a:cxnLst/>
            <a:rect l="l" t="t" r="r" b="b"/>
            <a:pathLst>
              <a:path w="12193270" h="1706880">
                <a:moveTo>
                  <a:pt x="12193206" y="0"/>
                </a:moveTo>
                <a:lnTo>
                  <a:pt x="0" y="0"/>
                </a:lnTo>
                <a:lnTo>
                  <a:pt x="0" y="1706765"/>
                </a:lnTo>
                <a:lnTo>
                  <a:pt x="12193206" y="1706765"/>
                </a:lnTo>
                <a:lnTo>
                  <a:pt x="12193206" y="0"/>
                </a:lnTo>
                <a:close/>
              </a:path>
            </a:pathLst>
          </a:custGeom>
          <a:solidFill>
            <a:srgbClr val="25408D"/>
          </a:solidFill>
        </p:spPr>
        <p:txBody>
          <a:bodyPr wrap="square" lIns="0" tIns="0" rIns="0" bIns="0" rtlCol="0"/>
          <a:lstStyle/>
          <a:p>
            <a:endParaRPr/>
          </a:p>
        </p:txBody>
      </p:sp>
      <p:pic>
        <p:nvPicPr>
          <p:cNvPr id="39" name="Picture 38">
            <a:extLst>
              <a:ext uri="{FF2B5EF4-FFF2-40B4-BE49-F238E27FC236}">
                <a16:creationId xmlns:a16="http://schemas.microsoft.com/office/drawing/2014/main" id="{512059AF-015C-4F4D-8003-829F6993C829}"/>
              </a:ext>
            </a:extLst>
          </p:cNvPr>
          <p:cNvPicPr>
            <a:picLocks noChangeAspect="1"/>
          </p:cNvPicPr>
          <p:nvPr userDrawn="1"/>
        </p:nvPicPr>
        <p:blipFill>
          <a:blip r:embed="rId2"/>
          <a:stretch>
            <a:fillRect/>
          </a:stretch>
        </p:blipFill>
        <p:spPr>
          <a:xfrm>
            <a:off x="9815421" y="424767"/>
            <a:ext cx="1801776" cy="553129"/>
          </a:xfrm>
          <a:prstGeom prst="rect">
            <a:avLst/>
          </a:prstGeom>
        </p:spPr>
      </p:pic>
      <p:sp>
        <p:nvSpPr>
          <p:cNvPr id="40" name="Text Placeholder 14">
            <a:extLst>
              <a:ext uri="{FF2B5EF4-FFF2-40B4-BE49-F238E27FC236}">
                <a16:creationId xmlns:a16="http://schemas.microsoft.com/office/drawing/2014/main" id="{08AC4639-2DD2-FE49-AADD-EED8D4A5974D}"/>
              </a:ext>
            </a:extLst>
          </p:cNvPr>
          <p:cNvSpPr>
            <a:spLocks noGrp="1"/>
          </p:cNvSpPr>
          <p:nvPr>
            <p:ph type="body" sz="quarter" idx="10" hasCustomPrompt="1"/>
          </p:nvPr>
        </p:nvSpPr>
        <p:spPr>
          <a:xfrm>
            <a:off x="533400" y="219670"/>
            <a:ext cx="5562600" cy="923330"/>
          </a:xfrm>
        </p:spPr>
        <p:txBody>
          <a:bodyPr/>
          <a:lstStyle>
            <a:lvl1pPr>
              <a:defRPr sz="6000" b="1" baseline="0">
                <a:solidFill>
                  <a:srgbClr val="FDBA13"/>
                </a:solidFill>
                <a:latin typeface="Arial" panose="020B0604020202020204" pitchFamily="34" charset="0"/>
                <a:cs typeface="Arial" panose="020B0604020202020204" pitchFamily="34" charset="0"/>
              </a:defRPr>
            </a:lvl1pPr>
          </a:lstStyle>
          <a:p>
            <a:pPr lvl="0"/>
            <a:r>
              <a:rPr lang="en-GB"/>
              <a:t>Header</a:t>
            </a:r>
            <a:endParaRPr lang="en-US"/>
          </a:p>
        </p:txBody>
      </p:sp>
    </p:spTree>
    <p:extLst>
      <p:ext uri="{BB962C8B-B14F-4D97-AF65-F5344CB8AC3E}">
        <p14:creationId xmlns:p14="http://schemas.microsoft.com/office/powerpoint/2010/main" val="188688658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TEXT FULL WIDTH">
    <p:bg>
      <p:bgPr>
        <a:solidFill>
          <a:schemeClr val="bg1"/>
        </a:solidFill>
        <a:effectLst/>
      </p:bgPr>
    </p:bg>
    <p:spTree>
      <p:nvGrpSpPr>
        <p:cNvPr id="1" name=""/>
        <p:cNvGrpSpPr/>
        <p:nvPr/>
      </p:nvGrpSpPr>
      <p:grpSpPr>
        <a:xfrm>
          <a:off x="0" y="0"/>
          <a:ext cx="0" cy="0"/>
          <a:chOff x="0" y="0"/>
          <a:chExt cx="0" cy="0"/>
        </a:xfrm>
      </p:grpSpPr>
      <p:sp>
        <p:nvSpPr>
          <p:cNvPr id="5" name="object 4">
            <a:extLst>
              <a:ext uri="{FF2B5EF4-FFF2-40B4-BE49-F238E27FC236}">
                <a16:creationId xmlns:a16="http://schemas.microsoft.com/office/drawing/2014/main" id="{C1F0E6C2-2EE5-D841-B127-9502BB69D97F}"/>
              </a:ext>
            </a:extLst>
          </p:cNvPr>
          <p:cNvSpPr/>
          <p:nvPr userDrawn="1"/>
        </p:nvSpPr>
        <p:spPr>
          <a:xfrm>
            <a:off x="0" y="0"/>
            <a:ext cx="12193270" cy="1295855"/>
          </a:xfrm>
          <a:custGeom>
            <a:avLst/>
            <a:gdLst/>
            <a:ahLst/>
            <a:cxnLst/>
            <a:rect l="l" t="t" r="r" b="b"/>
            <a:pathLst>
              <a:path w="12193270" h="1706880">
                <a:moveTo>
                  <a:pt x="12193206" y="0"/>
                </a:moveTo>
                <a:lnTo>
                  <a:pt x="0" y="0"/>
                </a:lnTo>
                <a:lnTo>
                  <a:pt x="0" y="1706765"/>
                </a:lnTo>
                <a:lnTo>
                  <a:pt x="12193206" y="1706765"/>
                </a:lnTo>
                <a:lnTo>
                  <a:pt x="12193206" y="0"/>
                </a:lnTo>
                <a:close/>
              </a:path>
            </a:pathLst>
          </a:custGeom>
          <a:solidFill>
            <a:srgbClr val="25408D"/>
          </a:solidFill>
        </p:spPr>
        <p:txBody>
          <a:bodyPr wrap="square" lIns="0" tIns="0" rIns="0" bIns="0" rtlCol="0"/>
          <a:lstStyle/>
          <a:p>
            <a:endParaRPr/>
          </a:p>
        </p:txBody>
      </p:sp>
      <p:pic>
        <p:nvPicPr>
          <p:cNvPr id="7" name="Picture 6">
            <a:extLst>
              <a:ext uri="{FF2B5EF4-FFF2-40B4-BE49-F238E27FC236}">
                <a16:creationId xmlns:a16="http://schemas.microsoft.com/office/drawing/2014/main" id="{02EE7552-CF1D-3046-90BC-DA62E4CFA17F}"/>
              </a:ext>
            </a:extLst>
          </p:cNvPr>
          <p:cNvPicPr>
            <a:picLocks noChangeAspect="1"/>
          </p:cNvPicPr>
          <p:nvPr userDrawn="1"/>
        </p:nvPicPr>
        <p:blipFill>
          <a:blip r:embed="rId2"/>
          <a:stretch>
            <a:fillRect/>
          </a:stretch>
        </p:blipFill>
        <p:spPr>
          <a:xfrm>
            <a:off x="9815421" y="424767"/>
            <a:ext cx="1801776" cy="553129"/>
          </a:xfrm>
          <a:prstGeom prst="rect">
            <a:avLst/>
          </a:prstGeom>
        </p:spPr>
      </p:pic>
      <p:sp>
        <p:nvSpPr>
          <p:cNvPr id="11" name="Text Placeholder 14">
            <a:extLst>
              <a:ext uri="{FF2B5EF4-FFF2-40B4-BE49-F238E27FC236}">
                <a16:creationId xmlns:a16="http://schemas.microsoft.com/office/drawing/2014/main" id="{6502E452-DD04-A942-B9C7-FB3B968F6231}"/>
              </a:ext>
            </a:extLst>
          </p:cNvPr>
          <p:cNvSpPr>
            <a:spLocks noGrp="1"/>
          </p:cNvSpPr>
          <p:nvPr>
            <p:ph type="body" sz="quarter" idx="10" hasCustomPrompt="1"/>
          </p:nvPr>
        </p:nvSpPr>
        <p:spPr>
          <a:xfrm>
            <a:off x="533400" y="219670"/>
            <a:ext cx="5562600" cy="923330"/>
          </a:xfrm>
        </p:spPr>
        <p:txBody>
          <a:bodyPr/>
          <a:lstStyle>
            <a:lvl1pPr>
              <a:defRPr sz="6000" b="1" baseline="0">
                <a:solidFill>
                  <a:srgbClr val="FDBA13"/>
                </a:solidFill>
                <a:latin typeface="Arial" panose="020B0604020202020204" pitchFamily="34" charset="0"/>
                <a:cs typeface="Arial" panose="020B0604020202020204" pitchFamily="34" charset="0"/>
              </a:defRPr>
            </a:lvl1pPr>
          </a:lstStyle>
          <a:p>
            <a:pPr lvl="0"/>
            <a:r>
              <a:rPr lang="en-GB"/>
              <a:t>Header</a:t>
            </a:r>
            <a:endParaRPr lang="en-US"/>
          </a:p>
        </p:txBody>
      </p:sp>
      <p:sp>
        <p:nvSpPr>
          <p:cNvPr id="15" name="Text Placeholder 14">
            <a:extLst>
              <a:ext uri="{FF2B5EF4-FFF2-40B4-BE49-F238E27FC236}">
                <a16:creationId xmlns:a16="http://schemas.microsoft.com/office/drawing/2014/main" id="{2B32422C-E3F5-664F-A900-E87EE9A73BA9}"/>
              </a:ext>
            </a:extLst>
          </p:cNvPr>
          <p:cNvSpPr>
            <a:spLocks noGrp="1"/>
          </p:cNvSpPr>
          <p:nvPr>
            <p:ph type="body" sz="quarter" idx="12" hasCustomPrompt="1"/>
          </p:nvPr>
        </p:nvSpPr>
        <p:spPr>
          <a:xfrm>
            <a:off x="533399" y="1995059"/>
            <a:ext cx="11083797" cy="1538883"/>
          </a:xfrm>
        </p:spPr>
        <p:txBody>
          <a:bodyPr/>
          <a:lstStyle>
            <a:lvl1pPr>
              <a:defRPr sz="2500" b="1">
                <a:solidFill>
                  <a:srgbClr val="24408D"/>
                </a:solidFill>
                <a:latin typeface="Arial" panose="020B0604020202020204" pitchFamily="34" charset="0"/>
                <a:cs typeface="Arial" panose="020B0604020202020204" pitchFamily="34" charset="0"/>
              </a:defRPr>
            </a:lvl1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Duis at </a:t>
            </a:r>
            <a:r>
              <a:rPr lang="en-GB" err="1"/>
              <a:t>commodo</a:t>
            </a:r>
            <a:r>
              <a:rPr lang="en-GB"/>
              <a:t> </a:t>
            </a:r>
            <a:r>
              <a:rPr lang="en-GB" err="1"/>
              <a:t>neque</a:t>
            </a:r>
            <a:r>
              <a:rPr lang="en-GB"/>
              <a:t>, non </a:t>
            </a:r>
            <a:r>
              <a:rPr lang="en-GB" err="1"/>
              <a:t>ultrices</a:t>
            </a:r>
            <a:r>
              <a:rPr lang="en-GB"/>
              <a:t> </a:t>
            </a:r>
            <a:r>
              <a:rPr lang="en-GB" err="1"/>
              <a:t>turpis</a:t>
            </a:r>
            <a:r>
              <a:rPr lang="en-GB"/>
              <a:t>. Integer </a:t>
            </a:r>
            <a:r>
              <a:rPr lang="en-GB" err="1"/>
              <a:t>rutrum</a:t>
            </a:r>
            <a:r>
              <a:rPr lang="en-GB"/>
              <a:t> </a:t>
            </a:r>
            <a:r>
              <a:rPr lang="en-GB" err="1"/>
              <a:t>sem</a:t>
            </a:r>
            <a:r>
              <a:rPr lang="en-GB"/>
              <a:t> </a:t>
            </a:r>
            <a:r>
              <a:rPr lang="en-GB" err="1"/>
              <a:t>quis</a:t>
            </a:r>
            <a:r>
              <a:rPr lang="en-GB"/>
              <a:t> </a:t>
            </a:r>
            <a:r>
              <a:rPr lang="en-GB" err="1"/>
              <a:t>neque</a:t>
            </a:r>
            <a:r>
              <a:rPr lang="en-GB"/>
              <a:t> </a:t>
            </a:r>
            <a:r>
              <a:rPr lang="en-GB" err="1"/>
              <a:t>interdum</a:t>
            </a:r>
            <a:r>
              <a:rPr lang="en-GB"/>
              <a:t> </a:t>
            </a:r>
            <a:r>
              <a:rPr lang="en-GB" err="1"/>
              <a:t>egestas</a:t>
            </a:r>
            <a:r>
              <a:rPr lang="en-GB"/>
              <a:t>. </a:t>
            </a:r>
            <a:r>
              <a:rPr lang="en-GB" err="1"/>
              <a:t>Praesent</a:t>
            </a:r>
            <a:r>
              <a:rPr lang="en-GB"/>
              <a:t> </a:t>
            </a:r>
            <a:r>
              <a:rPr lang="en-GB" err="1"/>
              <a:t>nibh</a:t>
            </a:r>
            <a:r>
              <a:rPr lang="en-GB"/>
              <a:t> </a:t>
            </a:r>
            <a:r>
              <a:rPr lang="en-GB" err="1"/>
              <a:t>est</a:t>
            </a:r>
            <a:r>
              <a:rPr lang="en-GB"/>
              <a:t>, </a:t>
            </a:r>
            <a:r>
              <a:rPr lang="en-GB" err="1"/>
              <a:t>pellentesque</a:t>
            </a:r>
            <a:r>
              <a:rPr lang="en-GB"/>
              <a:t> et </a:t>
            </a:r>
            <a:r>
              <a:rPr lang="en-GB" err="1"/>
              <a:t>felis</a:t>
            </a:r>
            <a:r>
              <a:rPr lang="en-GB"/>
              <a:t> </a:t>
            </a:r>
            <a:r>
              <a:rPr lang="en-GB" err="1"/>
              <a:t>vel</a:t>
            </a:r>
            <a:r>
              <a:rPr lang="en-GB"/>
              <a:t>, </a:t>
            </a:r>
            <a:r>
              <a:rPr lang="en-GB" err="1"/>
              <a:t>aliquet</a:t>
            </a:r>
            <a:r>
              <a:rPr lang="en-GB"/>
              <a:t> </a:t>
            </a:r>
            <a:r>
              <a:rPr lang="en-GB" err="1"/>
              <a:t>interdum</a:t>
            </a:r>
            <a:r>
              <a:rPr lang="en-GB"/>
              <a:t> magna.</a:t>
            </a:r>
            <a:endParaRPr lang="en-US"/>
          </a:p>
        </p:txBody>
      </p:sp>
      <p:sp>
        <p:nvSpPr>
          <p:cNvPr id="16" name="Text Placeholder 14">
            <a:extLst>
              <a:ext uri="{FF2B5EF4-FFF2-40B4-BE49-F238E27FC236}">
                <a16:creationId xmlns:a16="http://schemas.microsoft.com/office/drawing/2014/main" id="{E2D74DB2-1448-F044-80ED-D57DCBA77357}"/>
              </a:ext>
            </a:extLst>
          </p:cNvPr>
          <p:cNvSpPr>
            <a:spLocks noGrp="1"/>
          </p:cNvSpPr>
          <p:nvPr>
            <p:ph type="body" sz="quarter" idx="13" hasCustomPrompt="1"/>
          </p:nvPr>
        </p:nvSpPr>
        <p:spPr>
          <a:xfrm>
            <a:off x="533400" y="3823541"/>
            <a:ext cx="11083796" cy="2752035"/>
          </a:xfrm>
        </p:spPr>
        <p:txBody>
          <a:bodyPr/>
          <a:lstStyle>
            <a:lvl1pPr>
              <a:defRPr sz="2000" b="0">
                <a:solidFill>
                  <a:schemeClr val="tx1"/>
                </a:solidFill>
                <a:latin typeface="Arial" panose="020B0604020202020204" pitchFamily="34" charset="0"/>
                <a:cs typeface="Arial" panose="020B0604020202020204" pitchFamily="34" charset="0"/>
              </a:defRPr>
            </a:lvl1pPr>
          </a:lstStyle>
          <a:p>
            <a:pPr marL="12700" marR="5080">
              <a:lnSpc>
                <a:spcPct val="100000"/>
              </a:lnSpc>
              <a:spcBef>
                <a:spcPts val="2185"/>
              </a:spcBef>
            </a:pPr>
            <a:r>
              <a:rPr lang="en-GB" sz="2000" spc="-5">
                <a:solidFill>
                  <a:srgbClr val="231F20"/>
                </a:solidFill>
                <a:latin typeface="Arial"/>
                <a:cs typeface="Arial"/>
              </a:rPr>
              <a:t>Lorem ipsum </a:t>
            </a:r>
            <a:r>
              <a:rPr lang="en-GB" sz="2000" spc="-5" err="1">
                <a:solidFill>
                  <a:srgbClr val="231F20"/>
                </a:solidFill>
                <a:latin typeface="Arial"/>
                <a:cs typeface="Arial"/>
              </a:rPr>
              <a:t>dolor</a:t>
            </a:r>
            <a:r>
              <a:rPr lang="en-GB" sz="2000" spc="-5">
                <a:solidFill>
                  <a:srgbClr val="231F20"/>
                </a:solidFill>
                <a:latin typeface="Arial"/>
                <a:cs typeface="Arial"/>
              </a:rPr>
              <a:t> </a:t>
            </a:r>
            <a:r>
              <a:rPr lang="en-GB" sz="2000">
                <a:solidFill>
                  <a:srgbClr val="231F20"/>
                </a:solidFill>
                <a:latin typeface="Arial"/>
                <a:cs typeface="Arial"/>
              </a:rPr>
              <a:t>sit </a:t>
            </a:r>
            <a:r>
              <a:rPr lang="en-GB" sz="2000" spc="-5" err="1">
                <a:solidFill>
                  <a:srgbClr val="231F20"/>
                </a:solidFill>
                <a:latin typeface="Arial"/>
                <a:cs typeface="Arial"/>
              </a:rPr>
              <a:t>amet</a:t>
            </a:r>
            <a:r>
              <a:rPr lang="en-GB" sz="2000" spc="-5">
                <a:solidFill>
                  <a:srgbClr val="231F20"/>
                </a:solidFill>
                <a:latin typeface="Arial"/>
                <a:cs typeface="Arial"/>
              </a:rPr>
              <a:t>, </a:t>
            </a:r>
            <a:r>
              <a:rPr lang="en-GB" sz="2000" err="1">
                <a:solidFill>
                  <a:srgbClr val="231F20"/>
                </a:solidFill>
                <a:latin typeface="Arial"/>
                <a:cs typeface="Arial"/>
              </a:rPr>
              <a:t>consectetur</a:t>
            </a:r>
            <a:r>
              <a:rPr lang="en-GB" sz="2000">
                <a:solidFill>
                  <a:srgbClr val="231F20"/>
                </a:solidFill>
                <a:latin typeface="Arial"/>
                <a:cs typeface="Arial"/>
              </a:rPr>
              <a:t> ad- </a:t>
            </a:r>
            <a:r>
              <a:rPr lang="en-GB" sz="2000" spc="5">
                <a:solidFill>
                  <a:srgbClr val="231F20"/>
                </a:solidFill>
                <a:latin typeface="Arial"/>
                <a:cs typeface="Arial"/>
              </a:rPr>
              <a:t> </a:t>
            </a:r>
            <a:r>
              <a:rPr lang="en-GB" sz="2000" spc="-5" err="1">
                <a:solidFill>
                  <a:srgbClr val="231F20"/>
                </a:solidFill>
                <a:latin typeface="Arial"/>
                <a:cs typeface="Arial"/>
              </a:rPr>
              <a:t>ipiscing</a:t>
            </a:r>
            <a:r>
              <a:rPr lang="en-GB" sz="2000" spc="-5">
                <a:solidFill>
                  <a:srgbClr val="231F20"/>
                </a:solidFill>
                <a:latin typeface="Arial"/>
                <a:cs typeface="Arial"/>
              </a:rPr>
              <a:t> </a:t>
            </a:r>
            <a:r>
              <a:rPr lang="en-GB" sz="2000" spc="-5" err="1">
                <a:solidFill>
                  <a:srgbClr val="231F20"/>
                </a:solidFill>
                <a:latin typeface="Arial"/>
                <a:cs typeface="Arial"/>
              </a:rPr>
              <a:t>elit</a:t>
            </a:r>
            <a:r>
              <a:rPr lang="en-GB" sz="2000" spc="-5">
                <a:solidFill>
                  <a:srgbClr val="231F20"/>
                </a:solidFill>
                <a:latin typeface="Arial"/>
                <a:cs typeface="Arial"/>
              </a:rPr>
              <a:t>. Duis at </a:t>
            </a:r>
            <a:r>
              <a:rPr lang="en-GB" sz="2000" err="1">
                <a:solidFill>
                  <a:srgbClr val="231F20"/>
                </a:solidFill>
                <a:latin typeface="Arial"/>
                <a:cs typeface="Arial"/>
              </a:rPr>
              <a:t>commodo</a:t>
            </a:r>
            <a:r>
              <a:rPr lang="en-GB" sz="2000">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 non </a:t>
            </a:r>
            <a:r>
              <a:rPr lang="en-GB" sz="2000">
                <a:solidFill>
                  <a:srgbClr val="231F20"/>
                </a:solidFill>
                <a:latin typeface="Arial"/>
                <a:cs typeface="Arial"/>
              </a:rPr>
              <a:t> </a:t>
            </a:r>
            <a:r>
              <a:rPr lang="en-GB" sz="2000" spc="-5" err="1">
                <a:solidFill>
                  <a:srgbClr val="231F20"/>
                </a:solidFill>
                <a:latin typeface="Arial"/>
                <a:cs typeface="Arial"/>
              </a:rPr>
              <a:t>ultrices</a:t>
            </a:r>
            <a:r>
              <a:rPr lang="en-GB" sz="2000" spc="-20">
                <a:solidFill>
                  <a:srgbClr val="231F20"/>
                </a:solidFill>
                <a:latin typeface="Arial"/>
                <a:cs typeface="Arial"/>
              </a:rPr>
              <a:t> </a:t>
            </a:r>
            <a:r>
              <a:rPr lang="en-GB" sz="2000" err="1">
                <a:solidFill>
                  <a:srgbClr val="231F20"/>
                </a:solidFill>
                <a:latin typeface="Arial"/>
                <a:cs typeface="Arial"/>
              </a:rPr>
              <a:t>turpis</a:t>
            </a:r>
            <a:r>
              <a:rPr lang="en-GB" sz="2000">
                <a:solidFill>
                  <a:srgbClr val="231F20"/>
                </a:solidFill>
                <a:latin typeface="Arial"/>
                <a:cs typeface="Arial"/>
              </a:rPr>
              <a:t>.</a:t>
            </a:r>
            <a:r>
              <a:rPr lang="en-GB" sz="2000" spc="-20">
                <a:solidFill>
                  <a:srgbClr val="231F20"/>
                </a:solidFill>
                <a:latin typeface="Arial"/>
                <a:cs typeface="Arial"/>
              </a:rPr>
              <a:t> </a:t>
            </a:r>
            <a:r>
              <a:rPr lang="en-GB" sz="2000">
                <a:solidFill>
                  <a:srgbClr val="231F20"/>
                </a:solidFill>
                <a:latin typeface="Arial"/>
                <a:cs typeface="Arial"/>
              </a:rPr>
              <a:t>Integer</a:t>
            </a:r>
            <a:r>
              <a:rPr lang="en-GB" sz="2000" spc="-20">
                <a:solidFill>
                  <a:srgbClr val="231F20"/>
                </a:solidFill>
                <a:latin typeface="Arial"/>
                <a:cs typeface="Arial"/>
              </a:rPr>
              <a:t> </a:t>
            </a:r>
            <a:r>
              <a:rPr lang="en-GB" sz="2000" err="1">
                <a:solidFill>
                  <a:srgbClr val="231F20"/>
                </a:solidFill>
                <a:latin typeface="Arial"/>
                <a:cs typeface="Arial"/>
              </a:rPr>
              <a:t>rutrum</a:t>
            </a:r>
            <a:r>
              <a:rPr lang="en-GB" sz="2000" spc="-20">
                <a:solidFill>
                  <a:srgbClr val="231F20"/>
                </a:solidFill>
                <a:latin typeface="Arial"/>
                <a:cs typeface="Arial"/>
              </a:rPr>
              <a:t> </a:t>
            </a:r>
            <a:r>
              <a:rPr lang="en-GB" sz="2000" err="1">
                <a:solidFill>
                  <a:srgbClr val="231F20"/>
                </a:solidFill>
                <a:latin typeface="Arial"/>
                <a:cs typeface="Arial"/>
              </a:rPr>
              <a:t>sem</a:t>
            </a:r>
            <a:r>
              <a:rPr lang="en-GB" sz="2000" spc="-20">
                <a:solidFill>
                  <a:srgbClr val="231F20"/>
                </a:solidFill>
                <a:latin typeface="Arial"/>
                <a:cs typeface="Arial"/>
              </a:rPr>
              <a:t> </a:t>
            </a:r>
            <a:r>
              <a:rPr lang="en-GB" sz="2000" spc="-5" err="1">
                <a:solidFill>
                  <a:srgbClr val="231F20"/>
                </a:solidFill>
                <a:latin typeface="Arial"/>
                <a:cs typeface="Arial"/>
              </a:rPr>
              <a:t>quis</a:t>
            </a:r>
            <a:r>
              <a:rPr lang="en-GB" sz="2000" spc="-20">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 </a:t>
            </a:r>
            <a:r>
              <a:rPr lang="en-GB" sz="2000" spc="-540">
                <a:solidFill>
                  <a:srgbClr val="231F20"/>
                </a:solidFill>
                <a:latin typeface="Arial"/>
                <a:cs typeface="Arial"/>
              </a:rPr>
              <a:t> </a:t>
            </a:r>
            <a:r>
              <a:rPr lang="en-GB" sz="2000" spc="-5" err="1">
                <a:solidFill>
                  <a:srgbClr val="231F20"/>
                </a:solidFill>
                <a:latin typeface="Arial"/>
                <a:cs typeface="Arial"/>
              </a:rPr>
              <a:t>interdum</a:t>
            </a:r>
            <a:r>
              <a:rPr lang="en-GB" sz="2000" spc="-5">
                <a:solidFill>
                  <a:srgbClr val="231F20"/>
                </a:solidFill>
                <a:latin typeface="Arial"/>
                <a:cs typeface="Arial"/>
              </a:rPr>
              <a:t> </a:t>
            </a:r>
            <a:r>
              <a:rPr lang="en-GB" sz="2000" spc="-5" err="1">
                <a:solidFill>
                  <a:srgbClr val="231F20"/>
                </a:solidFill>
                <a:latin typeface="Arial"/>
                <a:cs typeface="Arial"/>
              </a:rPr>
              <a:t>egestas</a:t>
            </a:r>
            <a:r>
              <a:rPr lang="en-GB" sz="2000" spc="-5">
                <a:solidFill>
                  <a:srgbClr val="231F20"/>
                </a:solidFill>
                <a:latin typeface="Arial"/>
                <a:cs typeface="Arial"/>
              </a:rPr>
              <a:t>. </a:t>
            </a:r>
            <a:r>
              <a:rPr lang="en-GB" sz="2000" err="1">
                <a:solidFill>
                  <a:srgbClr val="231F20"/>
                </a:solidFill>
                <a:latin typeface="Arial"/>
                <a:cs typeface="Arial"/>
              </a:rPr>
              <a:t>Praesent</a:t>
            </a:r>
            <a:r>
              <a:rPr lang="en-GB" sz="2000">
                <a:solidFill>
                  <a:srgbClr val="231F20"/>
                </a:solidFill>
                <a:latin typeface="Arial"/>
                <a:cs typeface="Arial"/>
              </a:rPr>
              <a:t> </a:t>
            </a:r>
            <a:r>
              <a:rPr lang="en-GB" sz="2000" spc="-5" err="1">
                <a:solidFill>
                  <a:srgbClr val="231F20"/>
                </a:solidFill>
                <a:latin typeface="Arial"/>
                <a:cs typeface="Arial"/>
              </a:rPr>
              <a:t>nibh</a:t>
            </a:r>
            <a:r>
              <a:rPr lang="en-GB" sz="2000" spc="-5">
                <a:solidFill>
                  <a:srgbClr val="231F20"/>
                </a:solidFill>
                <a:latin typeface="Arial"/>
                <a:cs typeface="Arial"/>
              </a:rPr>
              <a:t> </a:t>
            </a:r>
            <a:r>
              <a:rPr lang="en-GB" sz="2000" spc="-5" err="1">
                <a:solidFill>
                  <a:srgbClr val="231F20"/>
                </a:solidFill>
                <a:latin typeface="Arial"/>
                <a:cs typeface="Arial"/>
              </a:rPr>
              <a:t>est</a:t>
            </a:r>
            <a:r>
              <a:rPr lang="en-GB" sz="2000" spc="-5">
                <a:solidFill>
                  <a:srgbClr val="231F20"/>
                </a:solidFill>
                <a:latin typeface="Arial"/>
                <a:cs typeface="Arial"/>
              </a:rPr>
              <a:t>, </a:t>
            </a:r>
            <a:r>
              <a:rPr lang="en-GB" sz="2000" spc="-5" err="1">
                <a:solidFill>
                  <a:srgbClr val="231F20"/>
                </a:solidFill>
                <a:latin typeface="Arial"/>
                <a:cs typeface="Arial"/>
              </a:rPr>
              <a:t>pellen</a:t>
            </a:r>
            <a:r>
              <a:rPr lang="en-GB" sz="2000" spc="-5">
                <a:solidFill>
                  <a:srgbClr val="231F20"/>
                </a:solidFill>
                <a:latin typeface="Arial"/>
                <a:cs typeface="Arial"/>
              </a:rPr>
              <a:t>- </a:t>
            </a:r>
            <a:r>
              <a:rPr lang="en-GB" sz="2000">
                <a:solidFill>
                  <a:srgbClr val="231F20"/>
                </a:solidFill>
                <a:latin typeface="Arial"/>
                <a:cs typeface="Arial"/>
              </a:rPr>
              <a:t> </a:t>
            </a:r>
            <a:r>
              <a:rPr lang="en-GB" sz="2000" err="1">
                <a:solidFill>
                  <a:srgbClr val="231F20"/>
                </a:solidFill>
                <a:latin typeface="Arial"/>
                <a:cs typeface="Arial"/>
              </a:rPr>
              <a:t>tesque</a:t>
            </a:r>
            <a:r>
              <a:rPr lang="en-GB" sz="2000" spc="-10">
                <a:solidFill>
                  <a:srgbClr val="231F20"/>
                </a:solidFill>
                <a:latin typeface="Arial"/>
                <a:cs typeface="Arial"/>
              </a:rPr>
              <a:t> </a:t>
            </a:r>
            <a:r>
              <a:rPr lang="en-GB" sz="2000" spc="-5">
                <a:solidFill>
                  <a:srgbClr val="231F20"/>
                </a:solidFill>
                <a:latin typeface="Arial"/>
                <a:cs typeface="Arial"/>
              </a:rPr>
              <a:t>et</a:t>
            </a:r>
            <a:r>
              <a:rPr lang="en-GB" sz="2000" spc="-15">
                <a:solidFill>
                  <a:srgbClr val="231F20"/>
                </a:solidFill>
                <a:latin typeface="Arial"/>
                <a:cs typeface="Arial"/>
              </a:rPr>
              <a:t> </a:t>
            </a:r>
            <a:r>
              <a:rPr lang="en-GB" sz="2000" err="1">
                <a:solidFill>
                  <a:srgbClr val="231F20"/>
                </a:solidFill>
                <a:latin typeface="Arial"/>
                <a:cs typeface="Arial"/>
              </a:rPr>
              <a:t>felis</a:t>
            </a:r>
            <a:r>
              <a:rPr lang="en-GB" sz="2000" spc="-10">
                <a:solidFill>
                  <a:srgbClr val="231F20"/>
                </a:solidFill>
                <a:latin typeface="Arial"/>
                <a:cs typeface="Arial"/>
              </a:rPr>
              <a:t> </a:t>
            </a:r>
            <a:r>
              <a:rPr lang="en-GB" sz="2000" err="1">
                <a:solidFill>
                  <a:srgbClr val="231F20"/>
                </a:solidFill>
                <a:latin typeface="Arial"/>
                <a:cs typeface="Arial"/>
              </a:rPr>
              <a:t>vel</a:t>
            </a:r>
            <a:r>
              <a:rPr lang="en-GB" sz="2000">
                <a:solidFill>
                  <a:srgbClr val="231F20"/>
                </a:solidFill>
                <a:latin typeface="Arial"/>
                <a:cs typeface="Arial"/>
              </a:rPr>
              <a:t>,</a:t>
            </a:r>
            <a:r>
              <a:rPr lang="en-GB" sz="2000" spc="-5">
                <a:solidFill>
                  <a:srgbClr val="231F20"/>
                </a:solidFill>
                <a:latin typeface="Arial"/>
                <a:cs typeface="Arial"/>
              </a:rPr>
              <a:t> </a:t>
            </a:r>
            <a:r>
              <a:rPr lang="en-GB" sz="2000" spc="-5" err="1">
                <a:solidFill>
                  <a:srgbClr val="231F20"/>
                </a:solidFill>
                <a:latin typeface="Arial"/>
                <a:cs typeface="Arial"/>
              </a:rPr>
              <a:t>aliquet</a:t>
            </a:r>
            <a:r>
              <a:rPr lang="en-GB" sz="2000" spc="-15">
                <a:solidFill>
                  <a:srgbClr val="231F20"/>
                </a:solidFill>
                <a:latin typeface="Arial"/>
                <a:cs typeface="Arial"/>
              </a:rPr>
              <a:t> </a:t>
            </a:r>
            <a:r>
              <a:rPr lang="en-GB" sz="2000" spc="-5" err="1">
                <a:solidFill>
                  <a:srgbClr val="231F20"/>
                </a:solidFill>
                <a:latin typeface="Arial"/>
                <a:cs typeface="Arial"/>
              </a:rPr>
              <a:t>interdum</a:t>
            </a:r>
            <a:r>
              <a:rPr lang="en-GB" sz="2000" spc="-15">
                <a:solidFill>
                  <a:srgbClr val="231F20"/>
                </a:solidFill>
                <a:latin typeface="Arial"/>
                <a:cs typeface="Arial"/>
              </a:rPr>
              <a:t> </a:t>
            </a:r>
            <a:r>
              <a:rPr lang="en-GB" sz="2000">
                <a:solidFill>
                  <a:srgbClr val="231F20"/>
                </a:solidFill>
                <a:latin typeface="Arial"/>
                <a:cs typeface="Arial"/>
              </a:rPr>
              <a:t>magna.</a:t>
            </a:r>
            <a:endParaRPr lang="en-GB" sz="2000">
              <a:latin typeface="Arial"/>
              <a:cs typeface="Arial"/>
            </a:endParaRPr>
          </a:p>
          <a:p>
            <a:pPr>
              <a:lnSpc>
                <a:spcPct val="100000"/>
              </a:lnSpc>
              <a:spcBef>
                <a:spcPts val="45"/>
              </a:spcBef>
            </a:pPr>
            <a:endParaRPr lang="en-GB" sz="2050">
              <a:latin typeface="Arial"/>
              <a:cs typeface="Arial"/>
            </a:endParaRPr>
          </a:p>
          <a:p>
            <a:pPr marL="12700" marR="5080">
              <a:lnSpc>
                <a:spcPct val="100000"/>
              </a:lnSpc>
            </a:pPr>
            <a:r>
              <a:rPr lang="en-GB" sz="2000" spc="-5">
                <a:solidFill>
                  <a:srgbClr val="231F20"/>
                </a:solidFill>
                <a:latin typeface="Arial"/>
                <a:cs typeface="Arial"/>
              </a:rPr>
              <a:t>Donec</a:t>
            </a:r>
            <a:r>
              <a:rPr lang="en-GB" sz="2000" spc="-20">
                <a:solidFill>
                  <a:srgbClr val="231F20"/>
                </a:solidFill>
                <a:latin typeface="Arial"/>
                <a:cs typeface="Arial"/>
              </a:rPr>
              <a:t> </a:t>
            </a:r>
            <a:r>
              <a:rPr lang="en-GB" sz="2000" spc="-5" err="1">
                <a:solidFill>
                  <a:srgbClr val="231F20"/>
                </a:solidFill>
                <a:latin typeface="Arial"/>
                <a:cs typeface="Arial"/>
              </a:rPr>
              <a:t>ut</a:t>
            </a:r>
            <a:r>
              <a:rPr lang="en-GB" sz="2000" spc="-20">
                <a:solidFill>
                  <a:srgbClr val="231F20"/>
                </a:solidFill>
                <a:latin typeface="Arial"/>
                <a:cs typeface="Arial"/>
              </a:rPr>
              <a:t> </a:t>
            </a:r>
            <a:r>
              <a:rPr lang="en-GB" sz="2000" err="1">
                <a:solidFill>
                  <a:srgbClr val="231F20"/>
                </a:solidFill>
                <a:latin typeface="Arial"/>
                <a:cs typeface="Arial"/>
              </a:rPr>
              <a:t>suscipit</a:t>
            </a:r>
            <a:r>
              <a:rPr lang="en-GB" sz="2000" spc="-15">
                <a:solidFill>
                  <a:srgbClr val="231F20"/>
                </a:solidFill>
                <a:latin typeface="Arial"/>
                <a:cs typeface="Arial"/>
              </a:rPr>
              <a:t> </a:t>
            </a:r>
            <a:r>
              <a:rPr lang="en-GB" sz="2000" spc="-25" err="1">
                <a:solidFill>
                  <a:srgbClr val="231F20"/>
                </a:solidFill>
                <a:latin typeface="Arial"/>
                <a:cs typeface="Arial"/>
              </a:rPr>
              <a:t>dolor</a:t>
            </a:r>
            <a:r>
              <a:rPr lang="en-GB" sz="2000" spc="-25">
                <a:solidFill>
                  <a:srgbClr val="231F20"/>
                </a:solidFill>
                <a:latin typeface="Arial"/>
                <a:cs typeface="Arial"/>
              </a:rPr>
              <a:t>,</a:t>
            </a:r>
            <a:r>
              <a:rPr lang="en-GB" sz="2000" spc="-20">
                <a:solidFill>
                  <a:srgbClr val="231F20"/>
                </a:solidFill>
                <a:latin typeface="Arial"/>
                <a:cs typeface="Arial"/>
              </a:rPr>
              <a:t> </a:t>
            </a:r>
            <a:r>
              <a:rPr lang="en-GB" sz="2000">
                <a:solidFill>
                  <a:srgbClr val="231F20"/>
                </a:solidFill>
                <a:latin typeface="Arial"/>
                <a:cs typeface="Arial"/>
              </a:rPr>
              <a:t>vitae</a:t>
            </a:r>
            <a:r>
              <a:rPr lang="en-GB" sz="2000" spc="-15">
                <a:solidFill>
                  <a:srgbClr val="231F20"/>
                </a:solidFill>
                <a:latin typeface="Arial"/>
                <a:cs typeface="Arial"/>
              </a:rPr>
              <a:t> </a:t>
            </a:r>
            <a:r>
              <a:rPr lang="en-GB" sz="2000" err="1">
                <a:solidFill>
                  <a:srgbClr val="231F20"/>
                </a:solidFill>
                <a:latin typeface="Arial"/>
                <a:cs typeface="Arial"/>
              </a:rPr>
              <a:t>sollicitudin</a:t>
            </a:r>
            <a:r>
              <a:rPr lang="en-GB" sz="2000" spc="-15">
                <a:solidFill>
                  <a:srgbClr val="231F20"/>
                </a:solidFill>
                <a:latin typeface="Arial"/>
                <a:cs typeface="Arial"/>
              </a:rPr>
              <a:t> </a:t>
            </a:r>
            <a:r>
              <a:rPr lang="en-GB" sz="2000">
                <a:solidFill>
                  <a:srgbClr val="231F20"/>
                </a:solidFill>
                <a:latin typeface="Arial"/>
                <a:cs typeface="Arial"/>
              </a:rPr>
              <a:t>sem. </a:t>
            </a:r>
            <a:r>
              <a:rPr lang="en-GB" sz="2000" spc="-540">
                <a:solidFill>
                  <a:srgbClr val="231F20"/>
                </a:solidFill>
                <a:latin typeface="Arial"/>
                <a:cs typeface="Arial"/>
              </a:rPr>
              <a:t> </a:t>
            </a:r>
            <a:r>
              <a:rPr lang="en-GB" sz="2000" err="1">
                <a:solidFill>
                  <a:srgbClr val="231F20"/>
                </a:solidFill>
                <a:latin typeface="Arial"/>
                <a:cs typeface="Arial"/>
              </a:rPr>
              <a:t>Sed</a:t>
            </a:r>
            <a:r>
              <a:rPr lang="en-GB" sz="2000" spc="-15">
                <a:solidFill>
                  <a:srgbClr val="231F20"/>
                </a:solidFill>
                <a:latin typeface="Arial"/>
                <a:cs typeface="Arial"/>
              </a:rPr>
              <a:t> </a:t>
            </a:r>
            <a:r>
              <a:rPr lang="en-GB" sz="2000" spc="-5" err="1">
                <a:solidFill>
                  <a:srgbClr val="231F20"/>
                </a:solidFill>
                <a:latin typeface="Arial"/>
                <a:cs typeface="Arial"/>
              </a:rPr>
              <a:t>eget</a:t>
            </a:r>
            <a:r>
              <a:rPr lang="en-GB" sz="2000" spc="-20">
                <a:solidFill>
                  <a:srgbClr val="231F20"/>
                </a:solidFill>
                <a:latin typeface="Arial"/>
                <a:cs typeface="Arial"/>
              </a:rPr>
              <a:t> </a:t>
            </a:r>
            <a:r>
              <a:rPr lang="en-GB" sz="2000">
                <a:solidFill>
                  <a:srgbClr val="231F20"/>
                </a:solidFill>
                <a:latin typeface="Arial"/>
                <a:cs typeface="Arial"/>
              </a:rPr>
              <a:t>cursus</a:t>
            </a:r>
            <a:r>
              <a:rPr lang="en-GB" sz="2000" spc="-15">
                <a:solidFill>
                  <a:srgbClr val="231F20"/>
                </a:solidFill>
                <a:latin typeface="Arial"/>
                <a:cs typeface="Arial"/>
              </a:rPr>
              <a:t> </a:t>
            </a:r>
            <a:r>
              <a:rPr lang="en-GB" sz="2000" spc="-5" err="1">
                <a:solidFill>
                  <a:srgbClr val="231F20"/>
                </a:solidFill>
                <a:latin typeface="Arial"/>
                <a:cs typeface="Arial"/>
              </a:rPr>
              <a:t>nulla</a:t>
            </a:r>
            <a:r>
              <a:rPr lang="en-GB" sz="2000" spc="-5">
                <a:solidFill>
                  <a:srgbClr val="231F20"/>
                </a:solidFill>
                <a:latin typeface="Arial"/>
                <a:cs typeface="Arial"/>
              </a:rPr>
              <a:t>,</a:t>
            </a:r>
            <a:r>
              <a:rPr lang="en-GB" sz="2000" spc="-15">
                <a:solidFill>
                  <a:srgbClr val="231F20"/>
                </a:solidFill>
                <a:latin typeface="Arial"/>
                <a:cs typeface="Arial"/>
              </a:rPr>
              <a:t> </a:t>
            </a:r>
            <a:r>
              <a:rPr lang="en-GB" sz="2000" spc="-5" err="1">
                <a:solidFill>
                  <a:srgbClr val="231F20"/>
                </a:solidFill>
                <a:latin typeface="Arial"/>
                <a:cs typeface="Arial"/>
              </a:rPr>
              <a:t>nec</a:t>
            </a:r>
            <a:r>
              <a:rPr lang="en-GB" sz="2000" spc="-20">
                <a:solidFill>
                  <a:srgbClr val="231F20"/>
                </a:solidFill>
                <a:latin typeface="Arial"/>
                <a:cs typeface="Arial"/>
              </a:rPr>
              <a:t> </a:t>
            </a:r>
            <a:r>
              <a:rPr lang="en-GB" sz="2000" err="1">
                <a:solidFill>
                  <a:srgbClr val="231F20"/>
                </a:solidFill>
                <a:latin typeface="Arial"/>
                <a:cs typeface="Arial"/>
              </a:rPr>
              <a:t>consequat</a:t>
            </a:r>
            <a:r>
              <a:rPr lang="en-GB" sz="2000" spc="-15">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a:t>
            </a:r>
          </a:p>
          <a:p>
            <a:pPr marL="12700" marR="5080">
              <a:lnSpc>
                <a:spcPct val="100000"/>
              </a:lnSpc>
              <a:spcBef>
                <a:spcPts val="2185"/>
              </a:spcBef>
            </a:pPr>
            <a:r>
              <a:rPr lang="en-GB" sz="2000" spc="-5">
                <a:solidFill>
                  <a:srgbClr val="231F20"/>
                </a:solidFill>
                <a:latin typeface="Arial"/>
                <a:cs typeface="Arial"/>
              </a:rPr>
              <a:t>Lorem ipsum </a:t>
            </a:r>
            <a:r>
              <a:rPr lang="en-GB" sz="2000" spc="-5" err="1">
                <a:solidFill>
                  <a:srgbClr val="231F20"/>
                </a:solidFill>
                <a:latin typeface="Arial"/>
                <a:cs typeface="Arial"/>
              </a:rPr>
              <a:t>dolor</a:t>
            </a:r>
            <a:r>
              <a:rPr lang="en-GB" sz="2000" spc="-5">
                <a:solidFill>
                  <a:srgbClr val="231F20"/>
                </a:solidFill>
                <a:latin typeface="Arial"/>
                <a:cs typeface="Arial"/>
              </a:rPr>
              <a:t> </a:t>
            </a:r>
            <a:r>
              <a:rPr lang="en-GB" sz="2000">
                <a:solidFill>
                  <a:srgbClr val="231F20"/>
                </a:solidFill>
                <a:latin typeface="Arial"/>
                <a:cs typeface="Arial"/>
              </a:rPr>
              <a:t>sit </a:t>
            </a:r>
            <a:r>
              <a:rPr lang="en-GB" sz="2000" spc="-5" err="1">
                <a:solidFill>
                  <a:srgbClr val="231F20"/>
                </a:solidFill>
                <a:latin typeface="Arial"/>
                <a:cs typeface="Arial"/>
              </a:rPr>
              <a:t>amet</a:t>
            </a:r>
            <a:r>
              <a:rPr lang="en-GB" sz="2000" spc="-5">
                <a:solidFill>
                  <a:srgbClr val="231F20"/>
                </a:solidFill>
                <a:latin typeface="Arial"/>
                <a:cs typeface="Arial"/>
              </a:rPr>
              <a:t>, </a:t>
            </a:r>
            <a:r>
              <a:rPr lang="en-GB" sz="2000" err="1">
                <a:solidFill>
                  <a:srgbClr val="231F20"/>
                </a:solidFill>
                <a:latin typeface="Arial"/>
                <a:cs typeface="Arial"/>
              </a:rPr>
              <a:t>consectetur</a:t>
            </a:r>
            <a:r>
              <a:rPr lang="en-GB" sz="2000">
                <a:solidFill>
                  <a:srgbClr val="231F20"/>
                </a:solidFill>
                <a:latin typeface="Arial"/>
                <a:cs typeface="Arial"/>
              </a:rPr>
              <a:t> ad- </a:t>
            </a:r>
            <a:r>
              <a:rPr lang="en-GB" sz="2000" spc="5">
                <a:solidFill>
                  <a:srgbClr val="231F20"/>
                </a:solidFill>
                <a:latin typeface="Arial"/>
                <a:cs typeface="Arial"/>
              </a:rPr>
              <a:t> </a:t>
            </a:r>
            <a:r>
              <a:rPr lang="en-GB" sz="2000" spc="-5" err="1">
                <a:solidFill>
                  <a:srgbClr val="231F20"/>
                </a:solidFill>
                <a:latin typeface="Arial"/>
                <a:cs typeface="Arial"/>
              </a:rPr>
              <a:t>ipiscing</a:t>
            </a:r>
            <a:r>
              <a:rPr lang="en-GB" sz="2000" spc="-5">
                <a:solidFill>
                  <a:srgbClr val="231F20"/>
                </a:solidFill>
                <a:latin typeface="Arial"/>
                <a:cs typeface="Arial"/>
              </a:rPr>
              <a:t> </a:t>
            </a:r>
            <a:r>
              <a:rPr lang="en-GB" sz="2000" spc="-5" err="1">
                <a:solidFill>
                  <a:srgbClr val="231F20"/>
                </a:solidFill>
                <a:latin typeface="Arial"/>
                <a:cs typeface="Arial"/>
              </a:rPr>
              <a:t>elit</a:t>
            </a:r>
            <a:r>
              <a:rPr lang="en-GB" sz="2000" spc="-5">
                <a:solidFill>
                  <a:srgbClr val="231F20"/>
                </a:solidFill>
                <a:latin typeface="Arial"/>
                <a:cs typeface="Arial"/>
              </a:rPr>
              <a:t>. Duis at </a:t>
            </a:r>
            <a:r>
              <a:rPr lang="en-GB" sz="2000" err="1">
                <a:solidFill>
                  <a:srgbClr val="231F20"/>
                </a:solidFill>
                <a:latin typeface="Arial"/>
                <a:cs typeface="Arial"/>
              </a:rPr>
              <a:t>commodo</a:t>
            </a:r>
            <a:r>
              <a:rPr lang="en-GB" sz="2000">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 non </a:t>
            </a:r>
            <a:r>
              <a:rPr lang="en-GB" sz="2000">
                <a:solidFill>
                  <a:srgbClr val="231F20"/>
                </a:solidFill>
                <a:latin typeface="Arial"/>
                <a:cs typeface="Arial"/>
              </a:rPr>
              <a:t> </a:t>
            </a:r>
            <a:r>
              <a:rPr lang="en-GB" sz="2000" spc="-5" err="1">
                <a:solidFill>
                  <a:srgbClr val="231F20"/>
                </a:solidFill>
                <a:latin typeface="Arial"/>
                <a:cs typeface="Arial"/>
              </a:rPr>
              <a:t>ultrices</a:t>
            </a:r>
            <a:r>
              <a:rPr lang="en-GB" sz="2000" spc="-20">
                <a:solidFill>
                  <a:srgbClr val="231F20"/>
                </a:solidFill>
                <a:latin typeface="Arial"/>
                <a:cs typeface="Arial"/>
              </a:rPr>
              <a:t> </a:t>
            </a:r>
            <a:r>
              <a:rPr lang="en-GB" sz="2000" err="1">
                <a:solidFill>
                  <a:srgbClr val="231F20"/>
                </a:solidFill>
                <a:latin typeface="Arial"/>
                <a:cs typeface="Arial"/>
              </a:rPr>
              <a:t>turpis</a:t>
            </a:r>
            <a:r>
              <a:rPr lang="en-GB" sz="2000">
                <a:solidFill>
                  <a:srgbClr val="231F20"/>
                </a:solidFill>
                <a:latin typeface="Arial"/>
                <a:cs typeface="Arial"/>
              </a:rPr>
              <a:t>.</a:t>
            </a:r>
            <a:r>
              <a:rPr lang="en-GB" sz="2000" spc="-20">
                <a:solidFill>
                  <a:srgbClr val="231F20"/>
                </a:solidFill>
                <a:latin typeface="Arial"/>
                <a:cs typeface="Arial"/>
              </a:rPr>
              <a:t> </a:t>
            </a:r>
            <a:r>
              <a:rPr lang="en-GB" sz="2000">
                <a:solidFill>
                  <a:srgbClr val="231F20"/>
                </a:solidFill>
                <a:latin typeface="Arial"/>
                <a:cs typeface="Arial"/>
              </a:rPr>
              <a:t>Integer</a:t>
            </a:r>
            <a:r>
              <a:rPr lang="en-GB" sz="2000" spc="-20">
                <a:solidFill>
                  <a:srgbClr val="231F20"/>
                </a:solidFill>
                <a:latin typeface="Arial"/>
                <a:cs typeface="Arial"/>
              </a:rPr>
              <a:t> </a:t>
            </a:r>
            <a:r>
              <a:rPr lang="en-GB" sz="2000" err="1">
                <a:solidFill>
                  <a:srgbClr val="231F20"/>
                </a:solidFill>
                <a:latin typeface="Arial"/>
                <a:cs typeface="Arial"/>
              </a:rPr>
              <a:t>rutrum</a:t>
            </a:r>
            <a:r>
              <a:rPr lang="en-GB" sz="2000" spc="-20">
                <a:solidFill>
                  <a:srgbClr val="231F20"/>
                </a:solidFill>
                <a:latin typeface="Arial"/>
                <a:cs typeface="Arial"/>
              </a:rPr>
              <a:t> </a:t>
            </a:r>
            <a:r>
              <a:rPr lang="en-GB" sz="2000" err="1">
                <a:solidFill>
                  <a:srgbClr val="231F20"/>
                </a:solidFill>
                <a:latin typeface="Arial"/>
                <a:cs typeface="Arial"/>
              </a:rPr>
              <a:t>sem</a:t>
            </a:r>
            <a:r>
              <a:rPr lang="en-GB" sz="2000" spc="-20">
                <a:solidFill>
                  <a:srgbClr val="231F20"/>
                </a:solidFill>
                <a:latin typeface="Arial"/>
                <a:cs typeface="Arial"/>
              </a:rPr>
              <a:t> </a:t>
            </a:r>
            <a:r>
              <a:rPr lang="en-GB" sz="2000" spc="-5" err="1">
                <a:solidFill>
                  <a:srgbClr val="231F20"/>
                </a:solidFill>
                <a:latin typeface="Arial"/>
                <a:cs typeface="Arial"/>
              </a:rPr>
              <a:t>quis</a:t>
            </a:r>
            <a:r>
              <a:rPr lang="en-GB" sz="2000" spc="-20">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 </a:t>
            </a:r>
            <a:r>
              <a:rPr lang="en-GB" sz="2000" spc="-540">
                <a:solidFill>
                  <a:srgbClr val="231F20"/>
                </a:solidFill>
                <a:latin typeface="Arial"/>
                <a:cs typeface="Arial"/>
              </a:rPr>
              <a:t> </a:t>
            </a:r>
            <a:r>
              <a:rPr lang="en-GB" sz="2000" spc="-5" err="1">
                <a:solidFill>
                  <a:srgbClr val="231F20"/>
                </a:solidFill>
                <a:latin typeface="Arial"/>
                <a:cs typeface="Arial"/>
              </a:rPr>
              <a:t>interdum</a:t>
            </a:r>
            <a:r>
              <a:rPr lang="en-GB" sz="2000" spc="-5">
                <a:solidFill>
                  <a:srgbClr val="231F20"/>
                </a:solidFill>
                <a:latin typeface="Arial"/>
                <a:cs typeface="Arial"/>
              </a:rPr>
              <a:t> </a:t>
            </a:r>
            <a:r>
              <a:rPr lang="en-GB" sz="2000" spc="-5" err="1">
                <a:solidFill>
                  <a:srgbClr val="231F20"/>
                </a:solidFill>
                <a:latin typeface="Arial"/>
                <a:cs typeface="Arial"/>
              </a:rPr>
              <a:t>egestas</a:t>
            </a:r>
            <a:r>
              <a:rPr lang="en-GB" sz="2000" spc="-5">
                <a:solidFill>
                  <a:srgbClr val="231F20"/>
                </a:solidFill>
                <a:latin typeface="Arial"/>
                <a:cs typeface="Arial"/>
              </a:rPr>
              <a:t>. </a:t>
            </a:r>
            <a:r>
              <a:rPr lang="en-GB" sz="2000" err="1">
                <a:solidFill>
                  <a:srgbClr val="231F20"/>
                </a:solidFill>
                <a:latin typeface="Arial"/>
                <a:cs typeface="Arial"/>
              </a:rPr>
              <a:t>Praesent</a:t>
            </a:r>
            <a:r>
              <a:rPr lang="en-GB" sz="2000">
                <a:solidFill>
                  <a:srgbClr val="231F20"/>
                </a:solidFill>
                <a:latin typeface="Arial"/>
                <a:cs typeface="Arial"/>
              </a:rPr>
              <a:t> </a:t>
            </a:r>
            <a:r>
              <a:rPr lang="en-GB" sz="2000" spc="-5" err="1">
                <a:solidFill>
                  <a:srgbClr val="231F20"/>
                </a:solidFill>
                <a:latin typeface="Arial"/>
                <a:cs typeface="Arial"/>
              </a:rPr>
              <a:t>nibh</a:t>
            </a:r>
            <a:r>
              <a:rPr lang="en-GB" sz="2000" spc="-5">
                <a:solidFill>
                  <a:srgbClr val="231F20"/>
                </a:solidFill>
                <a:latin typeface="Arial"/>
                <a:cs typeface="Arial"/>
              </a:rPr>
              <a:t> </a:t>
            </a:r>
            <a:r>
              <a:rPr lang="en-GB" sz="2000" spc="-5" err="1">
                <a:solidFill>
                  <a:srgbClr val="231F20"/>
                </a:solidFill>
                <a:latin typeface="Arial"/>
                <a:cs typeface="Arial"/>
              </a:rPr>
              <a:t>est</a:t>
            </a:r>
            <a:r>
              <a:rPr lang="en-GB" sz="2000" spc="-5">
                <a:solidFill>
                  <a:srgbClr val="231F20"/>
                </a:solidFill>
                <a:latin typeface="Arial"/>
                <a:cs typeface="Arial"/>
              </a:rPr>
              <a:t>, </a:t>
            </a:r>
            <a:r>
              <a:rPr lang="en-GB" sz="2000" spc="-5" err="1">
                <a:solidFill>
                  <a:srgbClr val="231F20"/>
                </a:solidFill>
                <a:latin typeface="Arial"/>
                <a:cs typeface="Arial"/>
              </a:rPr>
              <a:t>pellen</a:t>
            </a:r>
            <a:r>
              <a:rPr lang="en-GB" sz="2000" spc="-5">
                <a:solidFill>
                  <a:srgbClr val="231F20"/>
                </a:solidFill>
                <a:latin typeface="Arial"/>
                <a:cs typeface="Arial"/>
              </a:rPr>
              <a:t>- </a:t>
            </a:r>
            <a:r>
              <a:rPr lang="en-GB" sz="2000">
                <a:solidFill>
                  <a:srgbClr val="231F20"/>
                </a:solidFill>
                <a:latin typeface="Arial"/>
                <a:cs typeface="Arial"/>
              </a:rPr>
              <a:t> </a:t>
            </a:r>
            <a:r>
              <a:rPr lang="en-GB" sz="2000" err="1">
                <a:solidFill>
                  <a:srgbClr val="231F20"/>
                </a:solidFill>
                <a:latin typeface="Arial"/>
                <a:cs typeface="Arial"/>
              </a:rPr>
              <a:t>tesque</a:t>
            </a:r>
            <a:r>
              <a:rPr lang="en-GB" sz="2000" spc="-10">
                <a:solidFill>
                  <a:srgbClr val="231F20"/>
                </a:solidFill>
                <a:latin typeface="Arial"/>
                <a:cs typeface="Arial"/>
              </a:rPr>
              <a:t> </a:t>
            </a:r>
            <a:r>
              <a:rPr lang="en-GB" sz="2000" spc="-5">
                <a:solidFill>
                  <a:srgbClr val="231F20"/>
                </a:solidFill>
                <a:latin typeface="Arial"/>
                <a:cs typeface="Arial"/>
              </a:rPr>
              <a:t>et</a:t>
            </a:r>
            <a:r>
              <a:rPr lang="en-GB" sz="2000" spc="-15">
                <a:solidFill>
                  <a:srgbClr val="231F20"/>
                </a:solidFill>
                <a:latin typeface="Arial"/>
                <a:cs typeface="Arial"/>
              </a:rPr>
              <a:t> </a:t>
            </a:r>
            <a:r>
              <a:rPr lang="en-GB" sz="2000" err="1">
                <a:solidFill>
                  <a:srgbClr val="231F20"/>
                </a:solidFill>
                <a:latin typeface="Arial"/>
                <a:cs typeface="Arial"/>
              </a:rPr>
              <a:t>felis</a:t>
            </a:r>
            <a:r>
              <a:rPr lang="en-GB" sz="2000" spc="-10">
                <a:solidFill>
                  <a:srgbClr val="231F20"/>
                </a:solidFill>
                <a:latin typeface="Arial"/>
                <a:cs typeface="Arial"/>
              </a:rPr>
              <a:t> </a:t>
            </a:r>
            <a:r>
              <a:rPr lang="en-GB" sz="2000" err="1">
                <a:solidFill>
                  <a:srgbClr val="231F20"/>
                </a:solidFill>
                <a:latin typeface="Arial"/>
                <a:cs typeface="Arial"/>
              </a:rPr>
              <a:t>vel</a:t>
            </a:r>
            <a:r>
              <a:rPr lang="en-GB" sz="2000">
                <a:solidFill>
                  <a:srgbClr val="231F20"/>
                </a:solidFill>
                <a:latin typeface="Arial"/>
                <a:cs typeface="Arial"/>
              </a:rPr>
              <a:t>,</a:t>
            </a:r>
            <a:r>
              <a:rPr lang="en-GB" sz="2000" spc="-5">
                <a:solidFill>
                  <a:srgbClr val="231F20"/>
                </a:solidFill>
                <a:latin typeface="Arial"/>
                <a:cs typeface="Arial"/>
              </a:rPr>
              <a:t> </a:t>
            </a:r>
            <a:r>
              <a:rPr lang="en-GB" sz="2000" spc="-5" err="1">
                <a:solidFill>
                  <a:srgbClr val="231F20"/>
                </a:solidFill>
                <a:latin typeface="Arial"/>
                <a:cs typeface="Arial"/>
              </a:rPr>
              <a:t>aliquet</a:t>
            </a:r>
            <a:r>
              <a:rPr lang="en-GB" sz="2000" spc="-15">
                <a:solidFill>
                  <a:srgbClr val="231F20"/>
                </a:solidFill>
                <a:latin typeface="Arial"/>
                <a:cs typeface="Arial"/>
              </a:rPr>
              <a:t> </a:t>
            </a:r>
            <a:r>
              <a:rPr lang="en-GB" sz="2000" spc="-5" err="1">
                <a:solidFill>
                  <a:srgbClr val="231F20"/>
                </a:solidFill>
                <a:latin typeface="Arial"/>
                <a:cs typeface="Arial"/>
              </a:rPr>
              <a:t>interdum</a:t>
            </a:r>
            <a:r>
              <a:rPr lang="en-GB" sz="2000" spc="-15">
                <a:solidFill>
                  <a:srgbClr val="231F20"/>
                </a:solidFill>
                <a:latin typeface="Arial"/>
                <a:cs typeface="Arial"/>
              </a:rPr>
              <a:t> </a:t>
            </a:r>
            <a:r>
              <a:rPr lang="en-GB" sz="2000">
                <a:solidFill>
                  <a:srgbClr val="231F20"/>
                </a:solidFill>
                <a:latin typeface="Arial"/>
                <a:cs typeface="Arial"/>
              </a:rPr>
              <a:t>magna.</a:t>
            </a:r>
            <a:endParaRPr lang="en-GB" sz="2000">
              <a:latin typeface="Arial"/>
              <a:cs typeface="Arial"/>
            </a:endParaRPr>
          </a:p>
        </p:txBody>
      </p:sp>
    </p:spTree>
    <p:extLst>
      <p:ext uri="{BB962C8B-B14F-4D97-AF65-F5344CB8AC3E}">
        <p14:creationId xmlns:p14="http://schemas.microsoft.com/office/powerpoint/2010/main" val="419511147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WATERMARK">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962BE2F-60AC-894F-B8EE-A0F0C34CD80D}"/>
              </a:ext>
            </a:extLst>
          </p:cNvPr>
          <p:cNvPicPr>
            <a:picLocks noChangeAspect="1"/>
          </p:cNvPicPr>
          <p:nvPr userDrawn="1"/>
        </p:nvPicPr>
        <p:blipFill>
          <a:blip r:embed="rId2">
            <a:alphaModFix amt="20000"/>
          </a:blip>
          <a:stretch>
            <a:fillRect/>
          </a:stretch>
        </p:blipFill>
        <p:spPr>
          <a:xfrm>
            <a:off x="7082294" y="1720622"/>
            <a:ext cx="4906507" cy="4906507"/>
          </a:xfrm>
          <a:prstGeom prst="rect">
            <a:avLst/>
          </a:prstGeom>
        </p:spPr>
      </p:pic>
      <p:sp>
        <p:nvSpPr>
          <p:cNvPr id="5" name="object 4">
            <a:extLst>
              <a:ext uri="{FF2B5EF4-FFF2-40B4-BE49-F238E27FC236}">
                <a16:creationId xmlns:a16="http://schemas.microsoft.com/office/drawing/2014/main" id="{C1F0E6C2-2EE5-D841-B127-9502BB69D97F}"/>
              </a:ext>
            </a:extLst>
          </p:cNvPr>
          <p:cNvSpPr/>
          <p:nvPr userDrawn="1"/>
        </p:nvSpPr>
        <p:spPr>
          <a:xfrm>
            <a:off x="0" y="0"/>
            <a:ext cx="12193270" cy="1295855"/>
          </a:xfrm>
          <a:custGeom>
            <a:avLst/>
            <a:gdLst/>
            <a:ahLst/>
            <a:cxnLst/>
            <a:rect l="l" t="t" r="r" b="b"/>
            <a:pathLst>
              <a:path w="12193270" h="1706880">
                <a:moveTo>
                  <a:pt x="12193206" y="0"/>
                </a:moveTo>
                <a:lnTo>
                  <a:pt x="0" y="0"/>
                </a:lnTo>
                <a:lnTo>
                  <a:pt x="0" y="1706765"/>
                </a:lnTo>
                <a:lnTo>
                  <a:pt x="12193206" y="1706765"/>
                </a:lnTo>
                <a:lnTo>
                  <a:pt x="12193206" y="0"/>
                </a:lnTo>
                <a:close/>
              </a:path>
            </a:pathLst>
          </a:custGeom>
          <a:solidFill>
            <a:srgbClr val="25408D"/>
          </a:solidFill>
        </p:spPr>
        <p:txBody>
          <a:bodyPr wrap="square" lIns="0" tIns="0" rIns="0" bIns="0" rtlCol="0"/>
          <a:lstStyle/>
          <a:p>
            <a:endParaRPr/>
          </a:p>
        </p:txBody>
      </p:sp>
      <p:pic>
        <p:nvPicPr>
          <p:cNvPr id="7" name="Picture 6">
            <a:extLst>
              <a:ext uri="{FF2B5EF4-FFF2-40B4-BE49-F238E27FC236}">
                <a16:creationId xmlns:a16="http://schemas.microsoft.com/office/drawing/2014/main" id="{02EE7552-CF1D-3046-90BC-DA62E4CFA17F}"/>
              </a:ext>
            </a:extLst>
          </p:cNvPr>
          <p:cNvPicPr>
            <a:picLocks noChangeAspect="1"/>
          </p:cNvPicPr>
          <p:nvPr userDrawn="1"/>
        </p:nvPicPr>
        <p:blipFill>
          <a:blip r:embed="rId3"/>
          <a:stretch>
            <a:fillRect/>
          </a:stretch>
        </p:blipFill>
        <p:spPr>
          <a:xfrm>
            <a:off x="9815421" y="424767"/>
            <a:ext cx="1801776" cy="553129"/>
          </a:xfrm>
          <a:prstGeom prst="rect">
            <a:avLst/>
          </a:prstGeom>
        </p:spPr>
      </p:pic>
      <p:sp>
        <p:nvSpPr>
          <p:cNvPr id="15" name="Text Placeholder 14">
            <a:extLst>
              <a:ext uri="{FF2B5EF4-FFF2-40B4-BE49-F238E27FC236}">
                <a16:creationId xmlns:a16="http://schemas.microsoft.com/office/drawing/2014/main" id="{2B32422C-E3F5-664F-A900-E87EE9A73BA9}"/>
              </a:ext>
            </a:extLst>
          </p:cNvPr>
          <p:cNvSpPr>
            <a:spLocks noGrp="1"/>
          </p:cNvSpPr>
          <p:nvPr>
            <p:ph type="body" sz="quarter" idx="12" hasCustomPrompt="1"/>
          </p:nvPr>
        </p:nvSpPr>
        <p:spPr>
          <a:xfrm>
            <a:off x="533399" y="1995059"/>
            <a:ext cx="11083797" cy="1538883"/>
          </a:xfrm>
        </p:spPr>
        <p:txBody>
          <a:bodyPr/>
          <a:lstStyle>
            <a:lvl1pPr>
              <a:defRPr sz="2500" b="1">
                <a:solidFill>
                  <a:srgbClr val="24408D"/>
                </a:solidFill>
                <a:latin typeface="Arial" panose="020B0604020202020204" pitchFamily="34" charset="0"/>
                <a:cs typeface="Arial" panose="020B0604020202020204" pitchFamily="34" charset="0"/>
              </a:defRPr>
            </a:lvl1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Duis at </a:t>
            </a:r>
            <a:r>
              <a:rPr lang="en-GB" err="1"/>
              <a:t>commodo</a:t>
            </a:r>
            <a:r>
              <a:rPr lang="en-GB"/>
              <a:t> </a:t>
            </a:r>
            <a:r>
              <a:rPr lang="en-GB" err="1"/>
              <a:t>neque</a:t>
            </a:r>
            <a:r>
              <a:rPr lang="en-GB"/>
              <a:t>, non </a:t>
            </a:r>
            <a:r>
              <a:rPr lang="en-GB" err="1"/>
              <a:t>ultrices</a:t>
            </a:r>
            <a:r>
              <a:rPr lang="en-GB"/>
              <a:t> </a:t>
            </a:r>
            <a:r>
              <a:rPr lang="en-GB" err="1"/>
              <a:t>turpis</a:t>
            </a:r>
            <a:r>
              <a:rPr lang="en-GB"/>
              <a:t>. Integer </a:t>
            </a:r>
            <a:r>
              <a:rPr lang="en-GB" err="1"/>
              <a:t>rutrum</a:t>
            </a:r>
            <a:r>
              <a:rPr lang="en-GB"/>
              <a:t> </a:t>
            </a:r>
            <a:r>
              <a:rPr lang="en-GB" err="1"/>
              <a:t>sem</a:t>
            </a:r>
            <a:r>
              <a:rPr lang="en-GB"/>
              <a:t> </a:t>
            </a:r>
            <a:r>
              <a:rPr lang="en-GB" err="1"/>
              <a:t>quis</a:t>
            </a:r>
            <a:r>
              <a:rPr lang="en-GB"/>
              <a:t> </a:t>
            </a:r>
            <a:r>
              <a:rPr lang="en-GB" err="1"/>
              <a:t>neque</a:t>
            </a:r>
            <a:r>
              <a:rPr lang="en-GB"/>
              <a:t> </a:t>
            </a:r>
            <a:r>
              <a:rPr lang="en-GB" err="1"/>
              <a:t>interdum</a:t>
            </a:r>
            <a:r>
              <a:rPr lang="en-GB"/>
              <a:t> </a:t>
            </a:r>
            <a:r>
              <a:rPr lang="en-GB" err="1"/>
              <a:t>egestas</a:t>
            </a:r>
            <a:r>
              <a:rPr lang="en-GB"/>
              <a:t>. </a:t>
            </a:r>
            <a:r>
              <a:rPr lang="en-GB" err="1"/>
              <a:t>Praesent</a:t>
            </a:r>
            <a:r>
              <a:rPr lang="en-GB"/>
              <a:t> </a:t>
            </a:r>
            <a:r>
              <a:rPr lang="en-GB" err="1"/>
              <a:t>nibh</a:t>
            </a:r>
            <a:r>
              <a:rPr lang="en-GB"/>
              <a:t> </a:t>
            </a:r>
            <a:r>
              <a:rPr lang="en-GB" err="1"/>
              <a:t>est</a:t>
            </a:r>
            <a:r>
              <a:rPr lang="en-GB"/>
              <a:t>, </a:t>
            </a:r>
            <a:r>
              <a:rPr lang="en-GB" err="1"/>
              <a:t>pellentesque</a:t>
            </a:r>
            <a:r>
              <a:rPr lang="en-GB"/>
              <a:t> et </a:t>
            </a:r>
            <a:r>
              <a:rPr lang="en-GB" err="1"/>
              <a:t>felis</a:t>
            </a:r>
            <a:r>
              <a:rPr lang="en-GB"/>
              <a:t> </a:t>
            </a:r>
            <a:r>
              <a:rPr lang="en-GB" err="1"/>
              <a:t>vel</a:t>
            </a:r>
            <a:r>
              <a:rPr lang="en-GB"/>
              <a:t>, </a:t>
            </a:r>
            <a:r>
              <a:rPr lang="en-GB" err="1"/>
              <a:t>aliquet</a:t>
            </a:r>
            <a:r>
              <a:rPr lang="en-GB"/>
              <a:t> </a:t>
            </a:r>
            <a:r>
              <a:rPr lang="en-GB" err="1"/>
              <a:t>interdum</a:t>
            </a:r>
            <a:r>
              <a:rPr lang="en-GB"/>
              <a:t> magna.</a:t>
            </a:r>
            <a:endParaRPr lang="en-US"/>
          </a:p>
        </p:txBody>
      </p:sp>
      <p:sp>
        <p:nvSpPr>
          <p:cNvPr id="16" name="Text Placeholder 14">
            <a:extLst>
              <a:ext uri="{FF2B5EF4-FFF2-40B4-BE49-F238E27FC236}">
                <a16:creationId xmlns:a16="http://schemas.microsoft.com/office/drawing/2014/main" id="{E2D74DB2-1448-F044-80ED-D57DCBA77357}"/>
              </a:ext>
            </a:extLst>
          </p:cNvPr>
          <p:cNvSpPr>
            <a:spLocks noGrp="1"/>
          </p:cNvSpPr>
          <p:nvPr>
            <p:ph type="body" sz="quarter" idx="13" hasCustomPrompt="1"/>
          </p:nvPr>
        </p:nvSpPr>
        <p:spPr>
          <a:xfrm>
            <a:off x="533400" y="3823541"/>
            <a:ext cx="11083796" cy="2752035"/>
          </a:xfrm>
        </p:spPr>
        <p:txBody>
          <a:bodyPr/>
          <a:lstStyle>
            <a:lvl1pPr>
              <a:defRPr sz="2000" b="0">
                <a:solidFill>
                  <a:schemeClr val="tx1"/>
                </a:solidFill>
                <a:latin typeface="Arial" panose="020B0604020202020204" pitchFamily="34" charset="0"/>
                <a:cs typeface="Arial" panose="020B0604020202020204" pitchFamily="34" charset="0"/>
              </a:defRPr>
            </a:lvl1pPr>
          </a:lstStyle>
          <a:p>
            <a:pPr marL="12700" marR="5080">
              <a:lnSpc>
                <a:spcPct val="100000"/>
              </a:lnSpc>
              <a:spcBef>
                <a:spcPts val="2185"/>
              </a:spcBef>
            </a:pPr>
            <a:r>
              <a:rPr lang="en-GB" sz="2000" spc="-5">
                <a:solidFill>
                  <a:srgbClr val="231F20"/>
                </a:solidFill>
                <a:latin typeface="Arial"/>
                <a:cs typeface="Arial"/>
              </a:rPr>
              <a:t>Lorem ipsum </a:t>
            </a:r>
            <a:r>
              <a:rPr lang="en-GB" sz="2000" spc="-5" err="1">
                <a:solidFill>
                  <a:srgbClr val="231F20"/>
                </a:solidFill>
                <a:latin typeface="Arial"/>
                <a:cs typeface="Arial"/>
              </a:rPr>
              <a:t>dolor</a:t>
            </a:r>
            <a:r>
              <a:rPr lang="en-GB" sz="2000" spc="-5">
                <a:solidFill>
                  <a:srgbClr val="231F20"/>
                </a:solidFill>
                <a:latin typeface="Arial"/>
                <a:cs typeface="Arial"/>
              </a:rPr>
              <a:t> </a:t>
            </a:r>
            <a:r>
              <a:rPr lang="en-GB" sz="2000">
                <a:solidFill>
                  <a:srgbClr val="231F20"/>
                </a:solidFill>
                <a:latin typeface="Arial"/>
                <a:cs typeface="Arial"/>
              </a:rPr>
              <a:t>sit </a:t>
            </a:r>
            <a:r>
              <a:rPr lang="en-GB" sz="2000" spc="-5" err="1">
                <a:solidFill>
                  <a:srgbClr val="231F20"/>
                </a:solidFill>
                <a:latin typeface="Arial"/>
                <a:cs typeface="Arial"/>
              </a:rPr>
              <a:t>amet</a:t>
            </a:r>
            <a:r>
              <a:rPr lang="en-GB" sz="2000" spc="-5">
                <a:solidFill>
                  <a:srgbClr val="231F20"/>
                </a:solidFill>
                <a:latin typeface="Arial"/>
                <a:cs typeface="Arial"/>
              </a:rPr>
              <a:t>, </a:t>
            </a:r>
            <a:r>
              <a:rPr lang="en-GB" sz="2000" err="1">
                <a:solidFill>
                  <a:srgbClr val="231F20"/>
                </a:solidFill>
                <a:latin typeface="Arial"/>
                <a:cs typeface="Arial"/>
              </a:rPr>
              <a:t>consectetur</a:t>
            </a:r>
            <a:r>
              <a:rPr lang="en-GB" sz="2000">
                <a:solidFill>
                  <a:srgbClr val="231F20"/>
                </a:solidFill>
                <a:latin typeface="Arial"/>
                <a:cs typeface="Arial"/>
              </a:rPr>
              <a:t> ad- </a:t>
            </a:r>
            <a:r>
              <a:rPr lang="en-GB" sz="2000" spc="5">
                <a:solidFill>
                  <a:srgbClr val="231F20"/>
                </a:solidFill>
                <a:latin typeface="Arial"/>
                <a:cs typeface="Arial"/>
              </a:rPr>
              <a:t> </a:t>
            </a:r>
            <a:r>
              <a:rPr lang="en-GB" sz="2000" spc="-5" err="1">
                <a:solidFill>
                  <a:srgbClr val="231F20"/>
                </a:solidFill>
                <a:latin typeface="Arial"/>
                <a:cs typeface="Arial"/>
              </a:rPr>
              <a:t>ipiscing</a:t>
            </a:r>
            <a:r>
              <a:rPr lang="en-GB" sz="2000" spc="-5">
                <a:solidFill>
                  <a:srgbClr val="231F20"/>
                </a:solidFill>
                <a:latin typeface="Arial"/>
                <a:cs typeface="Arial"/>
              </a:rPr>
              <a:t> </a:t>
            </a:r>
            <a:r>
              <a:rPr lang="en-GB" sz="2000" spc="-5" err="1">
                <a:solidFill>
                  <a:srgbClr val="231F20"/>
                </a:solidFill>
                <a:latin typeface="Arial"/>
                <a:cs typeface="Arial"/>
              </a:rPr>
              <a:t>elit</a:t>
            </a:r>
            <a:r>
              <a:rPr lang="en-GB" sz="2000" spc="-5">
                <a:solidFill>
                  <a:srgbClr val="231F20"/>
                </a:solidFill>
                <a:latin typeface="Arial"/>
                <a:cs typeface="Arial"/>
              </a:rPr>
              <a:t>. Duis at </a:t>
            </a:r>
            <a:r>
              <a:rPr lang="en-GB" sz="2000" err="1">
                <a:solidFill>
                  <a:srgbClr val="231F20"/>
                </a:solidFill>
                <a:latin typeface="Arial"/>
                <a:cs typeface="Arial"/>
              </a:rPr>
              <a:t>commodo</a:t>
            </a:r>
            <a:r>
              <a:rPr lang="en-GB" sz="2000">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 non </a:t>
            </a:r>
            <a:r>
              <a:rPr lang="en-GB" sz="2000">
                <a:solidFill>
                  <a:srgbClr val="231F20"/>
                </a:solidFill>
                <a:latin typeface="Arial"/>
                <a:cs typeface="Arial"/>
              </a:rPr>
              <a:t> </a:t>
            </a:r>
            <a:r>
              <a:rPr lang="en-GB" sz="2000" spc="-5" err="1">
                <a:solidFill>
                  <a:srgbClr val="231F20"/>
                </a:solidFill>
                <a:latin typeface="Arial"/>
                <a:cs typeface="Arial"/>
              </a:rPr>
              <a:t>ultrices</a:t>
            </a:r>
            <a:r>
              <a:rPr lang="en-GB" sz="2000" spc="-20">
                <a:solidFill>
                  <a:srgbClr val="231F20"/>
                </a:solidFill>
                <a:latin typeface="Arial"/>
                <a:cs typeface="Arial"/>
              </a:rPr>
              <a:t> </a:t>
            </a:r>
            <a:r>
              <a:rPr lang="en-GB" sz="2000" err="1">
                <a:solidFill>
                  <a:srgbClr val="231F20"/>
                </a:solidFill>
                <a:latin typeface="Arial"/>
                <a:cs typeface="Arial"/>
              </a:rPr>
              <a:t>turpis</a:t>
            </a:r>
            <a:r>
              <a:rPr lang="en-GB" sz="2000">
                <a:solidFill>
                  <a:srgbClr val="231F20"/>
                </a:solidFill>
                <a:latin typeface="Arial"/>
                <a:cs typeface="Arial"/>
              </a:rPr>
              <a:t>.</a:t>
            </a:r>
            <a:r>
              <a:rPr lang="en-GB" sz="2000" spc="-20">
                <a:solidFill>
                  <a:srgbClr val="231F20"/>
                </a:solidFill>
                <a:latin typeface="Arial"/>
                <a:cs typeface="Arial"/>
              </a:rPr>
              <a:t> </a:t>
            </a:r>
            <a:r>
              <a:rPr lang="en-GB" sz="2000">
                <a:solidFill>
                  <a:srgbClr val="231F20"/>
                </a:solidFill>
                <a:latin typeface="Arial"/>
                <a:cs typeface="Arial"/>
              </a:rPr>
              <a:t>Integer</a:t>
            </a:r>
            <a:r>
              <a:rPr lang="en-GB" sz="2000" spc="-20">
                <a:solidFill>
                  <a:srgbClr val="231F20"/>
                </a:solidFill>
                <a:latin typeface="Arial"/>
                <a:cs typeface="Arial"/>
              </a:rPr>
              <a:t> </a:t>
            </a:r>
            <a:r>
              <a:rPr lang="en-GB" sz="2000" err="1">
                <a:solidFill>
                  <a:srgbClr val="231F20"/>
                </a:solidFill>
                <a:latin typeface="Arial"/>
                <a:cs typeface="Arial"/>
              </a:rPr>
              <a:t>rutrum</a:t>
            </a:r>
            <a:r>
              <a:rPr lang="en-GB" sz="2000" spc="-20">
                <a:solidFill>
                  <a:srgbClr val="231F20"/>
                </a:solidFill>
                <a:latin typeface="Arial"/>
                <a:cs typeface="Arial"/>
              </a:rPr>
              <a:t> </a:t>
            </a:r>
            <a:r>
              <a:rPr lang="en-GB" sz="2000" err="1">
                <a:solidFill>
                  <a:srgbClr val="231F20"/>
                </a:solidFill>
                <a:latin typeface="Arial"/>
                <a:cs typeface="Arial"/>
              </a:rPr>
              <a:t>sem</a:t>
            </a:r>
            <a:r>
              <a:rPr lang="en-GB" sz="2000" spc="-20">
                <a:solidFill>
                  <a:srgbClr val="231F20"/>
                </a:solidFill>
                <a:latin typeface="Arial"/>
                <a:cs typeface="Arial"/>
              </a:rPr>
              <a:t> </a:t>
            </a:r>
            <a:r>
              <a:rPr lang="en-GB" sz="2000" spc="-5" err="1">
                <a:solidFill>
                  <a:srgbClr val="231F20"/>
                </a:solidFill>
                <a:latin typeface="Arial"/>
                <a:cs typeface="Arial"/>
              </a:rPr>
              <a:t>quis</a:t>
            </a:r>
            <a:r>
              <a:rPr lang="en-GB" sz="2000" spc="-20">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 </a:t>
            </a:r>
            <a:r>
              <a:rPr lang="en-GB" sz="2000" spc="-540">
                <a:solidFill>
                  <a:srgbClr val="231F20"/>
                </a:solidFill>
                <a:latin typeface="Arial"/>
                <a:cs typeface="Arial"/>
              </a:rPr>
              <a:t> </a:t>
            </a:r>
            <a:r>
              <a:rPr lang="en-GB" sz="2000" spc="-5" err="1">
                <a:solidFill>
                  <a:srgbClr val="231F20"/>
                </a:solidFill>
                <a:latin typeface="Arial"/>
                <a:cs typeface="Arial"/>
              </a:rPr>
              <a:t>interdum</a:t>
            </a:r>
            <a:r>
              <a:rPr lang="en-GB" sz="2000" spc="-5">
                <a:solidFill>
                  <a:srgbClr val="231F20"/>
                </a:solidFill>
                <a:latin typeface="Arial"/>
                <a:cs typeface="Arial"/>
              </a:rPr>
              <a:t> </a:t>
            </a:r>
            <a:r>
              <a:rPr lang="en-GB" sz="2000" spc="-5" err="1">
                <a:solidFill>
                  <a:srgbClr val="231F20"/>
                </a:solidFill>
                <a:latin typeface="Arial"/>
                <a:cs typeface="Arial"/>
              </a:rPr>
              <a:t>egestas</a:t>
            </a:r>
            <a:r>
              <a:rPr lang="en-GB" sz="2000" spc="-5">
                <a:solidFill>
                  <a:srgbClr val="231F20"/>
                </a:solidFill>
                <a:latin typeface="Arial"/>
                <a:cs typeface="Arial"/>
              </a:rPr>
              <a:t>. </a:t>
            </a:r>
            <a:r>
              <a:rPr lang="en-GB" sz="2000" err="1">
                <a:solidFill>
                  <a:srgbClr val="231F20"/>
                </a:solidFill>
                <a:latin typeface="Arial"/>
                <a:cs typeface="Arial"/>
              </a:rPr>
              <a:t>Praesent</a:t>
            </a:r>
            <a:r>
              <a:rPr lang="en-GB" sz="2000">
                <a:solidFill>
                  <a:srgbClr val="231F20"/>
                </a:solidFill>
                <a:latin typeface="Arial"/>
                <a:cs typeface="Arial"/>
              </a:rPr>
              <a:t> </a:t>
            </a:r>
            <a:r>
              <a:rPr lang="en-GB" sz="2000" spc="-5" err="1">
                <a:solidFill>
                  <a:srgbClr val="231F20"/>
                </a:solidFill>
                <a:latin typeface="Arial"/>
                <a:cs typeface="Arial"/>
              </a:rPr>
              <a:t>nibh</a:t>
            </a:r>
            <a:r>
              <a:rPr lang="en-GB" sz="2000" spc="-5">
                <a:solidFill>
                  <a:srgbClr val="231F20"/>
                </a:solidFill>
                <a:latin typeface="Arial"/>
                <a:cs typeface="Arial"/>
              </a:rPr>
              <a:t> </a:t>
            </a:r>
            <a:r>
              <a:rPr lang="en-GB" sz="2000" spc="-5" err="1">
                <a:solidFill>
                  <a:srgbClr val="231F20"/>
                </a:solidFill>
                <a:latin typeface="Arial"/>
                <a:cs typeface="Arial"/>
              </a:rPr>
              <a:t>est</a:t>
            </a:r>
            <a:r>
              <a:rPr lang="en-GB" sz="2000" spc="-5">
                <a:solidFill>
                  <a:srgbClr val="231F20"/>
                </a:solidFill>
                <a:latin typeface="Arial"/>
                <a:cs typeface="Arial"/>
              </a:rPr>
              <a:t>, </a:t>
            </a:r>
            <a:r>
              <a:rPr lang="en-GB" sz="2000" spc="-5" err="1">
                <a:solidFill>
                  <a:srgbClr val="231F20"/>
                </a:solidFill>
                <a:latin typeface="Arial"/>
                <a:cs typeface="Arial"/>
              </a:rPr>
              <a:t>pellen</a:t>
            </a:r>
            <a:r>
              <a:rPr lang="en-GB" sz="2000" spc="-5">
                <a:solidFill>
                  <a:srgbClr val="231F20"/>
                </a:solidFill>
                <a:latin typeface="Arial"/>
                <a:cs typeface="Arial"/>
              </a:rPr>
              <a:t>- </a:t>
            </a:r>
            <a:r>
              <a:rPr lang="en-GB" sz="2000">
                <a:solidFill>
                  <a:srgbClr val="231F20"/>
                </a:solidFill>
                <a:latin typeface="Arial"/>
                <a:cs typeface="Arial"/>
              </a:rPr>
              <a:t> </a:t>
            </a:r>
            <a:r>
              <a:rPr lang="en-GB" sz="2000" err="1">
                <a:solidFill>
                  <a:srgbClr val="231F20"/>
                </a:solidFill>
                <a:latin typeface="Arial"/>
                <a:cs typeface="Arial"/>
              </a:rPr>
              <a:t>tesque</a:t>
            </a:r>
            <a:r>
              <a:rPr lang="en-GB" sz="2000" spc="-10">
                <a:solidFill>
                  <a:srgbClr val="231F20"/>
                </a:solidFill>
                <a:latin typeface="Arial"/>
                <a:cs typeface="Arial"/>
              </a:rPr>
              <a:t> </a:t>
            </a:r>
            <a:r>
              <a:rPr lang="en-GB" sz="2000" spc="-5">
                <a:solidFill>
                  <a:srgbClr val="231F20"/>
                </a:solidFill>
                <a:latin typeface="Arial"/>
                <a:cs typeface="Arial"/>
              </a:rPr>
              <a:t>et</a:t>
            </a:r>
            <a:r>
              <a:rPr lang="en-GB" sz="2000" spc="-15">
                <a:solidFill>
                  <a:srgbClr val="231F20"/>
                </a:solidFill>
                <a:latin typeface="Arial"/>
                <a:cs typeface="Arial"/>
              </a:rPr>
              <a:t> </a:t>
            </a:r>
            <a:r>
              <a:rPr lang="en-GB" sz="2000" err="1">
                <a:solidFill>
                  <a:srgbClr val="231F20"/>
                </a:solidFill>
                <a:latin typeface="Arial"/>
                <a:cs typeface="Arial"/>
              </a:rPr>
              <a:t>felis</a:t>
            </a:r>
            <a:r>
              <a:rPr lang="en-GB" sz="2000" spc="-10">
                <a:solidFill>
                  <a:srgbClr val="231F20"/>
                </a:solidFill>
                <a:latin typeface="Arial"/>
                <a:cs typeface="Arial"/>
              </a:rPr>
              <a:t> </a:t>
            </a:r>
            <a:r>
              <a:rPr lang="en-GB" sz="2000" err="1">
                <a:solidFill>
                  <a:srgbClr val="231F20"/>
                </a:solidFill>
                <a:latin typeface="Arial"/>
                <a:cs typeface="Arial"/>
              </a:rPr>
              <a:t>vel</a:t>
            </a:r>
            <a:r>
              <a:rPr lang="en-GB" sz="2000">
                <a:solidFill>
                  <a:srgbClr val="231F20"/>
                </a:solidFill>
                <a:latin typeface="Arial"/>
                <a:cs typeface="Arial"/>
              </a:rPr>
              <a:t>,</a:t>
            </a:r>
            <a:r>
              <a:rPr lang="en-GB" sz="2000" spc="-5">
                <a:solidFill>
                  <a:srgbClr val="231F20"/>
                </a:solidFill>
                <a:latin typeface="Arial"/>
                <a:cs typeface="Arial"/>
              </a:rPr>
              <a:t> </a:t>
            </a:r>
            <a:r>
              <a:rPr lang="en-GB" sz="2000" spc="-5" err="1">
                <a:solidFill>
                  <a:srgbClr val="231F20"/>
                </a:solidFill>
                <a:latin typeface="Arial"/>
                <a:cs typeface="Arial"/>
              </a:rPr>
              <a:t>aliquet</a:t>
            </a:r>
            <a:r>
              <a:rPr lang="en-GB" sz="2000" spc="-15">
                <a:solidFill>
                  <a:srgbClr val="231F20"/>
                </a:solidFill>
                <a:latin typeface="Arial"/>
                <a:cs typeface="Arial"/>
              </a:rPr>
              <a:t> </a:t>
            </a:r>
            <a:r>
              <a:rPr lang="en-GB" sz="2000" spc="-5" err="1">
                <a:solidFill>
                  <a:srgbClr val="231F20"/>
                </a:solidFill>
                <a:latin typeface="Arial"/>
                <a:cs typeface="Arial"/>
              </a:rPr>
              <a:t>interdum</a:t>
            </a:r>
            <a:r>
              <a:rPr lang="en-GB" sz="2000" spc="-15">
                <a:solidFill>
                  <a:srgbClr val="231F20"/>
                </a:solidFill>
                <a:latin typeface="Arial"/>
                <a:cs typeface="Arial"/>
              </a:rPr>
              <a:t> </a:t>
            </a:r>
            <a:r>
              <a:rPr lang="en-GB" sz="2000">
                <a:solidFill>
                  <a:srgbClr val="231F20"/>
                </a:solidFill>
                <a:latin typeface="Arial"/>
                <a:cs typeface="Arial"/>
              </a:rPr>
              <a:t>magna.</a:t>
            </a:r>
            <a:endParaRPr lang="en-GB" sz="2000">
              <a:latin typeface="Arial"/>
              <a:cs typeface="Arial"/>
            </a:endParaRPr>
          </a:p>
          <a:p>
            <a:pPr>
              <a:lnSpc>
                <a:spcPct val="100000"/>
              </a:lnSpc>
              <a:spcBef>
                <a:spcPts val="45"/>
              </a:spcBef>
            </a:pPr>
            <a:endParaRPr lang="en-GB" sz="2050">
              <a:latin typeface="Arial"/>
              <a:cs typeface="Arial"/>
            </a:endParaRPr>
          </a:p>
          <a:p>
            <a:pPr marL="12700" marR="5080">
              <a:lnSpc>
                <a:spcPct val="100000"/>
              </a:lnSpc>
            </a:pPr>
            <a:r>
              <a:rPr lang="en-GB" sz="2000" spc="-5">
                <a:solidFill>
                  <a:srgbClr val="231F20"/>
                </a:solidFill>
                <a:latin typeface="Arial"/>
                <a:cs typeface="Arial"/>
              </a:rPr>
              <a:t>Donec</a:t>
            </a:r>
            <a:r>
              <a:rPr lang="en-GB" sz="2000" spc="-20">
                <a:solidFill>
                  <a:srgbClr val="231F20"/>
                </a:solidFill>
                <a:latin typeface="Arial"/>
                <a:cs typeface="Arial"/>
              </a:rPr>
              <a:t> </a:t>
            </a:r>
            <a:r>
              <a:rPr lang="en-GB" sz="2000" spc="-5" err="1">
                <a:solidFill>
                  <a:srgbClr val="231F20"/>
                </a:solidFill>
                <a:latin typeface="Arial"/>
                <a:cs typeface="Arial"/>
              </a:rPr>
              <a:t>ut</a:t>
            </a:r>
            <a:r>
              <a:rPr lang="en-GB" sz="2000" spc="-20">
                <a:solidFill>
                  <a:srgbClr val="231F20"/>
                </a:solidFill>
                <a:latin typeface="Arial"/>
                <a:cs typeface="Arial"/>
              </a:rPr>
              <a:t> </a:t>
            </a:r>
            <a:r>
              <a:rPr lang="en-GB" sz="2000" err="1">
                <a:solidFill>
                  <a:srgbClr val="231F20"/>
                </a:solidFill>
                <a:latin typeface="Arial"/>
                <a:cs typeface="Arial"/>
              </a:rPr>
              <a:t>suscipit</a:t>
            </a:r>
            <a:r>
              <a:rPr lang="en-GB" sz="2000" spc="-15">
                <a:solidFill>
                  <a:srgbClr val="231F20"/>
                </a:solidFill>
                <a:latin typeface="Arial"/>
                <a:cs typeface="Arial"/>
              </a:rPr>
              <a:t> </a:t>
            </a:r>
            <a:r>
              <a:rPr lang="en-GB" sz="2000" spc="-25" err="1">
                <a:solidFill>
                  <a:srgbClr val="231F20"/>
                </a:solidFill>
                <a:latin typeface="Arial"/>
                <a:cs typeface="Arial"/>
              </a:rPr>
              <a:t>dolor</a:t>
            </a:r>
            <a:r>
              <a:rPr lang="en-GB" sz="2000" spc="-25">
                <a:solidFill>
                  <a:srgbClr val="231F20"/>
                </a:solidFill>
                <a:latin typeface="Arial"/>
                <a:cs typeface="Arial"/>
              </a:rPr>
              <a:t>,</a:t>
            </a:r>
            <a:r>
              <a:rPr lang="en-GB" sz="2000" spc="-20">
                <a:solidFill>
                  <a:srgbClr val="231F20"/>
                </a:solidFill>
                <a:latin typeface="Arial"/>
                <a:cs typeface="Arial"/>
              </a:rPr>
              <a:t> </a:t>
            </a:r>
            <a:r>
              <a:rPr lang="en-GB" sz="2000">
                <a:solidFill>
                  <a:srgbClr val="231F20"/>
                </a:solidFill>
                <a:latin typeface="Arial"/>
                <a:cs typeface="Arial"/>
              </a:rPr>
              <a:t>vitae</a:t>
            </a:r>
            <a:r>
              <a:rPr lang="en-GB" sz="2000" spc="-15">
                <a:solidFill>
                  <a:srgbClr val="231F20"/>
                </a:solidFill>
                <a:latin typeface="Arial"/>
                <a:cs typeface="Arial"/>
              </a:rPr>
              <a:t> </a:t>
            </a:r>
            <a:r>
              <a:rPr lang="en-GB" sz="2000" err="1">
                <a:solidFill>
                  <a:srgbClr val="231F20"/>
                </a:solidFill>
                <a:latin typeface="Arial"/>
                <a:cs typeface="Arial"/>
              </a:rPr>
              <a:t>sollicitudin</a:t>
            </a:r>
            <a:r>
              <a:rPr lang="en-GB" sz="2000" spc="-15">
                <a:solidFill>
                  <a:srgbClr val="231F20"/>
                </a:solidFill>
                <a:latin typeface="Arial"/>
                <a:cs typeface="Arial"/>
              </a:rPr>
              <a:t> </a:t>
            </a:r>
            <a:r>
              <a:rPr lang="en-GB" sz="2000">
                <a:solidFill>
                  <a:srgbClr val="231F20"/>
                </a:solidFill>
                <a:latin typeface="Arial"/>
                <a:cs typeface="Arial"/>
              </a:rPr>
              <a:t>sem. </a:t>
            </a:r>
            <a:r>
              <a:rPr lang="en-GB" sz="2000" spc="-540">
                <a:solidFill>
                  <a:srgbClr val="231F20"/>
                </a:solidFill>
                <a:latin typeface="Arial"/>
                <a:cs typeface="Arial"/>
              </a:rPr>
              <a:t> </a:t>
            </a:r>
            <a:r>
              <a:rPr lang="en-GB" sz="2000" err="1">
                <a:solidFill>
                  <a:srgbClr val="231F20"/>
                </a:solidFill>
                <a:latin typeface="Arial"/>
                <a:cs typeface="Arial"/>
              </a:rPr>
              <a:t>Sed</a:t>
            </a:r>
            <a:r>
              <a:rPr lang="en-GB" sz="2000" spc="-15">
                <a:solidFill>
                  <a:srgbClr val="231F20"/>
                </a:solidFill>
                <a:latin typeface="Arial"/>
                <a:cs typeface="Arial"/>
              </a:rPr>
              <a:t> </a:t>
            </a:r>
            <a:r>
              <a:rPr lang="en-GB" sz="2000" spc="-5" err="1">
                <a:solidFill>
                  <a:srgbClr val="231F20"/>
                </a:solidFill>
                <a:latin typeface="Arial"/>
                <a:cs typeface="Arial"/>
              </a:rPr>
              <a:t>eget</a:t>
            </a:r>
            <a:r>
              <a:rPr lang="en-GB" sz="2000" spc="-20">
                <a:solidFill>
                  <a:srgbClr val="231F20"/>
                </a:solidFill>
                <a:latin typeface="Arial"/>
                <a:cs typeface="Arial"/>
              </a:rPr>
              <a:t> </a:t>
            </a:r>
            <a:r>
              <a:rPr lang="en-GB" sz="2000">
                <a:solidFill>
                  <a:srgbClr val="231F20"/>
                </a:solidFill>
                <a:latin typeface="Arial"/>
                <a:cs typeface="Arial"/>
              </a:rPr>
              <a:t>cursus</a:t>
            </a:r>
            <a:r>
              <a:rPr lang="en-GB" sz="2000" spc="-15">
                <a:solidFill>
                  <a:srgbClr val="231F20"/>
                </a:solidFill>
                <a:latin typeface="Arial"/>
                <a:cs typeface="Arial"/>
              </a:rPr>
              <a:t> </a:t>
            </a:r>
            <a:r>
              <a:rPr lang="en-GB" sz="2000" spc="-5" err="1">
                <a:solidFill>
                  <a:srgbClr val="231F20"/>
                </a:solidFill>
                <a:latin typeface="Arial"/>
                <a:cs typeface="Arial"/>
              </a:rPr>
              <a:t>nulla</a:t>
            </a:r>
            <a:r>
              <a:rPr lang="en-GB" sz="2000" spc="-5">
                <a:solidFill>
                  <a:srgbClr val="231F20"/>
                </a:solidFill>
                <a:latin typeface="Arial"/>
                <a:cs typeface="Arial"/>
              </a:rPr>
              <a:t>,</a:t>
            </a:r>
            <a:r>
              <a:rPr lang="en-GB" sz="2000" spc="-15">
                <a:solidFill>
                  <a:srgbClr val="231F20"/>
                </a:solidFill>
                <a:latin typeface="Arial"/>
                <a:cs typeface="Arial"/>
              </a:rPr>
              <a:t> </a:t>
            </a:r>
            <a:r>
              <a:rPr lang="en-GB" sz="2000" spc="-5" err="1">
                <a:solidFill>
                  <a:srgbClr val="231F20"/>
                </a:solidFill>
                <a:latin typeface="Arial"/>
                <a:cs typeface="Arial"/>
              </a:rPr>
              <a:t>nec</a:t>
            </a:r>
            <a:r>
              <a:rPr lang="en-GB" sz="2000" spc="-20">
                <a:solidFill>
                  <a:srgbClr val="231F20"/>
                </a:solidFill>
                <a:latin typeface="Arial"/>
                <a:cs typeface="Arial"/>
              </a:rPr>
              <a:t> </a:t>
            </a:r>
            <a:r>
              <a:rPr lang="en-GB" sz="2000" err="1">
                <a:solidFill>
                  <a:srgbClr val="231F20"/>
                </a:solidFill>
                <a:latin typeface="Arial"/>
                <a:cs typeface="Arial"/>
              </a:rPr>
              <a:t>consequat</a:t>
            </a:r>
            <a:r>
              <a:rPr lang="en-GB" sz="2000" spc="-15">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a:t>
            </a:r>
          </a:p>
          <a:p>
            <a:pPr marL="12700" marR="5080">
              <a:lnSpc>
                <a:spcPct val="100000"/>
              </a:lnSpc>
              <a:spcBef>
                <a:spcPts val="2185"/>
              </a:spcBef>
            </a:pPr>
            <a:r>
              <a:rPr lang="en-GB" sz="2000" spc="-5">
                <a:solidFill>
                  <a:srgbClr val="231F20"/>
                </a:solidFill>
                <a:latin typeface="Arial"/>
                <a:cs typeface="Arial"/>
              </a:rPr>
              <a:t>Lorem ipsum </a:t>
            </a:r>
            <a:r>
              <a:rPr lang="en-GB" sz="2000" spc="-5" err="1">
                <a:solidFill>
                  <a:srgbClr val="231F20"/>
                </a:solidFill>
                <a:latin typeface="Arial"/>
                <a:cs typeface="Arial"/>
              </a:rPr>
              <a:t>dolor</a:t>
            </a:r>
            <a:r>
              <a:rPr lang="en-GB" sz="2000" spc="-5">
                <a:solidFill>
                  <a:srgbClr val="231F20"/>
                </a:solidFill>
                <a:latin typeface="Arial"/>
                <a:cs typeface="Arial"/>
              </a:rPr>
              <a:t> </a:t>
            </a:r>
            <a:r>
              <a:rPr lang="en-GB" sz="2000">
                <a:solidFill>
                  <a:srgbClr val="231F20"/>
                </a:solidFill>
                <a:latin typeface="Arial"/>
                <a:cs typeface="Arial"/>
              </a:rPr>
              <a:t>sit </a:t>
            </a:r>
            <a:r>
              <a:rPr lang="en-GB" sz="2000" spc="-5" err="1">
                <a:solidFill>
                  <a:srgbClr val="231F20"/>
                </a:solidFill>
                <a:latin typeface="Arial"/>
                <a:cs typeface="Arial"/>
              </a:rPr>
              <a:t>amet</a:t>
            </a:r>
            <a:r>
              <a:rPr lang="en-GB" sz="2000" spc="-5">
                <a:solidFill>
                  <a:srgbClr val="231F20"/>
                </a:solidFill>
                <a:latin typeface="Arial"/>
                <a:cs typeface="Arial"/>
              </a:rPr>
              <a:t>, </a:t>
            </a:r>
            <a:r>
              <a:rPr lang="en-GB" sz="2000" err="1">
                <a:solidFill>
                  <a:srgbClr val="231F20"/>
                </a:solidFill>
                <a:latin typeface="Arial"/>
                <a:cs typeface="Arial"/>
              </a:rPr>
              <a:t>consectetur</a:t>
            </a:r>
            <a:r>
              <a:rPr lang="en-GB" sz="2000">
                <a:solidFill>
                  <a:srgbClr val="231F20"/>
                </a:solidFill>
                <a:latin typeface="Arial"/>
                <a:cs typeface="Arial"/>
              </a:rPr>
              <a:t> ad- </a:t>
            </a:r>
            <a:r>
              <a:rPr lang="en-GB" sz="2000" spc="5">
                <a:solidFill>
                  <a:srgbClr val="231F20"/>
                </a:solidFill>
                <a:latin typeface="Arial"/>
                <a:cs typeface="Arial"/>
              </a:rPr>
              <a:t> </a:t>
            </a:r>
            <a:r>
              <a:rPr lang="en-GB" sz="2000" spc="-5" err="1">
                <a:solidFill>
                  <a:srgbClr val="231F20"/>
                </a:solidFill>
                <a:latin typeface="Arial"/>
                <a:cs typeface="Arial"/>
              </a:rPr>
              <a:t>ipiscing</a:t>
            </a:r>
            <a:r>
              <a:rPr lang="en-GB" sz="2000" spc="-5">
                <a:solidFill>
                  <a:srgbClr val="231F20"/>
                </a:solidFill>
                <a:latin typeface="Arial"/>
                <a:cs typeface="Arial"/>
              </a:rPr>
              <a:t> </a:t>
            </a:r>
            <a:r>
              <a:rPr lang="en-GB" sz="2000" spc="-5" err="1">
                <a:solidFill>
                  <a:srgbClr val="231F20"/>
                </a:solidFill>
                <a:latin typeface="Arial"/>
                <a:cs typeface="Arial"/>
              </a:rPr>
              <a:t>elit</a:t>
            </a:r>
            <a:r>
              <a:rPr lang="en-GB" sz="2000" spc="-5">
                <a:solidFill>
                  <a:srgbClr val="231F20"/>
                </a:solidFill>
                <a:latin typeface="Arial"/>
                <a:cs typeface="Arial"/>
              </a:rPr>
              <a:t>. Duis at </a:t>
            </a:r>
            <a:r>
              <a:rPr lang="en-GB" sz="2000" err="1">
                <a:solidFill>
                  <a:srgbClr val="231F20"/>
                </a:solidFill>
                <a:latin typeface="Arial"/>
                <a:cs typeface="Arial"/>
              </a:rPr>
              <a:t>commodo</a:t>
            </a:r>
            <a:r>
              <a:rPr lang="en-GB" sz="2000">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 non </a:t>
            </a:r>
            <a:r>
              <a:rPr lang="en-GB" sz="2000">
                <a:solidFill>
                  <a:srgbClr val="231F20"/>
                </a:solidFill>
                <a:latin typeface="Arial"/>
                <a:cs typeface="Arial"/>
              </a:rPr>
              <a:t> </a:t>
            </a:r>
            <a:r>
              <a:rPr lang="en-GB" sz="2000" spc="-5" err="1">
                <a:solidFill>
                  <a:srgbClr val="231F20"/>
                </a:solidFill>
                <a:latin typeface="Arial"/>
                <a:cs typeface="Arial"/>
              </a:rPr>
              <a:t>ultrices</a:t>
            </a:r>
            <a:r>
              <a:rPr lang="en-GB" sz="2000" spc="-20">
                <a:solidFill>
                  <a:srgbClr val="231F20"/>
                </a:solidFill>
                <a:latin typeface="Arial"/>
                <a:cs typeface="Arial"/>
              </a:rPr>
              <a:t> </a:t>
            </a:r>
            <a:r>
              <a:rPr lang="en-GB" sz="2000" err="1">
                <a:solidFill>
                  <a:srgbClr val="231F20"/>
                </a:solidFill>
                <a:latin typeface="Arial"/>
                <a:cs typeface="Arial"/>
              </a:rPr>
              <a:t>turpis</a:t>
            </a:r>
            <a:r>
              <a:rPr lang="en-GB" sz="2000">
                <a:solidFill>
                  <a:srgbClr val="231F20"/>
                </a:solidFill>
                <a:latin typeface="Arial"/>
                <a:cs typeface="Arial"/>
              </a:rPr>
              <a:t>.</a:t>
            </a:r>
            <a:r>
              <a:rPr lang="en-GB" sz="2000" spc="-20">
                <a:solidFill>
                  <a:srgbClr val="231F20"/>
                </a:solidFill>
                <a:latin typeface="Arial"/>
                <a:cs typeface="Arial"/>
              </a:rPr>
              <a:t> </a:t>
            </a:r>
            <a:r>
              <a:rPr lang="en-GB" sz="2000">
                <a:solidFill>
                  <a:srgbClr val="231F20"/>
                </a:solidFill>
                <a:latin typeface="Arial"/>
                <a:cs typeface="Arial"/>
              </a:rPr>
              <a:t>Integer</a:t>
            </a:r>
            <a:r>
              <a:rPr lang="en-GB" sz="2000" spc="-20">
                <a:solidFill>
                  <a:srgbClr val="231F20"/>
                </a:solidFill>
                <a:latin typeface="Arial"/>
                <a:cs typeface="Arial"/>
              </a:rPr>
              <a:t> </a:t>
            </a:r>
            <a:r>
              <a:rPr lang="en-GB" sz="2000" err="1">
                <a:solidFill>
                  <a:srgbClr val="231F20"/>
                </a:solidFill>
                <a:latin typeface="Arial"/>
                <a:cs typeface="Arial"/>
              </a:rPr>
              <a:t>rutrum</a:t>
            </a:r>
            <a:r>
              <a:rPr lang="en-GB" sz="2000" spc="-20">
                <a:solidFill>
                  <a:srgbClr val="231F20"/>
                </a:solidFill>
                <a:latin typeface="Arial"/>
                <a:cs typeface="Arial"/>
              </a:rPr>
              <a:t> </a:t>
            </a:r>
            <a:r>
              <a:rPr lang="en-GB" sz="2000" err="1">
                <a:solidFill>
                  <a:srgbClr val="231F20"/>
                </a:solidFill>
                <a:latin typeface="Arial"/>
                <a:cs typeface="Arial"/>
              </a:rPr>
              <a:t>sem</a:t>
            </a:r>
            <a:r>
              <a:rPr lang="en-GB" sz="2000" spc="-20">
                <a:solidFill>
                  <a:srgbClr val="231F20"/>
                </a:solidFill>
                <a:latin typeface="Arial"/>
                <a:cs typeface="Arial"/>
              </a:rPr>
              <a:t> </a:t>
            </a:r>
            <a:r>
              <a:rPr lang="en-GB" sz="2000" spc="-5" err="1">
                <a:solidFill>
                  <a:srgbClr val="231F20"/>
                </a:solidFill>
                <a:latin typeface="Arial"/>
                <a:cs typeface="Arial"/>
              </a:rPr>
              <a:t>quis</a:t>
            </a:r>
            <a:r>
              <a:rPr lang="en-GB" sz="2000" spc="-20">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 </a:t>
            </a:r>
            <a:r>
              <a:rPr lang="en-GB" sz="2000" spc="-540">
                <a:solidFill>
                  <a:srgbClr val="231F20"/>
                </a:solidFill>
                <a:latin typeface="Arial"/>
                <a:cs typeface="Arial"/>
              </a:rPr>
              <a:t> </a:t>
            </a:r>
            <a:r>
              <a:rPr lang="en-GB" sz="2000" spc="-5" err="1">
                <a:solidFill>
                  <a:srgbClr val="231F20"/>
                </a:solidFill>
                <a:latin typeface="Arial"/>
                <a:cs typeface="Arial"/>
              </a:rPr>
              <a:t>interdum</a:t>
            </a:r>
            <a:r>
              <a:rPr lang="en-GB" sz="2000" spc="-5">
                <a:solidFill>
                  <a:srgbClr val="231F20"/>
                </a:solidFill>
                <a:latin typeface="Arial"/>
                <a:cs typeface="Arial"/>
              </a:rPr>
              <a:t> </a:t>
            </a:r>
            <a:r>
              <a:rPr lang="en-GB" sz="2000" spc="-5" err="1">
                <a:solidFill>
                  <a:srgbClr val="231F20"/>
                </a:solidFill>
                <a:latin typeface="Arial"/>
                <a:cs typeface="Arial"/>
              </a:rPr>
              <a:t>egestas</a:t>
            </a:r>
            <a:r>
              <a:rPr lang="en-GB" sz="2000" spc="-5">
                <a:solidFill>
                  <a:srgbClr val="231F20"/>
                </a:solidFill>
                <a:latin typeface="Arial"/>
                <a:cs typeface="Arial"/>
              </a:rPr>
              <a:t>. </a:t>
            </a:r>
            <a:r>
              <a:rPr lang="en-GB" sz="2000" err="1">
                <a:solidFill>
                  <a:srgbClr val="231F20"/>
                </a:solidFill>
                <a:latin typeface="Arial"/>
                <a:cs typeface="Arial"/>
              </a:rPr>
              <a:t>Praesent</a:t>
            </a:r>
            <a:r>
              <a:rPr lang="en-GB" sz="2000">
                <a:solidFill>
                  <a:srgbClr val="231F20"/>
                </a:solidFill>
                <a:latin typeface="Arial"/>
                <a:cs typeface="Arial"/>
              </a:rPr>
              <a:t> </a:t>
            </a:r>
            <a:r>
              <a:rPr lang="en-GB" sz="2000" spc="-5" err="1">
                <a:solidFill>
                  <a:srgbClr val="231F20"/>
                </a:solidFill>
                <a:latin typeface="Arial"/>
                <a:cs typeface="Arial"/>
              </a:rPr>
              <a:t>nibh</a:t>
            </a:r>
            <a:r>
              <a:rPr lang="en-GB" sz="2000" spc="-5">
                <a:solidFill>
                  <a:srgbClr val="231F20"/>
                </a:solidFill>
                <a:latin typeface="Arial"/>
                <a:cs typeface="Arial"/>
              </a:rPr>
              <a:t> </a:t>
            </a:r>
            <a:r>
              <a:rPr lang="en-GB" sz="2000" spc="-5" err="1">
                <a:solidFill>
                  <a:srgbClr val="231F20"/>
                </a:solidFill>
                <a:latin typeface="Arial"/>
                <a:cs typeface="Arial"/>
              </a:rPr>
              <a:t>est</a:t>
            </a:r>
            <a:r>
              <a:rPr lang="en-GB" sz="2000" spc="-5">
                <a:solidFill>
                  <a:srgbClr val="231F20"/>
                </a:solidFill>
                <a:latin typeface="Arial"/>
                <a:cs typeface="Arial"/>
              </a:rPr>
              <a:t>, </a:t>
            </a:r>
            <a:r>
              <a:rPr lang="en-GB" sz="2000" spc="-5" err="1">
                <a:solidFill>
                  <a:srgbClr val="231F20"/>
                </a:solidFill>
                <a:latin typeface="Arial"/>
                <a:cs typeface="Arial"/>
              </a:rPr>
              <a:t>pellen</a:t>
            </a:r>
            <a:r>
              <a:rPr lang="en-GB" sz="2000" spc="-5">
                <a:solidFill>
                  <a:srgbClr val="231F20"/>
                </a:solidFill>
                <a:latin typeface="Arial"/>
                <a:cs typeface="Arial"/>
              </a:rPr>
              <a:t>- </a:t>
            </a:r>
            <a:r>
              <a:rPr lang="en-GB" sz="2000">
                <a:solidFill>
                  <a:srgbClr val="231F20"/>
                </a:solidFill>
                <a:latin typeface="Arial"/>
                <a:cs typeface="Arial"/>
              </a:rPr>
              <a:t> </a:t>
            </a:r>
            <a:r>
              <a:rPr lang="en-GB" sz="2000" err="1">
                <a:solidFill>
                  <a:srgbClr val="231F20"/>
                </a:solidFill>
                <a:latin typeface="Arial"/>
                <a:cs typeface="Arial"/>
              </a:rPr>
              <a:t>tesque</a:t>
            </a:r>
            <a:r>
              <a:rPr lang="en-GB" sz="2000" spc="-10">
                <a:solidFill>
                  <a:srgbClr val="231F20"/>
                </a:solidFill>
                <a:latin typeface="Arial"/>
                <a:cs typeface="Arial"/>
              </a:rPr>
              <a:t> </a:t>
            </a:r>
            <a:r>
              <a:rPr lang="en-GB" sz="2000" spc="-5">
                <a:solidFill>
                  <a:srgbClr val="231F20"/>
                </a:solidFill>
                <a:latin typeface="Arial"/>
                <a:cs typeface="Arial"/>
              </a:rPr>
              <a:t>et</a:t>
            </a:r>
            <a:r>
              <a:rPr lang="en-GB" sz="2000" spc="-15">
                <a:solidFill>
                  <a:srgbClr val="231F20"/>
                </a:solidFill>
                <a:latin typeface="Arial"/>
                <a:cs typeface="Arial"/>
              </a:rPr>
              <a:t> </a:t>
            </a:r>
            <a:r>
              <a:rPr lang="en-GB" sz="2000" err="1">
                <a:solidFill>
                  <a:srgbClr val="231F20"/>
                </a:solidFill>
                <a:latin typeface="Arial"/>
                <a:cs typeface="Arial"/>
              </a:rPr>
              <a:t>felis</a:t>
            </a:r>
            <a:r>
              <a:rPr lang="en-GB" sz="2000" spc="-10">
                <a:solidFill>
                  <a:srgbClr val="231F20"/>
                </a:solidFill>
                <a:latin typeface="Arial"/>
                <a:cs typeface="Arial"/>
              </a:rPr>
              <a:t> </a:t>
            </a:r>
            <a:r>
              <a:rPr lang="en-GB" sz="2000" err="1">
                <a:solidFill>
                  <a:srgbClr val="231F20"/>
                </a:solidFill>
                <a:latin typeface="Arial"/>
                <a:cs typeface="Arial"/>
              </a:rPr>
              <a:t>vel</a:t>
            </a:r>
            <a:r>
              <a:rPr lang="en-GB" sz="2000">
                <a:solidFill>
                  <a:srgbClr val="231F20"/>
                </a:solidFill>
                <a:latin typeface="Arial"/>
                <a:cs typeface="Arial"/>
              </a:rPr>
              <a:t>,</a:t>
            </a:r>
            <a:r>
              <a:rPr lang="en-GB" sz="2000" spc="-5">
                <a:solidFill>
                  <a:srgbClr val="231F20"/>
                </a:solidFill>
                <a:latin typeface="Arial"/>
                <a:cs typeface="Arial"/>
              </a:rPr>
              <a:t> </a:t>
            </a:r>
            <a:r>
              <a:rPr lang="en-GB" sz="2000" spc="-5" err="1">
                <a:solidFill>
                  <a:srgbClr val="231F20"/>
                </a:solidFill>
                <a:latin typeface="Arial"/>
                <a:cs typeface="Arial"/>
              </a:rPr>
              <a:t>aliquet</a:t>
            </a:r>
            <a:r>
              <a:rPr lang="en-GB" sz="2000" spc="-15">
                <a:solidFill>
                  <a:srgbClr val="231F20"/>
                </a:solidFill>
                <a:latin typeface="Arial"/>
                <a:cs typeface="Arial"/>
              </a:rPr>
              <a:t> </a:t>
            </a:r>
            <a:r>
              <a:rPr lang="en-GB" sz="2000" spc="-5" err="1">
                <a:solidFill>
                  <a:srgbClr val="231F20"/>
                </a:solidFill>
                <a:latin typeface="Arial"/>
                <a:cs typeface="Arial"/>
              </a:rPr>
              <a:t>interdum</a:t>
            </a:r>
            <a:r>
              <a:rPr lang="en-GB" sz="2000" spc="-15">
                <a:solidFill>
                  <a:srgbClr val="231F20"/>
                </a:solidFill>
                <a:latin typeface="Arial"/>
                <a:cs typeface="Arial"/>
              </a:rPr>
              <a:t> </a:t>
            </a:r>
            <a:r>
              <a:rPr lang="en-GB" sz="2000">
                <a:solidFill>
                  <a:srgbClr val="231F20"/>
                </a:solidFill>
                <a:latin typeface="Arial"/>
                <a:cs typeface="Arial"/>
              </a:rPr>
              <a:t>magna.</a:t>
            </a:r>
            <a:endParaRPr lang="en-GB" sz="2000">
              <a:latin typeface="Arial"/>
              <a:cs typeface="Arial"/>
            </a:endParaRPr>
          </a:p>
        </p:txBody>
      </p:sp>
    </p:spTree>
    <p:extLst>
      <p:ext uri="{BB962C8B-B14F-4D97-AF65-F5344CB8AC3E}">
        <p14:creationId xmlns:p14="http://schemas.microsoft.com/office/powerpoint/2010/main" val="425975827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BACK COVER">
    <p:bg>
      <p:bgPr>
        <a:solidFill>
          <a:schemeClr val="bg1"/>
        </a:solidFill>
        <a:effectLst/>
      </p:bgPr>
    </p:bg>
    <p:spTree>
      <p:nvGrpSpPr>
        <p:cNvPr id="1" name=""/>
        <p:cNvGrpSpPr/>
        <p:nvPr/>
      </p:nvGrpSpPr>
      <p:grpSpPr>
        <a:xfrm>
          <a:off x="0" y="0"/>
          <a:ext cx="0" cy="0"/>
          <a:chOff x="0" y="0"/>
          <a:chExt cx="0" cy="0"/>
        </a:xfrm>
      </p:grpSpPr>
      <p:sp>
        <p:nvSpPr>
          <p:cNvPr id="16" name="bg object 16"/>
          <p:cNvSpPr/>
          <p:nvPr userDrawn="1"/>
        </p:nvSpPr>
        <p:spPr>
          <a:xfrm>
            <a:off x="0" y="0"/>
            <a:ext cx="12193270" cy="6858000"/>
          </a:xfrm>
          <a:custGeom>
            <a:avLst/>
            <a:gdLst/>
            <a:ahLst/>
            <a:cxnLst/>
            <a:rect l="l" t="t" r="r" b="b"/>
            <a:pathLst>
              <a:path w="12193270" h="6858000">
                <a:moveTo>
                  <a:pt x="12193206" y="0"/>
                </a:moveTo>
                <a:lnTo>
                  <a:pt x="0" y="0"/>
                </a:lnTo>
                <a:lnTo>
                  <a:pt x="0" y="6858000"/>
                </a:lnTo>
                <a:lnTo>
                  <a:pt x="12193206" y="6858000"/>
                </a:lnTo>
                <a:lnTo>
                  <a:pt x="12193206" y="0"/>
                </a:lnTo>
                <a:close/>
              </a:path>
            </a:pathLst>
          </a:custGeom>
          <a:solidFill>
            <a:srgbClr val="25408D"/>
          </a:solidFill>
        </p:spPr>
        <p:txBody>
          <a:bodyPr wrap="square" lIns="0" tIns="0" rIns="0" bIns="0" rtlCol="0"/>
          <a:lstStyle/>
          <a:p>
            <a:endParaRPr/>
          </a:p>
        </p:txBody>
      </p:sp>
      <p:sp>
        <p:nvSpPr>
          <p:cNvPr id="15" name="Text Placeholder 14">
            <a:extLst>
              <a:ext uri="{FF2B5EF4-FFF2-40B4-BE49-F238E27FC236}">
                <a16:creationId xmlns:a16="http://schemas.microsoft.com/office/drawing/2014/main" id="{B49E1506-44A0-C243-961B-917943DAE1E2}"/>
              </a:ext>
            </a:extLst>
          </p:cNvPr>
          <p:cNvSpPr>
            <a:spLocks noGrp="1"/>
          </p:cNvSpPr>
          <p:nvPr>
            <p:ph type="body" sz="quarter" idx="10" hasCustomPrompt="1"/>
          </p:nvPr>
        </p:nvSpPr>
        <p:spPr>
          <a:xfrm>
            <a:off x="533400" y="2318598"/>
            <a:ext cx="5562600" cy="1485900"/>
          </a:xfrm>
        </p:spPr>
        <p:txBody>
          <a:bodyPr/>
          <a:lstStyle>
            <a:lvl1pPr>
              <a:defRPr sz="5000" b="1" baseline="0">
                <a:solidFill>
                  <a:srgbClr val="FDBA13"/>
                </a:solidFill>
                <a:latin typeface="Arial" panose="020B0604020202020204" pitchFamily="34" charset="0"/>
                <a:cs typeface="Arial" panose="020B0604020202020204" pitchFamily="34" charset="0"/>
              </a:defRPr>
            </a:lvl1pPr>
          </a:lstStyle>
          <a:p>
            <a:pPr lvl="0"/>
            <a:r>
              <a:rPr lang="en-GB"/>
              <a:t>1st Line Header</a:t>
            </a:r>
            <a:br>
              <a:rPr lang="en-GB"/>
            </a:br>
            <a:r>
              <a:rPr lang="en-GB"/>
              <a:t>2nd Line Header</a:t>
            </a:r>
            <a:endParaRPr lang="en-US"/>
          </a:p>
        </p:txBody>
      </p:sp>
      <p:sp>
        <p:nvSpPr>
          <p:cNvPr id="18" name="Text Placeholder 17">
            <a:extLst>
              <a:ext uri="{FF2B5EF4-FFF2-40B4-BE49-F238E27FC236}">
                <a16:creationId xmlns:a16="http://schemas.microsoft.com/office/drawing/2014/main" id="{7A74C29E-264C-E546-AA84-D6DEEEFAE46E}"/>
              </a:ext>
            </a:extLst>
          </p:cNvPr>
          <p:cNvSpPr>
            <a:spLocks noGrp="1"/>
          </p:cNvSpPr>
          <p:nvPr>
            <p:ph type="body" sz="quarter" idx="11" hasCustomPrompt="1"/>
          </p:nvPr>
        </p:nvSpPr>
        <p:spPr>
          <a:xfrm>
            <a:off x="533400" y="3947160"/>
            <a:ext cx="4572000" cy="1538883"/>
          </a:xfrm>
        </p:spPr>
        <p:txBody>
          <a:bodyPr/>
          <a:lstStyle>
            <a:lvl1pPr marL="0" marR="0" indent="0" defTabSz="914400" eaLnBrk="1" fontAlgn="auto" latinLnBrk="0" hangingPunct="1">
              <a:lnSpc>
                <a:spcPct val="100000"/>
              </a:lnSpc>
              <a:spcBef>
                <a:spcPts val="0"/>
              </a:spcBef>
              <a:spcAft>
                <a:spcPts val="0"/>
              </a:spcAft>
              <a:buClrTx/>
              <a:buSzTx/>
              <a:buFontTx/>
              <a:buNone/>
              <a:tabLst/>
              <a:defRPr sz="2500">
                <a:solidFill>
                  <a:schemeClr val="bg1"/>
                </a:solidFill>
                <a:latin typeface="Arial" panose="020B0604020202020204" pitchFamily="34" charset="0"/>
                <a:cs typeface="Arial" panose="020B0604020202020204" pitchFamily="34" charset="0"/>
              </a:defRPr>
            </a:lvl1pPr>
          </a:lstStyle>
          <a:p>
            <a:pPr marL="0" marR="0" lvl="0" indent="0" defTabSz="914400" eaLnBrk="1" fontAlgn="auto" latinLnBrk="0" hangingPunct="1">
              <a:lnSpc>
                <a:spcPct val="100000"/>
              </a:lnSpc>
              <a:spcBef>
                <a:spcPts val="0"/>
              </a:spcBef>
              <a:spcAft>
                <a:spcPts val="0"/>
              </a:spcAft>
              <a:buClrTx/>
              <a:buSzTx/>
              <a:buFontTx/>
              <a:buNone/>
              <a:tabLst/>
              <a:defRPr/>
            </a:pPr>
            <a:r>
              <a:rPr lang="en-GB"/>
              <a:t>Tel: XXXX XXXXXX</a:t>
            </a:r>
            <a:br>
              <a:rPr lang="en-GB"/>
            </a:br>
            <a:r>
              <a:rPr lang="en-GB"/>
              <a:t>Web: XXXXXXXXXX.XXX</a:t>
            </a:r>
            <a:endParaRPr lang="en-US"/>
          </a:p>
          <a:p>
            <a:pPr lvl="0"/>
            <a:endParaRPr lang="en-US"/>
          </a:p>
        </p:txBody>
      </p:sp>
      <p:pic>
        <p:nvPicPr>
          <p:cNvPr id="8" name="Picture 7">
            <a:extLst>
              <a:ext uri="{FF2B5EF4-FFF2-40B4-BE49-F238E27FC236}">
                <a16:creationId xmlns:a16="http://schemas.microsoft.com/office/drawing/2014/main" id="{09406C76-BFDA-2443-8FE2-8A696F72BB97}"/>
              </a:ext>
            </a:extLst>
          </p:cNvPr>
          <p:cNvPicPr>
            <a:picLocks noChangeAspect="1"/>
          </p:cNvPicPr>
          <p:nvPr userDrawn="1"/>
        </p:nvPicPr>
        <p:blipFill>
          <a:blip r:embed="rId2"/>
          <a:stretch>
            <a:fillRect/>
          </a:stretch>
        </p:blipFill>
        <p:spPr>
          <a:xfrm>
            <a:off x="575994" y="5788803"/>
            <a:ext cx="1616743" cy="547430"/>
          </a:xfrm>
          <a:prstGeom prst="rect">
            <a:avLst/>
          </a:prstGeom>
        </p:spPr>
      </p:pic>
      <p:pic>
        <p:nvPicPr>
          <p:cNvPr id="9" name="Picture 8">
            <a:extLst>
              <a:ext uri="{FF2B5EF4-FFF2-40B4-BE49-F238E27FC236}">
                <a16:creationId xmlns:a16="http://schemas.microsoft.com/office/drawing/2014/main" id="{1B6C17F0-EC2B-8849-AC98-388A1F15AAA1}"/>
              </a:ext>
            </a:extLst>
          </p:cNvPr>
          <p:cNvPicPr>
            <a:picLocks noChangeAspect="1"/>
          </p:cNvPicPr>
          <p:nvPr userDrawn="1"/>
        </p:nvPicPr>
        <p:blipFill>
          <a:blip r:embed="rId3"/>
          <a:stretch>
            <a:fillRect/>
          </a:stretch>
        </p:blipFill>
        <p:spPr>
          <a:xfrm>
            <a:off x="575994" y="577370"/>
            <a:ext cx="2353083" cy="722375"/>
          </a:xfrm>
          <a:prstGeom prst="rect">
            <a:avLst/>
          </a:prstGeom>
        </p:spPr>
      </p:pic>
      <p:pic>
        <p:nvPicPr>
          <p:cNvPr id="10" name="Picture 9">
            <a:extLst>
              <a:ext uri="{FF2B5EF4-FFF2-40B4-BE49-F238E27FC236}">
                <a16:creationId xmlns:a16="http://schemas.microsoft.com/office/drawing/2014/main" id="{055C0B87-51A5-3949-8E61-B0322586B7CE}"/>
              </a:ext>
            </a:extLst>
          </p:cNvPr>
          <p:cNvPicPr>
            <a:picLocks noChangeAspect="1"/>
          </p:cNvPicPr>
          <p:nvPr userDrawn="1"/>
        </p:nvPicPr>
        <p:blipFill>
          <a:blip r:embed="rId4"/>
          <a:stretch>
            <a:fillRect/>
          </a:stretch>
        </p:blipFill>
        <p:spPr>
          <a:xfrm>
            <a:off x="6688306" y="1328904"/>
            <a:ext cx="5300495" cy="5300495"/>
          </a:xfrm>
          <a:prstGeom prst="rect">
            <a:avLst/>
          </a:prstGeom>
        </p:spPr>
      </p:pic>
    </p:spTree>
    <p:extLst>
      <p:ext uri="{BB962C8B-B14F-4D97-AF65-F5344CB8AC3E}">
        <p14:creationId xmlns:p14="http://schemas.microsoft.com/office/powerpoint/2010/main" val="36933006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3" Type="http://schemas.openxmlformats.org/officeDocument/2006/relationships/slideLayout" Target="../slideLayouts/slideLayout19.xml"/><Relationship Id="rId7" Type="http://schemas.openxmlformats.org/officeDocument/2006/relationships/slideLayout" Target="../slideLayouts/slideLayout23.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5" Type="http://schemas.openxmlformats.org/officeDocument/2006/relationships/slideLayout" Target="../slideLayouts/slideLayout21.xml"/><Relationship Id="rId10" Type="http://schemas.openxmlformats.org/officeDocument/2006/relationships/theme" Target="../theme/theme2.xml"/><Relationship Id="rId4" Type="http://schemas.openxmlformats.org/officeDocument/2006/relationships/slideLayout" Target="../slideLayouts/slideLayout20.xml"/><Relationship Id="rId9"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6" name="Freeform: Shape 55">
            <a:extLst>
              <a:ext uri="{FF2B5EF4-FFF2-40B4-BE49-F238E27FC236}">
                <a16:creationId xmlns:a16="http://schemas.microsoft.com/office/drawing/2014/main" id="{4BD9B2D0-4DAD-4C9A-86A9-6492BED11C88}"/>
              </a:ext>
            </a:extLst>
          </p:cNvPr>
          <p:cNvSpPr>
            <a:spLocks noChangeAspect="1"/>
          </p:cNvSpPr>
          <p:nvPr userDrawn="1"/>
        </p:nvSpPr>
        <p:spPr>
          <a:xfrm flipH="1">
            <a:off x="11823700" y="445112"/>
            <a:ext cx="368300" cy="746490"/>
          </a:xfrm>
          <a:custGeom>
            <a:avLst/>
            <a:gdLst>
              <a:gd name="connsiteX0" fmla="*/ 0 w 368300"/>
              <a:gd name="connsiteY0" fmla="*/ 0 h 746490"/>
              <a:gd name="connsiteX1" fmla="*/ 69834 w 368300"/>
              <a:gd name="connsiteY1" fmla="*/ 7040 h 746490"/>
              <a:gd name="connsiteX2" fmla="*/ 368300 w 368300"/>
              <a:gd name="connsiteY2" fmla="*/ 373245 h 746490"/>
              <a:gd name="connsiteX3" fmla="*/ 69834 w 368300"/>
              <a:gd name="connsiteY3" fmla="*/ 739450 h 746490"/>
              <a:gd name="connsiteX4" fmla="*/ 0 w 368300"/>
              <a:gd name="connsiteY4" fmla="*/ 746490 h 7464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300" h="746490">
                <a:moveTo>
                  <a:pt x="0" y="0"/>
                </a:moveTo>
                <a:lnTo>
                  <a:pt x="69834" y="7040"/>
                </a:lnTo>
                <a:cubicBezTo>
                  <a:pt x="240168" y="41896"/>
                  <a:pt x="368300" y="192607"/>
                  <a:pt x="368300" y="373245"/>
                </a:cubicBezTo>
                <a:cubicBezTo>
                  <a:pt x="368300" y="553883"/>
                  <a:pt x="240168" y="704594"/>
                  <a:pt x="69834" y="739450"/>
                </a:cubicBezTo>
                <a:lnTo>
                  <a:pt x="0" y="74649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4400" b="1" spc="300"/>
          </a:p>
        </p:txBody>
      </p:sp>
      <p:grpSp>
        <p:nvGrpSpPr>
          <p:cNvPr id="57" name="Group 56">
            <a:extLst>
              <a:ext uri="{FF2B5EF4-FFF2-40B4-BE49-F238E27FC236}">
                <a16:creationId xmlns:a16="http://schemas.microsoft.com/office/drawing/2014/main" id="{B3597DD2-4311-487A-BDC8-D6C18BBFB2A3}"/>
              </a:ext>
            </a:extLst>
          </p:cNvPr>
          <p:cNvGrpSpPr/>
          <p:nvPr userDrawn="1"/>
        </p:nvGrpSpPr>
        <p:grpSpPr>
          <a:xfrm>
            <a:off x="0" y="445112"/>
            <a:ext cx="368300" cy="746490"/>
            <a:chOff x="0" y="415872"/>
            <a:chExt cx="368300" cy="746490"/>
          </a:xfrm>
        </p:grpSpPr>
        <p:sp>
          <p:nvSpPr>
            <p:cNvPr id="58" name="Freeform: Shape 57">
              <a:extLst>
                <a:ext uri="{FF2B5EF4-FFF2-40B4-BE49-F238E27FC236}">
                  <a16:creationId xmlns:a16="http://schemas.microsoft.com/office/drawing/2014/main" id="{CE9C42D4-C9D4-432A-9D66-DCDC964320FD}"/>
                </a:ext>
              </a:extLst>
            </p:cNvPr>
            <p:cNvSpPr>
              <a:spLocks noChangeAspect="1"/>
            </p:cNvSpPr>
            <p:nvPr/>
          </p:nvSpPr>
          <p:spPr>
            <a:xfrm>
              <a:off x="0" y="415872"/>
              <a:ext cx="368300" cy="746490"/>
            </a:xfrm>
            <a:custGeom>
              <a:avLst/>
              <a:gdLst>
                <a:gd name="connsiteX0" fmla="*/ 0 w 368300"/>
                <a:gd name="connsiteY0" fmla="*/ 0 h 746490"/>
                <a:gd name="connsiteX1" fmla="*/ 69834 w 368300"/>
                <a:gd name="connsiteY1" fmla="*/ 7040 h 746490"/>
                <a:gd name="connsiteX2" fmla="*/ 368300 w 368300"/>
                <a:gd name="connsiteY2" fmla="*/ 373245 h 746490"/>
                <a:gd name="connsiteX3" fmla="*/ 69834 w 368300"/>
                <a:gd name="connsiteY3" fmla="*/ 739450 h 746490"/>
                <a:gd name="connsiteX4" fmla="*/ 0 w 368300"/>
                <a:gd name="connsiteY4" fmla="*/ 746490 h 7464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300" h="746490">
                  <a:moveTo>
                    <a:pt x="0" y="0"/>
                  </a:moveTo>
                  <a:lnTo>
                    <a:pt x="69834" y="7040"/>
                  </a:lnTo>
                  <a:cubicBezTo>
                    <a:pt x="240168" y="41896"/>
                    <a:pt x="368300" y="192607"/>
                    <a:pt x="368300" y="373245"/>
                  </a:cubicBezTo>
                  <a:cubicBezTo>
                    <a:pt x="368300" y="553883"/>
                    <a:pt x="240168" y="704594"/>
                    <a:pt x="69834" y="739450"/>
                  </a:cubicBezTo>
                  <a:lnTo>
                    <a:pt x="0" y="74649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4400" b="1" spc="300"/>
            </a:p>
          </p:txBody>
        </p:sp>
        <p:grpSp>
          <p:nvGrpSpPr>
            <p:cNvPr id="59" name="Group 58">
              <a:extLst>
                <a:ext uri="{FF2B5EF4-FFF2-40B4-BE49-F238E27FC236}">
                  <a16:creationId xmlns:a16="http://schemas.microsoft.com/office/drawing/2014/main" id="{22F65F2D-951E-47A0-AE6C-369C25E83A73}"/>
                </a:ext>
              </a:extLst>
            </p:cNvPr>
            <p:cNvGrpSpPr/>
            <p:nvPr/>
          </p:nvGrpSpPr>
          <p:grpSpPr>
            <a:xfrm>
              <a:off x="78324" y="605745"/>
              <a:ext cx="121701" cy="361477"/>
              <a:chOff x="-12442" y="1663700"/>
              <a:chExt cx="1761630" cy="5232400"/>
            </a:xfrm>
          </p:grpSpPr>
          <p:sp>
            <p:nvSpPr>
              <p:cNvPr id="60" name="Freeform 5">
                <a:extLst>
                  <a:ext uri="{FF2B5EF4-FFF2-40B4-BE49-F238E27FC236}">
                    <a16:creationId xmlns:a16="http://schemas.microsoft.com/office/drawing/2014/main" id="{0FB2E93E-7D77-43B4-8773-6972AD5BFAC5}"/>
                  </a:ext>
                </a:extLst>
              </p:cNvPr>
              <p:cNvSpPr>
                <a:spLocks/>
              </p:cNvSpPr>
              <p:nvPr/>
            </p:nvSpPr>
            <p:spPr bwMode="auto">
              <a:xfrm>
                <a:off x="376188" y="1663700"/>
                <a:ext cx="1373000" cy="1373000"/>
              </a:xfrm>
              <a:custGeom>
                <a:avLst/>
                <a:gdLst>
                  <a:gd name="T0" fmla="*/ 4 w 178"/>
                  <a:gd name="T1" fmla="*/ 80 h 178"/>
                  <a:gd name="T2" fmla="*/ 98 w 178"/>
                  <a:gd name="T3" fmla="*/ 4 h 178"/>
                  <a:gd name="T4" fmla="*/ 173 w 178"/>
                  <a:gd name="T5" fmla="*/ 98 h 178"/>
                  <a:gd name="T6" fmla="*/ 80 w 178"/>
                  <a:gd name="T7" fmla="*/ 173 h 178"/>
                  <a:gd name="T8" fmla="*/ 4 w 178"/>
                  <a:gd name="T9" fmla="*/ 80 h 178"/>
                </a:gdLst>
                <a:ahLst/>
                <a:cxnLst>
                  <a:cxn ang="0">
                    <a:pos x="T0" y="T1"/>
                  </a:cxn>
                  <a:cxn ang="0">
                    <a:pos x="T2" y="T3"/>
                  </a:cxn>
                  <a:cxn ang="0">
                    <a:pos x="T4" y="T5"/>
                  </a:cxn>
                  <a:cxn ang="0">
                    <a:pos x="T6" y="T7"/>
                  </a:cxn>
                  <a:cxn ang="0">
                    <a:pos x="T8" y="T9"/>
                  </a:cxn>
                </a:cxnLst>
                <a:rect l="0" t="0" r="r" b="b"/>
                <a:pathLst>
                  <a:path w="178" h="178">
                    <a:moveTo>
                      <a:pt x="4" y="80"/>
                    </a:moveTo>
                    <a:cubicBezTo>
                      <a:pt x="9" y="33"/>
                      <a:pt x="51" y="0"/>
                      <a:pt x="98" y="4"/>
                    </a:cubicBezTo>
                    <a:cubicBezTo>
                      <a:pt x="144" y="9"/>
                      <a:pt x="178" y="51"/>
                      <a:pt x="173" y="98"/>
                    </a:cubicBezTo>
                    <a:cubicBezTo>
                      <a:pt x="168" y="144"/>
                      <a:pt x="127" y="178"/>
                      <a:pt x="80" y="173"/>
                    </a:cubicBezTo>
                    <a:cubicBezTo>
                      <a:pt x="33" y="168"/>
                      <a:pt x="0" y="127"/>
                      <a:pt x="4" y="8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solidFill>
                    <a:schemeClr val="tx1"/>
                  </a:solidFill>
                </a:endParaRPr>
              </a:p>
            </p:txBody>
          </p:sp>
          <p:sp>
            <p:nvSpPr>
              <p:cNvPr id="61" name="Freeform 6">
                <a:extLst>
                  <a:ext uri="{FF2B5EF4-FFF2-40B4-BE49-F238E27FC236}">
                    <a16:creationId xmlns:a16="http://schemas.microsoft.com/office/drawing/2014/main" id="{4A43FD87-41BC-4166-AE05-76ECC39D31D0}"/>
                  </a:ext>
                </a:extLst>
              </p:cNvPr>
              <p:cNvSpPr>
                <a:spLocks/>
              </p:cNvSpPr>
              <p:nvPr/>
            </p:nvSpPr>
            <p:spPr bwMode="auto">
              <a:xfrm>
                <a:off x="-12442" y="3340705"/>
                <a:ext cx="1640372" cy="3555395"/>
              </a:xfrm>
              <a:custGeom>
                <a:avLst/>
                <a:gdLst>
                  <a:gd name="T0" fmla="*/ 133 w 436"/>
                  <a:gd name="T1" fmla="*/ 945 h 945"/>
                  <a:gd name="T2" fmla="*/ 133 w 436"/>
                  <a:gd name="T3" fmla="*/ 233 h 945"/>
                  <a:gd name="T4" fmla="*/ 0 w 436"/>
                  <a:gd name="T5" fmla="*/ 233 h 945"/>
                  <a:gd name="T6" fmla="*/ 0 w 436"/>
                  <a:gd name="T7" fmla="*/ 0 h 945"/>
                  <a:gd name="T8" fmla="*/ 436 w 436"/>
                  <a:gd name="T9" fmla="*/ 0 h 945"/>
                  <a:gd name="T10" fmla="*/ 436 w 436"/>
                  <a:gd name="T11" fmla="*/ 945 h 945"/>
                  <a:gd name="T12" fmla="*/ 133 w 436"/>
                  <a:gd name="T13" fmla="*/ 945 h 945"/>
                </a:gdLst>
                <a:ahLst/>
                <a:cxnLst>
                  <a:cxn ang="0">
                    <a:pos x="T0" y="T1"/>
                  </a:cxn>
                  <a:cxn ang="0">
                    <a:pos x="T2" y="T3"/>
                  </a:cxn>
                  <a:cxn ang="0">
                    <a:pos x="T4" y="T5"/>
                  </a:cxn>
                  <a:cxn ang="0">
                    <a:pos x="T6" y="T7"/>
                  </a:cxn>
                  <a:cxn ang="0">
                    <a:pos x="T8" y="T9"/>
                  </a:cxn>
                  <a:cxn ang="0">
                    <a:pos x="T10" y="T11"/>
                  </a:cxn>
                  <a:cxn ang="0">
                    <a:pos x="T12" y="T13"/>
                  </a:cxn>
                </a:cxnLst>
                <a:rect l="0" t="0" r="r" b="b"/>
                <a:pathLst>
                  <a:path w="436" h="945">
                    <a:moveTo>
                      <a:pt x="133" y="945"/>
                    </a:moveTo>
                    <a:lnTo>
                      <a:pt x="133" y="233"/>
                    </a:lnTo>
                    <a:lnTo>
                      <a:pt x="0" y="233"/>
                    </a:lnTo>
                    <a:lnTo>
                      <a:pt x="0" y="0"/>
                    </a:lnTo>
                    <a:lnTo>
                      <a:pt x="436" y="0"/>
                    </a:lnTo>
                    <a:lnTo>
                      <a:pt x="436" y="945"/>
                    </a:lnTo>
                    <a:lnTo>
                      <a:pt x="133" y="94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solidFill>
                    <a:schemeClr val="tx1"/>
                  </a:solidFill>
                </a:endParaRPr>
              </a:p>
            </p:txBody>
          </p:sp>
        </p:grpSp>
      </p:grpSp>
      <p:sp>
        <p:nvSpPr>
          <p:cNvPr id="2" name="Title Placeholder 1">
            <a:extLst>
              <a:ext uri="{FF2B5EF4-FFF2-40B4-BE49-F238E27FC236}">
                <a16:creationId xmlns:a16="http://schemas.microsoft.com/office/drawing/2014/main" id="{38386F46-B8A7-4A41-B9E3-152DBB5AF39C}"/>
              </a:ext>
            </a:extLst>
          </p:cNvPr>
          <p:cNvSpPr>
            <a:spLocks noGrp="1"/>
          </p:cNvSpPr>
          <p:nvPr>
            <p:ph type="title"/>
          </p:nvPr>
        </p:nvSpPr>
        <p:spPr>
          <a:xfrm>
            <a:off x="710381" y="275771"/>
            <a:ext cx="10783118" cy="1085172"/>
          </a:xfrm>
          <a:prstGeom prst="rect">
            <a:avLst/>
          </a:prstGeom>
        </p:spPr>
        <p:txBody>
          <a:bodyPr vert="horz" lIns="0" tIns="45720" rIns="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003B2E23-FA8D-4BFB-8633-584027D63898}"/>
              </a:ext>
            </a:extLst>
          </p:cNvPr>
          <p:cNvSpPr>
            <a:spLocks noGrp="1"/>
          </p:cNvSpPr>
          <p:nvPr>
            <p:ph type="body" idx="1"/>
          </p:nvPr>
        </p:nvSpPr>
        <p:spPr>
          <a:xfrm>
            <a:off x="710381" y="1749425"/>
            <a:ext cx="10783118" cy="4175125"/>
          </a:xfrm>
          <a:prstGeom prst="rect">
            <a:avLst/>
          </a:prstGeom>
        </p:spPr>
        <p:txBody>
          <a:bodyPr vert="horz" lIns="0" tIns="0" rIns="0" bIns="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67AB9E95-2B69-4CC2-AA68-608768FABD0E}"/>
              </a:ext>
            </a:extLst>
          </p:cNvPr>
          <p:cNvSpPr>
            <a:spLocks noGrp="1"/>
          </p:cNvSpPr>
          <p:nvPr>
            <p:ph type="ftr" sz="quarter" idx="3"/>
          </p:nvPr>
        </p:nvSpPr>
        <p:spPr>
          <a:xfrm>
            <a:off x="7382881" y="6387307"/>
            <a:ext cx="4114800" cy="199231"/>
          </a:xfrm>
          <a:prstGeom prst="rect">
            <a:avLst/>
          </a:prstGeom>
        </p:spPr>
        <p:txBody>
          <a:bodyPr vert="horz" lIns="0" tIns="0" rIns="0" bIns="0" rtlCol="0" anchor="ctr"/>
          <a:lstStyle>
            <a:lvl1pPr algn="r">
              <a:defRPr sz="1050">
                <a:solidFill>
                  <a:schemeClr val="tx1"/>
                </a:solidFill>
              </a:defRPr>
            </a:lvl1pPr>
          </a:lstStyle>
          <a:p>
            <a:r>
              <a:rPr lang="en-US"/>
              <a:t>Go to Insert &gt; Header &amp; Footer to edit footer text</a:t>
            </a:r>
            <a:endParaRPr lang="en-GB"/>
          </a:p>
        </p:txBody>
      </p:sp>
      <p:sp>
        <p:nvSpPr>
          <p:cNvPr id="6" name="Slide Number Placeholder 5">
            <a:extLst>
              <a:ext uri="{FF2B5EF4-FFF2-40B4-BE49-F238E27FC236}">
                <a16:creationId xmlns:a16="http://schemas.microsoft.com/office/drawing/2014/main" id="{6CC352AB-4E9A-4CB2-BC09-E1F646D7F671}"/>
              </a:ext>
            </a:extLst>
          </p:cNvPr>
          <p:cNvSpPr>
            <a:spLocks noGrp="1"/>
          </p:cNvSpPr>
          <p:nvPr>
            <p:ph type="sldNum" sz="quarter" idx="4"/>
          </p:nvPr>
        </p:nvSpPr>
        <p:spPr>
          <a:xfrm>
            <a:off x="11785600" y="635795"/>
            <a:ext cx="368300" cy="365125"/>
          </a:xfrm>
          <a:prstGeom prst="rect">
            <a:avLst/>
          </a:prstGeom>
        </p:spPr>
        <p:txBody>
          <a:bodyPr vert="horz" lIns="0" tIns="0" rIns="0" bIns="0" rtlCol="0" anchor="ctr"/>
          <a:lstStyle>
            <a:lvl1pPr algn="r">
              <a:defRPr sz="1050">
                <a:solidFill>
                  <a:schemeClr val="bg1"/>
                </a:solidFill>
              </a:defRPr>
            </a:lvl1pPr>
          </a:lstStyle>
          <a:p>
            <a:fld id="{FAEEC637-5006-4E50-A83C-29CEB747C05F}" type="slidenum">
              <a:rPr lang="en-GB" smtClean="0"/>
              <a:pPr/>
              <a:t>‹#›</a:t>
            </a:fld>
            <a:endParaRPr lang="en-GB"/>
          </a:p>
        </p:txBody>
      </p:sp>
    </p:spTree>
    <p:extLst>
      <p:ext uri="{BB962C8B-B14F-4D97-AF65-F5344CB8AC3E}">
        <p14:creationId xmlns:p14="http://schemas.microsoft.com/office/powerpoint/2010/main" val="233310577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8" r:id="rId16"/>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ct val="100000"/>
        </a:lnSpc>
        <a:spcBef>
          <a:spcPct val="0"/>
        </a:spcBef>
        <a:buNone/>
        <a:defRPr sz="240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defRPr sz="1600" b="1" kern="1200">
          <a:solidFill>
            <a:schemeClr val="bg2"/>
          </a:solidFill>
          <a:latin typeface="+mn-lt"/>
          <a:ea typeface="+mn-ea"/>
          <a:cs typeface="+mn-cs"/>
        </a:defRPr>
      </a:lvl1pPr>
      <a:lvl2pPr marL="0" indent="0" algn="l" defTabSz="914400" rtl="0" eaLnBrk="1" latinLnBrk="0" hangingPunct="1">
        <a:lnSpc>
          <a:spcPct val="100000"/>
        </a:lnSpc>
        <a:spcBef>
          <a:spcPts val="800"/>
        </a:spcBef>
        <a:spcAft>
          <a:spcPts val="400"/>
        </a:spcAft>
        <a:buFont typeface="Arial" panose="020B0604020202020204" pitchFamily="34" charset="0"/>
        <a:buNone/>
        <a:defRPr sz="1400" kern="1200">
          <a:solidFill>
            <a:schemeClr val="tx1"/>
          </a:solidFill>
          <a:latin typeface="+mn-lt"/>
          <a:ea typeface="+mn-ea"/>
          <a:cs typeface="+mn-cs"/>
        </a:defRPr>
      </a:lvl2pPr>
      <a:lvl3pPr marL="180975" indent="-180975" algn="l" defTabSz="914400" rtl="0" eaLnBrk="1" latinLnBrk="0" hangingPunct="1">
        <a:lnSpc>
          <a:spcPct val="100000"/>
        </a:lnSpc>
        <a:spcBef>
          <a:spcPts val="600"/>
        </a:spcBef>
        <a:buClr>
          <a:schemeClr val="bg2"/>
        </a:buClr>
        <a:buFont typeface="Arial" panose="020B0604020202020204" pitchFamily="34" charset="0"/>
        <a:buChar char="•"/>
        <a:defRPr sz="1400" kern="1200">
          <a:solidFill>
            <a:schemeClr val="tx1"/>
          </a:solidFill>
          <a:latin typeface="+mn-lt"/>
          <a:ea typeface="+mn-ea"/>
          <a:cs typeface="+mn-cs"/>
        </a:defRPr>
      </a:lvl3pPr>
      <a:lvl4pPr marL="361950" indent="-180975" algn="l" defTabSz="914400" rtl="0" eaLnBrk="1" latinLnBrk="0" hangingPunct="1">
        <a:lnSpc>
          <a:spcPct val="100000"/>
        </a:lnSpc>
        <a:spcBef>
          <a:spcPts val="600"/>
        </a:spcBef>
        <a:buFont typeface="Arial" panose="020B0604020202020204" pitchFamily="34" charset="0"/>
        <a:buChar char="•"/>
        <a:defRPr sz="1200" kern="1200">
          <a:solidFill>
            <a:schemeClr val="tx1"/>
          </a:solidFill>
          <a:latin typeface="+mn-lt"/>
          <a:ea typeface="+mn-ea"/>
          <a:cs typeface="+mn-cs"/>
        </a:defRPr>
      </a:lvl4pPr>
      <a:lvl5pPr marL="542925" indent="-180975" algn="l" defTabSz="914400" rtl="0" eaLnBrk="1" latinLnBrk="0" hangingPunct="1">
        <a:lnSpc>
          <a:spcPct val="100000"/>
        </a:lnSpc>
        <a:spcBef>
          <a:spcPts val="600"/>
        </a:spcBef>
        <a:buClr>
          <a:schemeClr val="tx1"/>
        </a:buClr>
        <a:buFont typeface="Trebuchet MS" panose="020B0603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438">
          <p15:clr>
            <a:srgbClr val="F26B43"/>
          </p15:clr>
        </p15:guide>
        <p15:guide id="3" pos="7242">
          <p15:clr>
            <a:srgbClr val="F26B43"/>
          </p15:clr>
        </p15:guide>
        <p15:guide id="4" orient="horz" pos="3744">
          <p15:clr>
            <a:srgbClr val="F26B43"/>
          </p15:clr>
        </p15:guide>
        <p15:guide id="5" orient="horz" pos="109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3270" cy="6858000"/>
          </a:xfrm>
          <a:custGeom>
            <a:avLst/>
            <a:gdLst/>
            <a:ahLst/>
            <a:cxnLst/>
            <a:rect l="l" t="t" r="r" b="b"/>
            <a:pathLst>
              <a:path w="12193270" h="6858000">
                <a:moveTo>
                  <a:pt x="12193206" y="0"/>
                </a:moveTo>
                <a:lnTo>
                  <a:pt x="0" y="0"/>
                </a:lnTo>
                <a:lnTo>
                  <a:pt x="0" y="6858000"/>
                </a:lnTo>
                <a:lnTo>
                  <a:pt x="12193206" y="6858000"/>
                </a:lnTo>
                <a:lnTo>
                  <a:pt x="12193206" y="0"/>
                </a:lnTo>
                <a:close/>
              </a:path>
            </a:pathLst>
          </a:custGeom>
          <a:solidFill>
            <a:srgbClr val="25408D"/>
          </a:solidFill>
        </p:spPr>
        <p:txBody>
          <a:bodyPr wrap="square" lIns="0" tIns="0" rIns="0" bIns="0" rtlCol="0"/>
          <a:lstStyle/>
          <a:p>
            <a:endParaRPr/>
          </a:p>
        </p:txBody>
      </p:sp>
      <p:sp>
        <p:nvSpPr>
          <p:cNvPr id="2" name="Holder 2"/>
          <p:cNvSpPr>
            <a:spLocks noGrp="1"/>
          </p:cNvSpPr>
          <p:nvPr>
            <p:ph type="title"/>
          </p:nvPr>
        </p:nvSpPr>
        <p:spPr>
          <a:xfrm>
            <a:off x="563299" y="356055"/>
            <a:ext cx="11071750" cy="939800"/>
          </a:xfrm>
          <a:prstGeom prst="rect">
            <a:avLst/>
          </a:prstGeom>
        </p:spPr>
        <p:txBody>
          <a:bodyPr wrap="square" lIns="0" tIns="0" rIns="0" bIns="0">
            <a:spAutoFit/>
          </a:bodyPr>
          <a:lstStyle>
            <a:lvl1pPr>
              <a:defRPr sz="6000" b="1" i="0">
                <a:solidFill>
                  <a:srgbClr val="FDB913"/>
                </a:solidFill>
                <a:latin typeface="Arial"/>
                <a:cs typeface="Arial"/>
              </a:defRPr>
            </a:lvl1pPr>
          </a:lstStyle>
          <a:p>
            <a:endParaRPr/>
          </a:p>
        </p:txBody>
      </p:sp>
      <p:sp>
        <p:nvSpPr>
          <p:cNvPr id="3" name="Holder 3"/>
          <p:cNvSpPr>
            <a:spLocks noGrp="1"/>
          </p:cNvSpPr>
          <p:nvPr>
            <p:ph type="body" idx="1"/>
          </p:nvPr>
        </p:nvSpPr>
        <p:spPr>
          <a:xfrm>
            <a:off x="563299" y="2079848"/>
            <a:ext cx="11071750" cy="426593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147439" y="6377940"/>
            <a:ext cx="3903472"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917" y="6377940"/>
            <a:ext cx="28056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10/5/2026</a:t>
            </a:fld>
            <a:endParaRPr lang="en-US"/>
          </a:p>
        </p:txBody>
      </p:sp>
      <p:sp>
        <p:nvSpPr>
          <p:cNvPr id="6" name="Holder 6"/>
          <p:cNvSpPr>
            <a:spLocks noGrp="1"/>
          </p:cNvSpPr>
          <p:nvPr>
            <p:ph type="sldNum" sz="quarter" idx="7"/>
          </p:nvPr>
        </p:nvSpPr>
        <p:spPr>
          <a:xfrm>
            <a:off x="8782812" y="6377940"/>
            <a:ext cx="28056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988616582"/>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13.jpeg"/><Relationship Id="rId7" Type="http://schemas.openxmlformats.org/officeDocument/2006/relationships/diagramQuickStyle" Target="../diagrams/quickStyle1.xml"/><Relationship Id="rId2" Type="http://schemas.openxmlformats.org/officeDocument/2006/relationships/notesSlide" Target="../notesSlides/notesSlide2.xml"/><Relationship Id="rId1" Type="http://schemas.openxmlformats.org/officeDocument/2006/relationships/slideLayout" Target="../slideLayouts/slideLayout14.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14.jpeg"/><Relationship Id="rId9" Type="http://schemas.microsoft.com/office/2007/relationships/diagramDrawing" Target="../diagrams/drawing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15.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10.xml"/><Relationship Id="rId1" Type="http://schemas.openxmlformats.org/officeDocument/2006/relationships/slideLayout" Target="../slideLayouts/slideLayout15.xml"/><Relationship Id="rId6" Type="http://schemas.openxmlformats.org/officeDocument/2006/relationships/image" Target="../media/image20.svg"/><Relationship Id="rId5" Type="http://schemas.openxmlformats.org/officeDocument/2006/relationships/image" Target="../media/image19.svg"/><Relationship Id="rId4" Type="http://schemas.openxmlformats.org/officeDocument/2006/relationships/image" Target="../media/image18.sv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15.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15.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4.xml"/><Relationship Id="rId1" Type="http://schemas.openxmlformats.org/officeDocument/2006/relationships/slideLayout" Target="../slideLayouts/slideLayout15.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notesSlide" Target="../notesSlides/notesSlide15.xml"/><Relationship Id="rId1" Type="http://schemas.openxmlformats.org/officeDocument/2006/relationships/slideLayout" Target="../slideLayouts/slideLayout15.xml"/><Relationship Id="rId6" Type="http://schemas.openxmlformats.org/officeDocument/2006/relationships/image" Target="../media/image30.svg"/><Relationship Id="rId5" Type="http://schemas.openxmlformats.org/officeDocument/2006/relationships/image" Target="../media/image29.svg"/><Relationship Id="rId4" Type="http://schemas.openxmlformats.org/officeDocument/2006/relationships/image" Target="../media/image28.svg"/></Relationships>
</file>

<file path=ppt/slides/_rels/slide16.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notesSlide" Target="../notesSlides/notesSlide18.xml"/><Relationship Id="rId1" Type="http://schemas.openxmlformats.org/officeDocument/2006/relationships/slideLayout" Target="../slideLayouts/slideLayout15.xml"/><Relationship Id="rId5" Type="http://schemas.openxmlformats.org/officeDocument/2006/relationships/image" Target="../media/image34.svg"/><Relationship Id="rId4" Type="http://schemas.openxmlformats.org/officeDocument/2006/relationships/image" Target="../media/image33.svg"/></Relationships>
</file>

<file path=ppt/slides/_rels/slide19.xml.rels><?xml version="1.0" encoding="UTF-8" standalone="yes"?>
<Relationships xmlns="http://schemas.openxmlformats.org/package/2006/relationships"><Relationship Id="rId3" Type="http://schemas.openxmlformats.org/officeDocument/2006/relationships/image" Target="../media/image35.svg"/><Relationship Id="rId2" Type="http://schemas.openxmlformats.org/officeDocument/2006/relationships/notesSlide" Target="../notesSlides/notesSlide19.xml"/><Relationship Id="rId1" Type="http://schemas.openxmlformats.org/officeDocument/2006/relationships/slideLayout" Target="../slideLayouts/slideLayout15.xml"/><Relationship Id="rId4" Type="http://schemas.openxmlformats.org/officeDocument/2006/relationships/image" Target="../media/image36.svg"/></Relationships>
</file>

<file path=ppt/slides/_rels/slide20.xml.rels><?xml version="1.0" encoding="UTF-8" standalone="yes"?>
<Relationships xmlns="http://schemas.openxmlformats.org/package/2006/relationships"><Relationship Id="rId8" Type="http://schemas.openxmlformats.org/officeDocument/2006/relationships/image" Target="../media/image42.svg"/><Relationship Id="rId3" Type="http://schemas.openxmlformats.org/officeDocument/2006/relationships/image" Target="../media/image37.svg"/><Relationship Id="rId7" Type="http://schemas.openxmlformats.org/officeDocument/2006/relationships/image" Target="../media/image41.svg"/><Relationship Id="rId2" Type="http://schemas.openxmlformats.org/officeDocument/2006/relationships/notesSlide" Target="../notesSlides/notesSlide20.xml"/><Relationship Id="rId1" Type="http://schemas.openxmlformats.org/officeDocument/2006/relationships/slideLayout" Target="../slideLayouts/slideLayout15.xml"/><Relationship Id="rId6" Type="http://schemas.openxmlformats.org/officeDocument/2006/relationships/image" Target="../media/image40.svg"/><Relationship Id="rId5" Type="http://schemas.openxmlformats.org/officeDocument/2006/relationships/image" Target="../media/image39.svg"/><Relationship Id="rId4" Type="http://schemas.openxmlformats.org/officeDocument/2006/relationships/image" Target="../media/image38.svg"/></Relationships>
</file>

<file path=ppt/slides/_rels/slide21.xml.rels><?xml version="1.0" encoding="UTF-8" standalone="yes"?>
<Relationships xmlns="http://schemas.openxmlformats.org/package/2006/relationships"><Relationship Id="rId8" Type="http://schemas.openxmlformats.org/officeDocument/2006/relationships/image" Target="../media/image42.svg"/><Relationship Id="rId3" Type="http://schemas.openxmlformats.org/officeDocument/2006/relationships/image" Target="../media/image37.svg"/><Relationship Id="rId7" Type="http://schemas.openxmlformats.org/officeDocument/2006/relationships/image" Target="../media/image41.svg"/><Relationship Id="rId2" Type="http://schemas.openxmlformats.org/officeDocument/2006/relationships/notesSlide" Target="../notesSlides/notesSlide21.xml"/><Relationship Id="rId1" Type="http://schemas.openxmlformats.org/officeDocument/2006/relationships/slideLayout" Target="../slideLayouts/slideLayout15.xml"/><Relationship Id="rId6" Type="http://schemas.openxmlformats.org/officeDocument/2006/relationships/image" Target="../media/image40.svg"/><Relationship Id="rId5" Type="http://schemas.openxmlformats.org/officeDocument/2006/relationships/image" Target="../media/image39.svg"/><Relationship Id="rId4" Type="http://schemas.openxmlformats.org/officeDocument/2006/relationships/image" Target="../media/image38.svg"/></Relationships>
</file>

<file path=ppt/slides/_rels/slide22.xml.rels><?xml version="1.0" encoding="UTF-8" standalone="yes"?>
<Relationships xmlns="http://schemas.openxmlformats.org/package/2006/relationships"><Relationship Id="rId3" Type="http://schemas.openxmlformats.org/officeDocument/2006/relationships/image" Target="../media/image43.svg"/><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26.xml"/><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3" Type="http://schemas.openxmlformats.org/officeDocument/2006/relationships/image" Target="../media/image45.svg"/><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8" Type="http://schemas.openxmlformats.org/officeDocument/2006/relationships/image" Target="../media/image51.svg"/><Relationship Id="rId3" Type="http://schemas.openxmlformats.org/officeDocument/2006/relationships/image" Target="../media/image46.svg"/><Relationship Id="rId7" Type="http://schemas.openxmlformats.org/officeDocument/2006/relationships/image" Target="../media/image50.svg"/><Relationship Id="rId2" Type="http://schemas.openxmlformats.org/officeDocument/2006/relationships/notesSlide" Target="../notesSlides/notesSlide28.xml"/><Relationship Id="rId1" Type="http://schemas.openxmlformats.org/officeDocument/2006/relationships/slideLayout" Target="../slideLayouts/slideLayout15.xml"/><Relationship Id="rId6" Type="http://schemas.openxmlformats.org/officeDocument/2006/relationships/image" Target="../media/image49.svg"/><Relationship Id="rId5" Type="http://schemas.openxmlformats.org/officeDocument/2006/relationships/image" Target="../media/image48.svg"/><Relationship Id="rId4" Type="http://schemas.openxmlformats.org/officeDocument/2006/relationships/image" Target="../media/image47.svg"/></Relationships>
</file>

<file path=ppt/slides/_rels/slide2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9.xml"/><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31.xml"/><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5.xml"/><Relationship Id="rId1" Type="http://schemas.openxmlformats.org/officeDocument/2006/relationships/tags" Target="../tags/tag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0578AD4-E9AB-144D-8D25-75B212E9DAFE}"/>
              </a:ext>
            </a:extLst>
          </p:cNvPr>
          <p:cNvSpPr>
            <a:spLocks noGrp="1"/>
          </p:cNvSpPr>
          <p:nvPr>
            <p:ph type="body" sz="quarter" idx="10"/>
          </p:nvPr>
        </p:nvSpPr>
        <p:spPr>
          <a:xfrm>
            <a:off x="533400" y="2318598"/>
            <a:ext cx="5562600" cy="769441"/>
          </a:xfrm>
        </p:spPr>
        <p:txBody>
          <a:bodyPr vert="horz" lIns="0" tIns="0" rIns="0" bIns="0" rtlCol="0" anchor="t">
            <a:noAutofit/>
          </a:bodyPr>
          <a:lstStyle/>
          <a:p>
            <a:r>
              <a:rPr lang="en-US" sz="3600" noProof="0">
                <a:latin typeface="+mj-lt"/>
                <a:cs typeface="Arial"/>
              </a:rPr>
              <a:t>Data Measurements </a:t>
            </a:r>
          </a:p>
        </p:txBody>
      </p:sp>
      <p:sp>
        <p:nvSpPr>
          <p:cNvPr id="5" name="Text Placeholder 4">
            <a:extLst>
              <a:ext uri="{FF2B5EF4-FFF2-40B4-BE49-F238E27FC236}">
                <a16:creationId xmlns:a16="http://schemas.microsoft.com/office/drawing/2014/main" id="{921EE887-B48F-AD4F-8697-4305800340F0}"/>
              </a:ext>
            </a:extLst>
          </p:cNvPr>
          <p:cNvSpPr>
            <a:spLocks noGrp="1"/>
          </p:cNvSpPr>
          <p:nvPr>
            <p:ph type="body" sz="quarter" idx="11"/>
          </p:nvPr>
        </p:nvSpPr>
        <p:spPr>
          <a:xfrm>
            <a:off x="533400" y="3947160"/>
            <a:ext cx="2743200" cy="1077218"/>
          </a:xfrm>
        </p:spPr>
        <p:txBody>
          <a:bodyPr vert="horz" lIns="0" tIns="0" rIns="0" bIns="0" rtlCol="0" anchor="t">
            <a:normAutofit fontScale="92500" lnSpcReduction="20000"/>
          </a:bodyPr>
          <a:lstStyle/>
          <a:p>
            <a:r>
              <a:rPr lang="en-US" noProof="0">
                <a:latin typeface="+mj-lt"/>
                <a:cs typeface="Arial"/>
              </a:rPr>
              <a:t>MEASURE LSS11</a:t>
            </a:r>
            <a:endParaRPr lang="en-US" noProof="0">
              <a:latin typeface="+mj-lt"/>
            </a:endParaRPr>
          </a:p>
          <a:p>
            <a:endParaRPr lang="en-US" noProof="0">
              <a:latin typeface="+mj-lt"/>
            </a:endParaRPr>
          </a:p>
          <a:p>
            <a:r>
              <a:rPr lang="en-US" sz="1800" noProof="0">
                <a:latin typeface="+mj-lt"/>
              </a:rPr>
              <a:t>Version: June 2026</a:t>
            </a:r>
          </a:p>
        </p:txBody>
      </p:sp>
      <p:sp>
        <p:nvSpPr>
          <p:cNvPr id="2" name="Rectangle 1">
            <a:extLst>
              <a:ext uri="{FF2B5EF4-FFF2-40B4-BE49-F238E27FC236}">
                <a16:creationId xmlns:a16="http://schemas.microsoft.com/office/drawing/2014/main" id="{D79BDFD2-4AA9-07F0-8355-EC8F9A64B69A}"/>
              </a:ext>
            </a:extLst>
          </p:cNvPr>
          <p:cNvSpPr/>
          <p:nvPr/>
        </p:nvSpPr>
        <p:spPr>
          <a:xfrm>
            <a:off x="213756" y="5652655"/>
            <a:ext cx="2458192" cy="926275"/>
          </a:xfrm>
          <a:prstGeom prst="rect">
            <a:avLst/>
          </a:prstGeom>
          <a:solidFill>
            <a:srgbClr val="24408D"/>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mj-lt"/>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Woman looking at computer screen">
            <a:extLst>
              <a:ext uri="{FF2B5EF4-FFF2-40B4-BE49-F238E27FC236}">
                <a16:creationId xmlns:a16="http://schemas.microsoft.com/office/drawing/2014/main" id="{9A9A7879-3834-4E16-83BA-78EE2EC2C48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77689" y="352117"/>
            <a:ext cx="3104322" cy="2069548"/>
          </a:xfrm>
          <a:prstGeom prst="rect">
            <a:avLst/>
          </a:prstGeom>
        </p:spPr>
      </p:pic>
      <p:pic>
        <p:nvPicPr>
          <p:cNvPr id="5" name="Picture 4" descr="Person looking at computer screen">
            <a:extLst>
              <a:ext uri="{FF2B5EF4-FFF2-40B4-BE49-F238E27FC236}">
                <a16:creationId xmlns:a16="http://schemas.microsoft.com/office/drawing/2014/main" id="{2E842367-3A6C-41A8-B546-96842971403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9723" y="352117"/>
            <a:ext cx="3104322" cy="2069548"/>
          </a:xfrm>
          <a:prstGeom prst="rect">
            <a:avLst/>
          </a:prstGeom>
        </p:spPr>
      </p:pic>
      <p:sp>
        <p:nvSpPr>
          <p:cNvPr id="7" name="Content Placeholder 2">
            <a:extLst>
              <a:ext uri="{FF2B5EF4-FFF2-40B4-BE49-F238E27FC236}">
                <a16:creationId xmlns:a16="http://schemas.microsoft.com/office/drawing/2014/main" id="{3FF8775C-D23D-46B1-A586-AC0645F3760E}"/>
              </a:ext>
            </a:extLst>
          </p:cNvPr>
          <p:cNvSpPr txBox="1">
            <a:spLocks/>
          </p:cNvSpPr>
          <p:nvPr/>
        </p:nvSpPr>
        <p:spPr>
          <a:xfrm>
            <a:off x="1413765" y="2782278"/>
            <a:ext cx="4682235" cy="3584019"/>
          </a:xfrm>
          <a:prstGeom prst="rect">
            <a:avLst/>
          </a:prstGeom>
          <a:ln w="19050">
            <a:solidFill>
              <a:srgbClr val="00B0F0"/>
            </a:solidFill>
            <a:prstDash val="dash"/>
          </a:ln>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endParaRPr lang="en-US" b="1" kern="0" noProof="0" dirty="0">
              <a:solidFill>
                <a:sysClr val="windowText" lastClr="000000"/>
              </a:solidFill>
              <a:latin typeface="+mj-lt"/>
              <a:cs typeface="Arial" panose="020B0604020202020204" pitchFamily="34" charset="0"/>
            </a:endParaRPr>
          </a:p>
          <a:p>
            <a:r>
              <a:rPr lang="en-US" sz="3200" b="1" kern="0" noProof="0" dirty="0">
                <a:solidFill>
                  <a:schemeClr val="accent4"/>
                </a:solidFill>
                <a:latin typeface="+mj-lt"/>
                <a:cs typeface="Arial" panose="020B0604020202020204" pitchFamily="34" charset="0"/>
              </a:rPr>
              <a:t>Virtual Classroom</a:t>
            </a:r>
          </a:p>
          <a:p>
            <a:r>
              <a:rPr lang="en-US" sz="3200" b="1" kern="0" noProof="0" dirty="0">
                <a:solidFill>
                  <a:schemeClr val="accent4"/>
                </a:solidFill>
                <a:latin typeface="+mj-lt"/>
                <a:cs typeface="Arial" panose="020B0604020202020204" pitchFamily="34" charset="0"/>
              </a:rPr>
              <a:t>Module</a:t>
            </a:r>
          </a:p>
          <a:p>
            <a:pPr algn="ctr"/>
            <a:endParaRPr lang="en-US" kern="0" noProof="0" dirty="0">
              <a:solidFill>
                <a:srgbClr val="24408D"/>
              </a:solidFill>
              <a:latin typeface="+mj-lt"/>
              <a:cs typeface="Arial" panose="020B0604020202020204" pitchFamily="34" charset="0"/>
            </a:endParaRPr>
          </a:p>
          <a:p>
            <a:pPr marL="342900" indent="-342900">
              <a:buFont typeface="Arial" panose="020B0604020202020204" pitchFamily="34" charset="0"/>
              <a:buChar char="•"/>
            </a:pPr>
            <a:r>
              <a:rPr lang="en-US" kern="0">
                <a:solidFill>
                  <a:srgbClr val="172859"/>
                </a:solidFill>
                <a:latin typeface="+mj-lt"/>
                <a:cs typeface="Arial" panose="020B0604020202020204" pitchFamily="34" charset="0"/>
              </a:rPr>
              <a:t>9</a:t>
            </a:r>
            <a:r>
              <a:rPr lang="en-US" kern="0" noProof="0">
                <a:solidFill>
                  <a:srgbClr val="172859"/>
                </a:solidFill>
                <a:latin typeface="+mj-lt"/>
                <a:cs typeface="Arial" panose="020B0604020202020204" pitchFamily="34" charset="0"/>
              </a:rPr>
              <a:t>0 mins session.</a:t>
            </a:r>
          </a:p>
          <a:p>
            <a:pPr marL="342900" indent="-342900">
              <a:buFont typeface="Arial" panose="020B0604020202020204" pitchFamily="34" charset="0"/>
              <a:buChar char="•"/>
            </a:pPr>
            <a:endParaRPr lang="en-US" kern="0" noProof="0" dirty="0">
              <a:solidFill>
                <a:srgbClr val="172859"/>
              </a:solidFill>
              <a:latin typeface="+mj-lt"/>
              <a:cs typeface="Arial" panose="020B0604020202020204" pitchFamily="34" charset="0"/>
            </a:endParaRPr>
          </a:p>
          <a:p>
            <a:pPr marL="342900" indent="-342900">
              <a:buFont typeface="Arial" panose="020B0604020202020204" pitchFamily="34" charset="0"/>
              <a:buChar char="•"/>
            </a:pPr>
            <a:r>
              <a:rPr lang="en-US" kern="0" noProof="0" dirty="0">
                <a:solidFill>
                  <a:srgbClr val="172859"/>
                </a:solidFill>
                <a:latin typeface="+mj-lt"/>
                <a:cs typeface="Arial" panose="020B0604020202020204" pitchFamily="34" charset="0"/>
              </a:rPr>
              <a:t>Please mute your microphone if you are not speaking.</a:t>
            </a:r>
          </a:p>
          <a:p>
            <a:pPr marL="342900" indent="-342900">
              <a:buFont typeface="Arial" panose="020B0604020202020204" pitchFamily="34" charset="0"/>
              <a:buChar char="•"/>
            </a:pPr>
            <a:endParaRPr lang="en-US" kern="0" noProof="0" dirty="0">
              <a:solidFill>
                <a:srgbClr val="172859"/>
              </a:solidFill>
              <a:latin typeface="+mj-lt"/>
              <a:cs typeface="Arial" panose="020B0604020202020204" pitchFamily="34" charset="0"/>
            </a:endParaRPr>
          </a:p>
          <a:p>
            <a:pPr marL="342900" indent="-342900">
              <a:buFont typeface="Arial" panose="020B0604020202020204" pitchFamily="34" charset="0"/>
              <a:buChar char="•"/>
            </a:pPr>
            <a:r>
              <a:rPr lang="en-US" kern="0" noProof="0" dirty="0">
                <a:solidFill>
                  <a:srgbClr val="172859"/>
                </a:solidFill>
                <a:latin typeface="+mj-lt"/>
                <a:cs typeface="Arial" panose="020B0604020202020204" pitchFamily="34" charset="0"/>
              </a:rPr>
              <a:t>Q&amp;A during the session in chat.</a:t>
            </a:r>
          </a:p>
          <a:p>
            <a:pPr marL="742950" lvl="1" indent="-285750">
              <a:buFont typeface="Courier New" panose="02070309020205020404" pitchFamily="49" charset="0"/>
              <a:buChar char="o"/>
            </a:pPr>
            <a:endParaRPr lang="en-US" kern="0" noProof="0" dirty="0">
              <a:latin typeface="+mj-lt"/>
              <a:cs typeface="Arial" panose="020B0604020202020204" pitchFamily="34" charset="0"/>
            </a:endParaRPr>
          </a:p>
          <a:p>
            <a:pPr algn="ctr"/>
            <a:endParaRPr lang="en-US" kern="0" noProof="0" dirty="0">
              <a:solidFill>
                <a:sysClr val="windowText" lastClr="000000"/>
              </a:solidFill>
              <a:latin typeface="+mj-lt"/>
              <a:cs typeface="Arial" panose="020B0604020202020204" pitchFamily="34" charset="0"/>
            </a:endParaRPr>
          </a:p>
          <a:p>
            <a:pPr marL="342900" indent="-342900">
              <a:buFont typeface="+mj-lt"/>
              <a:buAutoNum type="arabicPeriod"/>
            </a:pPr>
            <a:endParaRPr lang="en-US" kern="0" noProof="0" dirty="0">
              <a:solidFill>
                <a:sysClr val="windowText" lastClr="000000"/>
              </a:solidFill>
              <a:latin typeface="+mj-lt"/>
              <a:cs typeface="Arial" panose="020B0604020202020204" pitchFamily="34" charset="0"/>
            </a:endParaRPr>
          </a:p>
          <a:p>
            <a:endParaRPr lang="en-US" kern="0" noProof="0" dirty="0">
              <a:solidFill>
                <a:sysClr val="windowText" lastClr="000000"/>
              </a:solidFill>
              <a:latin typeface="+mj-lt"/>
              <a:cs typeface="Arial" panose="020B0604020202020204" pitchFamily="34" charset="0"/>
            </a:endParaRPr>
          </a:p>
          <a:p>
            <a:endParaRPr lang="en-US" kern="0" noProof="0" dirty="0">
              <a:solidFill>
                <a:sysClr val="windowText" lastClr="000000"/>
              </a:solidFill>
              <a:latin typeface="+mj-lt"/>
              <a:cs typeface="Arial" panose="020B0604020202020204" pitchFamily="34" charset="0"/>
            </a:endParaRPr>
          </a:p>
        </p:txBody>
      </p:sp>
      <p:graphicFrame>
        <p:nvGraphicFramePr>
          <p:cNvPr id="6" name="Diagram 5">
            <a:extLst>
              <a:ext uri="{FF2B5EF4-FFF2-40B4-BE49-F238E27FC236}">
                <a16:creationId xmlns:a16="http://schemas.microsoft.com/office/drawing/2014/main" id="{CCCACFAE-A132-4400-9E56-83527DBA58C4}"/>
              </a:ext>
            </a:extLst>
          </p:cNvPr>
          <p:cNvGraphicFramePr/>
          <p:nvPr>
            <p:extLst>
              <p:ext uri="{D42A27DB-BD31-4B8C-83A1-F6EECF244321}">
                <p14:modId xmlns:p14="http://schemas.microsoft.com/office/powerpoint/2010/main" val="2612442349"/>
              </p:ext>
            </p:extLst>
          </p:nvPr>
        </p:nvGraphicFramePr>
        <p:xfrm>
          <a:off x="8213264" y="2936929"/>
          <a:ext cx="2642464" cy="2482468"/>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31615179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D399E5A6-4282-FA4F-84F9-2738F188A9A1}"/>
              </a:ext>
            </a:extLst>
          </p:cNvPr>
          <p:cNvSpPr>
            <a:spLocks noGrp="1"/>
          </p:cNvSpPr>
          <p:nvPr>
            <p:ph type="body" sz="quarter" idx="10"/>
          </p:nvPr>
        </p:nvSpPr>
        <p:spPr>
          <a:xfrm>
            <a:off x="533400" y="345110"/>
            <a:ext cx="7239000" cy="553998"/>
          </a:xfrm>
        </p:spPr>
        <p:txBody>
          <a:bodyPr>
            <a:normAutofit/>
          </a:bodyPr>
          <a:lstStyle/>
          <a:p>
            <a:r>
              <a:rPr lang="en-US" sz="3200" noProof="0">
                <a:latin typeface="+mj-lt"/>
              </a:rPr>
              <a:t>Measure Modules</a:t>
            </a:r>
          </a:p>
        </p:txBody>
      </p:sp>
      <p:sp>
        <p:nvSpPr>
          <p:cNvPr id="9" name="TextBox 8">
            <a:extLst>
              <a:ext uri="{FF2B5EF4-FFF2-40B4-BE49-F238E27FC236}">
                <a16:creationId xmlns:a16="http://schemas.microsoft.com/office/drawing/2014/main" id="{C466EA28-7C2A-41C6-A28D-3948DA1E39D5}"/>
              </a:ext>
            </a:extLst>
          </p:cNvPr>
          <p:cNvSpPr txBox="1"/>
          <p:nvPr/>
        </p:nvSpPr>
        <p:spPr>
          <a:xfrm>
            <a:off x="414731" y="1532346"/>
            <a:ext cx="6843865" cy="369332"/>
          </a:xfrm>
          <a:prstGeom prst="rect">
            <a:avLst/>
          </a:prstGeom>
          <a:noFill/>
        </p:spPr>
        <p:txBody>
          <a:bodyPr wrap="square">
            <a:spAutoFit/>
          </a:bodyPr>
          <a:lstStyle/>
          <a:p>
            <a:r>
              <a:rPr lang="en-US" noProof="0">
                <a:solidFill>
                  <a:srgbClr val="172859"/>
                </a:solidFill>
                <a:latin typeface="+mj-lt"/>
                <a:cs typeface="Arial" panose="020B0604020202020204" pitchFamily="34" charset="0"/>
              </a:rPr>
              <a:t>5 modules you will study in </a:t>
            </a:r>
            <a:r>
              <a:rPr lang="en-US" b="1" noProof="0">
                <a:solidFill>
                  <a:schemeClr val="accent4"/>
                </a:solidFill>
                <a:latin typeface="+mj-lt"/>
                <a:cs typeface="Arial" panose="020B0604020202020204" pitchFamily="34" charset="0"/>
              </a:rPr>
              <a:t>Measure</a:t>
            </a:r>
            <a:r>
              <a:rPr lang="en-US" noProof="0">
                <a:latin typeface="+mj-lt"/>
                <a:cs typeface="Arial" panose="020B0604020202020204" pitchFamily="34" charset="0"/>
              </a:rPr>
              <a:t>:</a:t>
            </a:r>
          </a:p>
        </p:txBody>
      </p:sp>
      <p:grpSp>
        <p:nvGrpSpPr>
          <p:cNvPr id="2" name="Group 1">
            <a:extLst>
              <a:ext uri="{FF2B5EF4-FFF2-40B4-BE49-F238E27FC236}">
                <a16:creationId xmlns:a16="http://schemas.microsoft.com/office/drawing/2014/main" id="{B49DF827-C956-4427-ADBC-30364D40F589}"/>
              </a:ext>
            </a:extLst>
          </p:cNvPr>
          <p:cNvGrpSpPr/>
          <p:nvPr/>
        </p:nvGrpSpPr>
        <p:grpSpPr>
          <a:xfrm>
            <a:off x="533400" y="2251848"/>
            <a:ext cx="3976114" cy="3696173"/>
            <a:chOff x="414731" y="2246942"/>
            <a:chExt cx="5491616" cy="4123418"/>
          </a:xfrm>
          <a:solidFill>
            <a:schemeClr val="accent4"/>
          </a:solidFill>
        </p:grpSpPr>
        <p:sp>
          <p:nvSpPr>
            <p:cNvPr id="11" name="Rectangle: Rounded Corners 10">
              <a:extLst>
                <a:ext uri="{FF2B5EF4-FFF2-40B4-BE49-F238E27FC236}">
                  <a16:creationId xmlns:a16="http://schemas.microsoft.com/office/drawing/2014/main" id="{58AC4F61-03E5-43E5-8DF4-E663A4539C56}"/>
                </a:ext>
              </a:extLst>
            </p:cNvPr>
            <p:cNvSpPr/>
            <p:nvPr/>
          </p:nvSpPr>
          <p:spPr>
            <a:xfrm>
              <a:off x="429548" y="2246942"/>
              <a:ext cx="5447167" cy="691633"/>
            </a:xfrm>
            <a:prstGeom prst="roundRect">
              <a:avLst/>
            </a:prstGeom>
            <a:grpFill/>
            <a:ln w="571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noProof="0">
                  <a:solidFill>
                    <a:schemeClr val="bg1"/>
                  </a:solidFill>
                  <a:latin typeface="+mj-lt"/>
                  <a:cs typeface="Arial" panose="020B0604020202020204" pitchFamily="34" charset="0"/>
                </a:rPr>
                <a:t>LSS10</a:t>
              </a:r>
              <a:r>
                <a:rPr lang="en-US" b="1" noProof="0">
                  <a:solidFill>
                    <a:schemeClr val="bg1"/>
                  </a:solidFill>
                  <a:latin typeface="+mj-lt"/>
                  <a:cs typeface="Arial" panose="020B0604020202020204" pitchFamily="34" charset="0"/>
                </a:rPr>
                <a:t>	Data</a:t>
              </a:r>
            </a:p>
          </p:txBody>
        </p:sp>
        <p:sp>
          <p:nvSpPr>
            <p:cNvPr id="12" name="Rectangle: Rounded Corners 11">
              <a:extLst>
                <a:ext uri="{FF2B5EF4-FFF2-40B4-BE49-F238E27FC236}">
                  <a16:creationId xmlns:a16="http://schemas.microsoft.com/office/drawing/2014/main" id="{F22C3B31-FD7C-4611-82B7-9B342AAD1CE8}"/>
                </a:ext>
              </a:extLst>
            </p:cNvPr>
            <p:cNvSpPr/>
            <p:nvPr/>
          </p:nvSpPr>
          <p:spPr>
            <a:xfrm>
              <a:off x="414732" y="3088982"/>
              <a:ext cx="5461983" cy="691633"/>
            </a:xfrm>
            <a:prstGeom prst="roundRect">
              <a:avLst/>
            </a:prstGeom>
            <a:solidFill>
              <a:schemeClr val="accent4">
                <a:lumMod val="60000"/>
                <a:lumOff val="40000"/>
              </a:schemeClr>
            </a:solidFill>
            <a:ln w="5715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noProof="0">
                  <a:solidFill>
                    <a:srgbClr val="002060"/>
                  </a:solidFill>
                  <a:latin typeface="+mj-lt"/>
                  <a:cs typeface="Arial" panose="020B0604020202020204" pitchFamily="34" charset="0"/>
                </a:rPr>
                <a:t>LSS11</a:t>
              </a:r>
              <a:r>
                <a:rPr lang="en-US" b="1" noProof="0">
                  <a:solidFill>
                    <a:srgbClr val="002060"/>
                  </a:solidFill>
                  <a:latin typeface="+mj-lt"/>
                  <a:cs typeface="Arial" panose="020B0604020202020204" pitchFamily="34" charset="0"/>
                </a:rPr>
                <a:t>	Data Measurement &amp;  	Operational Definitions</a:t>
              </a:r>
            </a:p>
          </p:txBody>
        </p:sp>
        <p:sp>
          <p:nvSpPr>
            <p:cNvPr id="13" name="Rectangle: Rounded Corners 12">
              <a:extLst>
                <a:ext uri="{FF2B5EF4-FFF2-40B4-BE49-F238E27FC236}">
                  <a16:creationId xmlns:a16="http://schemas.microsoft.com/office/drawing/2014/main" id="{B23327B7-7889-4A50-A8DC-313F87F32979}"/>
                </a:ext>
              </a:extLst>
            </p:cNvPr>
            <p:cNvSpPr/>
            <p:nvPr/>
          </p:nvSpPr>
          <p:spPr>
            <a:xfrm>
              <a:off x="414731" y="3964729"/>
              <a:ext cx="5461983" cy="691633"/>
            </a:xfrm>
            <a:prstGeom prst="roundRect">
              <a:avLst/>
            </a:prstGeom>
            <a:grpFill/>
            <a:ln w="571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noProof="0">
                  <a:solidFill>
                    <a:schemeClr val="bg1"/>
                  </a:solidFill>
                  <a:latin typeface="+mj-lt"/>
                  <a:cs typeface="Arial" panose="020B0604020202020204" pitchFamily="34" charset="0"/>
                </a:rPr>
                <a:t>LSS12</a:t>
              </a:r>
              <a:r>
                <a:rPr lang="en-US" b="1" noProof="0">
                  <a:solidFill>
                    <a:schemeClr val="bg1"/>
                  </a:solidFill>
                  <a:latin typeface="+mj-lt"/>
                  <a:cs typeface="Arial" panose="020B0604020202020204" pitchFamily="34" charset="0"/>
                </a:rPr>
                <a:t> 	Data Verification</a:t>
              </a:r>
            </a:p>
          </p:txBody>
        </p:sp>
        <p:sp>
          <p:nvSpPr>
            <p:cNvPr id="14" name="Rectangle: Rounded Corners 13">
              <a:extLst>
                <a:ext uri="{FF2B5EF4-FFF2-40B4-BE49-F238E27FC236}">
                  <a16:creationId xmlns:a16="http://schemas.microsoft.com/office/drawing/2014/main" id="{495A1D16-887D-4C80-8022-24A5FE2E95A3}"/>
                </a:ext>
              </a:extLst>
            </p:cNvPr>
            <p:cNvSpPr/>
            <p:nvPr/>
          </p:nvSpPr>
          <p:spPr>
            <a:xfrm>
              <a:off x="414731" y="4840476"/>
              <a:ext cx="5476799" cy="691633"/>
            </a:xfrm>
            <a:prstGeom prst="roundRect">
              <a:avLst/>
            </a:prstGeom>
            <a:grpFill/>
            <a:ln w="571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noProof="0">
                  <a:solidFill>
                    <a:schemeClr val="bg1"/>
                  </a:solidFill>
                  <a:latin typeface="+mj-lt"/>
                  <a:cs typeface="Arial" panose="020B0604020202020204" pitchFamily="34" charset="0"/>
                </a:rPr>
                <a:t>LSS13</a:t>
              </a:r>
              <a:r>
                <a:rPr lang="en-US" b="1" noProof="0">
                  <a:solidFill>
                    <a:schemeClr val="bg1"/>
                  </a:solidFill>
                  <a:latin typeface="+mj-lt"/>
                  <a:cs typeface="Arial" panose="020B0604020202020204" pitchFamily="34" charset="0"/>
                </a:rPr>
                <a:t>	Basic Statistics</a:t>
              </a:r>
            </a:p>
          </p:txBody>
        </p:sp>
        <p:sp>
          <p:nvSpPr>
            <p:cNvPr id="15" name="Rectangle: Rounded Corners 14">
              <a:extLst>
                <a:ext uri="{FF2B5EF4-FFF2-40B4-BE49-F238E27FC236}">
                  <a16:creationId xmlns:a16="http://schemas.microsoft.com/office/drawing/2014/main" id="{F5F5BFDC-018A-4AC7-8AC8-5D79C0FF25D1}"/>
                </a:ext>
              </a:extLst>
            </p:cNvPr>
            <p:cNvSpPr/>
            <p:nvPr/>
          </p:nvSpPr>
          <p:spPr>
            <a:xfrm>
              <a:off x="429548" y="5678727"/>
              <a:ext cx="5476799" cy="691633"/>
            </a:xfrm>
            <a:prstGeom prst="roundRect">
              <a:avLst/>
            </a:prstGeom>
            <a:grpFill/>
            <a:ln w="571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noProof="0">
                  <a:solidFill>
                    <a:schemeClr val="bg1"/>
                  </a:solidFill>
                  <a:latin typeface="+mj-lt"/>
                  <a:cs typeface="Arial" panose="020B0604020202020204" pitchFamily="34" charset="0"/>
                </a:rPr>
                <a:t>LSS14</a:t>
              </a:r>
              <a:r>
                <a:rPr lang="en-US" b="1" noProof="0">
                  <a:solidFill>
                    <a:schemeClr val="bg1"/>
                  </a:solidFill>
                  <a:latin typeface="+mj-lt"/>
                  <a:cs typeface="Arial" panose="020B0604020202020204" pitchFamily="34" charset="0"/>
                </a:rPr>
                <a:t>	Summarizing Data</a:t>
              </a:r>
            </a:p>
          </p:txBody>
        </p:sp>
      </p:grpSp>
      <p:graphicFrame>
        <p:nvGraphicFramePr>
          <p:cNvPr id="17" name="Diagram 16">
            <a:extLst>
              <a:ext uri="{FF2B5EF4-FFF2-40B4-BE49-F238E27FC236}">
                <a16:creationId xmlns:a16="http://schemas.microsoft.com/office/drawing/2014/main" id="{9D5558A3-D634-4D96-8E8E-5EA065CD4EA2}"/>
              </a:ext>
            </a:extLst>
          </p:cNvPr>
          <p:cNvGraphicFramePr/>
          <p:nvPr>
            <p:extLst>
              <p:ext uri="{D42A27DB-BD31-4B8C-83A1-F6EECF244321}">
                <p14:modId xmlns:p14="http://schemas.microsoft.com/office/powerpoint/2010/main" val="2891914770"/>
              </p:ext>
            </p:extLst>
          </p:nvPr>
        </p:nvGraphicFramePr>
        <p:xfrm>
          <a:off x="4953000" y="1913826"/>
          <a:ext cx="5638800" cy="45234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427759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D399E5A6-4282-FA4F-84F9-2738F188A9A1}"/>
              </a:ext>
            </a:extLst>
          </p:cNvPr>
          <p:cNvSpPr>
            <a:spLocks noGrp="1"/>
          </p:cNvSpPr>
          <p:nvPr>
            <p:ph type="body" sz="quarter" idx="10"/>
          </p:nvPr>
        </p:nvSpPr>
        <p:spPr>
          <a:xfrm>
            <a:off x="487868" y="457200"/>
            <a:ext cx="5562600" cy="492443"/>
          </a:xfrm>
        </p:spPr>
        <p:txBody>
          <a:bodyPr/>
          <a:lstStyle/>
          <a:p>
            <a:r>
              <a:rPr lang="en-US" sz="3200" noProof="0">
                <a:solidFill>
                  <a:srgbClr val="FFC000"/>
                </a:solidFill>
                <a:latin typeface="+mj-lt"/>
              </a:rPr>
              <a:t>Module Learning Outcomes</a:t>
            </a:r>
          </a:p>
        </p:txBody>
      </p:sp>
      <p:pic>
        <p:nvPicPr>
          <p:cNvPr id="10" name="Picture 9" descr="Person working with laptop and notepad">
            <a:extLst>
              <a:ext uri="{FF2B5EF4-FFF2-40B4-BE49-F238E27FC236}">
                <a16:creationId xmlns:a16="http://schemas.microsoft.com/office/drawing/2014/main" id="{B10F143C-6FB9-432F-A6D2-05F04FC0F3A6}"/>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2376" b="13354"/>
          <a:stretch/>
        </p:blipFill>
        <p:spPr>
          <a:xfrm>
            <a:off x="7179726" y="2234537"/>
            <a:ext cx="5012274" cy="2819400"/>
          </a:xfrm>
          <a:prstGeom prst="rect">
            <a:avLst/>
          </a:prstGeom>
        </p:spPr>
      </p:pic>
      <p:graphicFrame>
        <p:nvGraphicFramePr>
          <p:cNvPr id="12" name="Table 12">
            <a:extLst>
              <a:ext uri="{FF2B5EF4-FFF2-40B4-BE49-F238E27FC236}">
                <a16:creationId xmlns:a16="http://schemas.microsoft.com/office/drawing/2014/main" id="{EF9E26F7-5659-4DE6-8C31-180EC39A74F4}"/>
              </a:ext>
            </a:extLst>
          </p:cNvPr>
          <p:cNvGraphicFramePr>
            <a:graphicFrameLocks noGrp="1"/>
          </p:cNvGraphicFramePr>
          <p:nvPr>
            <p:extLst>
              <p:ext uri="{D42A27DB-BD31-4B8C-83A1-F6EECF244321}">
                <p14:modId xmlns:p14="http://schemas.microsoft.com/office/powerpoint/2010/main" val="1525078487"/>
              </p:ext>
            </p:extLst>
          </p:nvPr>
        </p:nvGraphicFramePr>
        <p:xfrm>
          <a:off x="487868" y="2165197"/>
          <a:ext cx="6095812" cy="2958080"/>
        </p:xfrm>
        <a:graphic>
          <a:graphicData uri="http://schemas.openxmlformats.org/drawingml/2006/table">
            <a:tbl>
              <a:tblPr firstRow="1" bandRow="1">
                <a:tableStyleId>{5C22544A-7EE6-4342-B048-85BDC9FD1C3A}</a:tableStyleId>
              </a:tblPr>
              <a:tblGrid>
                <a:gridCol w="6095812">
                  <a:extLst>
                    <a:ext uri="{9D8B030D-6E8A-4147-A177-3AD203B41FA5}">
                      <a16:colId xmlns:a16="http://schemas.microsoft.com/office/drawing/2014/main" val="3720059813"/>
                    </a:ext>
                  </a:extLst>
                </a:gridCol>
              </a:tblGrid>
              <a:tr h="421718">
                <a:tc>
                  <a:txBody>
                    <a:bodyPr/>
                    <a:lstStyle/>
                    <a:p>
                      <a:r>
                        <a:rPr lang="en-US" noProof="0">
                          <a:solidFill>
                            <a:schemeClr val="bg1">
                              <a:lumMod val="95000"/>
                            </a:schemeClr>
                          </a:solidFill>
                          <a:latin typeface="+mn-lt"/>
                          <a:cs typeface="Arial" panose="020B0604020202020204" pitchFamily="34" charset="0"/>
                        </a:rPr>
                        <a:t>Data Measurement &amp; Operational Definitions– LSS 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extLst>
                  <a:ext uri="{0D108BD9-81ED-4DB2-BD59-A6C34878D82A}">
                    <a16:rowId xmlns:a16="http://schemas.microsoft.com/office/drawing/2014/main" val="152283500"/>
                  </a:ext>
                </a:extLst>
              </a:tr>
              <a:tr h="2536362">
                <a:tc>
                  <a:txBody>
                    <a:bodyPr/>
                    <a:lstStyle/>
                    <a:p>
                      <a:pPr marL="0" marR="0" lvl="0" indent="0" algn="l" defTabSz="914400" rtl="0" eaLnBrk="1" fontAlgn="auto" latinLnBrk="0" hangingPunct="1">
                        <a:lnSpc>
                          <a:spcPct val="120000"/>
                        </a:lnSpc>
                        <a:spcBef>
                          <a:spcPts val="0"/>
                        </a:spcBef>
                        <a:spcAft>
                          <a:spcPts val="0"/>
                        </a:spcAft>
                        <a:buClrTx/>
                        <a:buSzTx/>
                        <a:buFont typeface="Wingdings" panose="05000000000000000000" pitchFamily="2" charset="2"/>
                        <a:buNone/>
                        <a:tabLst/>
                        <a:defRPr/>
                      </a:pPr>
                      <a:endParaRPr lang="en-US" sz="1600" b="0" noProof="0">
                        <a:solidFill>
                          <a:srgbClr val="002060"/>
                        </a:solidFill>
                        <a:effectLst/>
                        <a:latin typeface="+mn-lt"/>
                        <a:cs typeface="Arial" panose="020B0604020202020204" pitchFamily="34" charset="0"/>
                      </a:endParaRPr>
                    </a:p>
                    <a:p>
                      <a:pPr marL="0" marR="0" lvl="0" indent="0" algn="l" defTabSz="914400" rtl="0" eaLnBrk="1" fontAlgn="auto" latinLnBrk="0" hangingPunct="1">
                        <a:lnSpc>
                          <a:spcPct val="120000"/>
                        </a:lnSpc>
                        <a:spcBef>
                          <a:spcPts val="0"/>
                        </a:spcBef>
                        <a:spcAft>
                          <a:spcPts val="0"/>
                        </a:spcAft>
                        <a:buClrTx/>
                        <a:buSzTx/>
                        <a:buFont typeface="Wingdings" panose="05000000000000000000" pitchFamily="2" charset="2"/>
                        <a:buNone/>
                        <a:tabLst/>
                        <a:defRPr/>
                      </a:pPr>
                      <a:r>
                        <a:rPr lang="en-US" sz="1600" b="0" noProof="0">
                          <a:solidFill>
                            <a:srgbClr val="002060"/>
                          </a:solidFill>
                          <a:effectLst/>
                          <a:latin typeface="+mn-lt"/>
                          <a:cs typeface="Arial" panose="020B0604020202020204" pitchFamily="34" charset="0"/>
                        </a:rPr>
                        <a:t>By the end of this module, you will:</a:t>
                      </a:r>
                    </a:p>
                    <a:p>
                      <a:pPr marL="0" lvl="0" indent="0" algn="l">
                        <a:lnSpc>
                          <a:spcPct val="120000"/>
                        </a:lnSpc>
                        <a:buFont typeface="Wingdings" panose="05000000000000000000" pitchFamily="2" charset="2"/>
                        <a:buNone/>
                      </a:pPr>
                      <a:endParaRPr lang="en-US" sz="1600" b="0" noProof="0">
                        <a:solidFill>
                          <a:srgbClr val="808080"/>
                        </a:solidFill>
                        <a:effectLst/>
                        <a:latin typeface="+mn-lt"/>
                        <a:cs typeface="Arial" panose="020B0604020202020204" pitchFamily="34" charset="0"/>
                      </a:endParaRPr>
                    </a:p>
                    <a:p>
                      <a:pPr marL="342900" lvl="0" indent="-342900" algn="l">
                        <a:lnSpc>
                          <a:spcPct val="100000"/>
                        </a:lnSpc>
                        <a:buFont typeface="Wingdings" panose="05000000000000000000" pitchFamily="2" charset="2"/>
                        <a:buChar char="q"/>
                      </a:pPr>
                      <a:r>
                        <a:rPr lang="en-US" sz="1600" b="0" noProof="0">
                          <a:solidFill>
                            <a:srgbClr val="172859"/>
                          </a:solidFill>
                          <a:effectLst/>
                          <a:latin typeface="+mn-lt"/>
                          <a:cs typeface="Arial" panose="020B0604020202020204" pitchFamily="34" charset="0"/>
                        </a:rPr>
                        <a:t>Learn data definitions.</a:t>
                      </a:r>
                    </a:p>
                    <a:p>
                      <a:pPr marL="342900" lvl="0" indent="-342900" algn="l">
                        <a:lnSpc>
                          <a:spcPct val="100000"/>
                        </a:lnSpc>
                        <a:buFont typeface="Wingdings" panose="05000000000000000000" pitchFamily="2" charset="2"/>
                        <a:buChar char="q"/>
                      </a:pPr>
                      <a:r>
                        <a:rPr lang="en-US" sz="1600" b="0" noProof="0">
                          <a:solidFill>
                            <a:srgbClr val="172859"/>
                          </a:solidFill>
                          <a:effectLst/>
                          <a:latin typeface="+mn-lt"/>
                          <a:cs typeface="Arial" panose="020B0604020202020204" pitchFamily="34" charset="0"/>
                        </a:rPr>
                        <a:t>Understand the Measure Process.</a:t>
                      </a:r>
                    </a:p>
                    <a:p>
                      <a:pPr marL="342900" lvl="0" indent="-342900" algn="l">
                        <a:lnSpc>
                          <a:spcPct val="100000"/>
                        </a:lnSpc>
                        <a:buFont typeface="Wingdings" panose="05000000000000000000" pitchFamily="2" charset="2"/>
                        <a:buChar char="q"/>
                      </a:pPr>
                      <a:r>
                        <a:rPr lang="en-US" sz="1600" b="0" noProof="0">
                          <a:solidFill>
                            <a:srgbClr val="172859"/>
                          </a:solidFill>
                          <a:effectLst/>
                          <a:latin typeface="+mn-lt"/>
                          <a:cs typeface="Arial" panose="020B0604020202020204" pitchFamily="34" charset="0"/>
                        </a:rPr>
                        <a:t>Learn how to select what to measure.</a:t>
                      </a:r>
                    </a:p>
                    <a:p>
                      <a:pPr marL="342900" lvl="0" indent="-342900" algn="l">
                        <a:lnSpc>
                          <a:spcPct val="100000"/>
                        </a:lnSpc>
                        <a:buFont typeface="Wingdings" panose="05000000000000000000" pitchFamily="2" charset="2"/>
                        <a:buChar char="q"/>
                      </a:pPr>
                      <a:r>
                        <a:rPr lang="en-US" sz="1600" b="0" noProof="0">
                          <a:solidFill>
                            <a:srgbClr val="172859"/>
                          </a:solidFill>
                          <a:effectLst/>
                          <a:latin typeface="+mn-lt"/>
                          <a:cs typeface="Arial" panose="020B0604020202020204" pitchFamily="34" charset="0"/>
                        </a:rPr>
                        <a:t>Understand the data types.</a:t>
                      </a:r>
                    </a:p>
                    <a:p>
                      <a:pPr marL="342900" lvl="0" indent="-342900" algn="l">
                        <a:lnSpc>
                          <a:spcPct val="100000"/>
                        </a:lnSpc>
                        <a:buFont typeface="Wingdings" panose="05000000000000000000" pitchFamily="2" charset="2"/>
                        <a:buChar char="q"/>
                      </a:pPr>
                      <a:r>
                        <a:rPr lang="en-US" sz="1600" b="0" noProof="0">
                          <a:solidFill>
                            <a:srgbClr val="172859"/>
                          </a:solidFill>
                          <a:effectLst/>
                          <a:latin typeface="+mn-lt"/>
                          <a:cs typeface="Arial" panose="020B0604020202020204" pitchFamily="34" charset="0"/>
                        </a:rPr>
                        <a:t>Learn how to collect data.</a:t>
                      </a:r>
                    </a:p>
                    <a:p>
                      <a:pPr marL="457200" lvl="1" indent="0" algn="r">
                        <a:lnSpc>
                          <a:spcPct val="120000"/>
                        </a:lnSpc>
                        <a:buFont typeface="Wingdings" panose="05000000000000000000" pitchFamily="2" charset="2"/>
                        <a:buNone/>
                      </a:pPr>
                      <a:endParaRPr lang="en-US" sz="1600" b="0" noProof="0">
                        <a:solidFill>
                          <a:srgbClr val="24408D"/>
                        </a:solidFill>
                        <a:effectLst/>
                        <a:latin typeface="+mn-lt"/>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8752962"/>
                  </a:ext>
                </a:extLst>
              </a:tr>
            </a:tbl>
          </a:graphicData>
        </a:graphic>
      </p:graphicFrame>
    </p:spTree>
    <p:extLst>
      <p:ext uri="{BB962C8B-B14F-4D97-AF65-F5344CB8AC3E}">
        <p14:creationId xmlns:p14="http://schemas.microsoft.com/office/powerpoint/2010/main" val="5425086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A6DB2150-E563-8443-95B1-A182B0692A74}"/>
              </a:ext>
            </a:extLst>
          </p:cNvPr>
          <p:cNvSpPr>
            <a:spLocks noGrp="1"/>
          </p:cNvSpPr>
          <p:nvPr>
            <p:ph type="body" sz="quarter" idx="11"/>
          </p:nvPr>
        </p:nvSpPr>
        <p:spPr/>
        <p:txBody>
          <a:bodyPr/>
          <a:lstStyle/>
          <a:p>
            <a:r>
              <a:rPr lang="en-US" noProof="0">
                <a:latin typeface="+mj-lt"/>
              </a:rPr>
              <a:t>MEASURE LSS11</a:t>
            </a:r>
          </a:p>
        </p:txBody>
      </p:sp>
      <p:sp>
        <p:nvSpPr>
          <p:cNvPr id="7" name="Text Placeholder 6">
            <a:extLst>
              <a:ext uri="{FF2B5EF4-FFF2-40B4-BE49-F238E27FC236}">
                <a16:creationId xmlns:a16="http://schemas.microsoft.com/office/drawing/2014/main" id="{8D3A1520-3560-7247-8EF4-BDA54252B5C8}"/>
              </a:ext>
            </a:extLst>
          </p:cNvPr>
          <p:cNvSpPr>
            <a:spLocks noGrp="1"/>
          </p:cNvSpPr>
          <p:nvPr>
            <p:ph type="body" sz="quarter" idx="12"/>
          </p:nvPr>
        </p:nvSpPr>
        <p:spPr>
          <a:xfrm>
            <a:off x="530280" y="3505200"/>
            <a:ext cx="914400" cy="492443"/>
          </a:xfrm>
        </p:spPr>
        <p:txBody>
          <a:bodyPr/>
          <a:lstStyle/>
          <a:p>
            <a:r>
              <a:rPr lang="en-US" sz="3200" noProof="0">
                <a:latin typeface="+mj-lt"/>
              </a:rPr>
              <a:t>01</a:t>
            </a:r>
          </a:p>
        </p:txBody>
      </p:sp>
      <p:sp>
        <p:nvSpPr>
          <p:cNvPr id="8" name="Text Placeholder 10">
            <a:extLst>
              <a:ext uri="{FF2B5EF4-FFF2-40B4-BE49-F238E27FC236}">
                <a16:creationId xmlns:a16="http://schemas.microsoft.com/office/drawing/2014/main" id="{9DCFBE6E-9A5F-431B-9E19-E69BAF936E44}"/>
              </a:ext>
            </a:extLst>
          </p:cNvPr>
          <p:cNvSpPr txBox="1">
            <a:spLocks/>
          </p:cNvSpPr>
          <p:nvPr/>
        </p:nvSpPr>
        <p:spPr>
          <a:xfrm>
            <a:off x="530280" y="4323356"/>
            <a:ext cx="5805974" cy="1322892"/>
          </a:xfrm>
          <a:prstGeom prst="rect">
            <a:avLst/>
          </a:prstGeom>
        </p:spPr>
        <p:txBody>
          <a:bodyPr>
            <a:noAutofit/>
          </a:bodyPr>
          <a:lstStyle>
            <a:lvl1pPr marL="0" indent="0" algn="l" defTabSz="914400" rtl="0" eaLnBrk="1" latinLnBrk="0" hangingPunct="1">
              <a:lnSpc>
                <a:spcPct val="100000"/>
              </a:lnSpc>
              <a:spcBef>
                <a:spcPts val="1000"/>
              </a:spcBef>
              <a:buFont typeface="Arial" panose="020B0604020202020204" pitchFamily="34" charset="0"/>
              <a:buNone/>
              <a:defRPr sz="1600" b="1" kern="1200">
                <a:solidFill>
                  <a:schemeClr val="bg2"/>
                </a:solidFill>
                <a:latin typeface="+mn-lt"/>
                <a:ea typeface="+mn-ea"/>
                <a:cs typeface="+mn-cs"/>
              </a:defRPr>
            </a:lvl1pPr>
            <a:lvl2pPr marL="0" indent="0" algn="l" defTabSz="914400" rtl="0" eaLnBrk="1" latinLnBrk="0" hangingPunct="1">
              <a:lnSpc>
                <a:spcPct val="100000"/>
              </a:lnSpc>
              <a:spcBef>
                <a:spcPts val="800"/>
              </a:spcBef>
              <a:spcAft>
                <a:spcPts val="400"/>
              </a:spcAft>
              <a:buFont typeface="Arial" panose="020B0604020202020204" pitchFamily="34" charset="0"/>
              <a:buNone/>
              <a:defRPr sz="1400" kern="1200">
                <a:solidFill>
                  <a:schemeClr val="tx1"/>
                </a:solidFill>
                <a:latin typeface="+mn-lt"/>
                <a:ea typeface="+mn-ea"/>
                <a:cs typeface="+mn-cs"/>
              </a:defRPr>
            </a:lvl2pPr>
            <a:lvl3pPr marL="180975" indent="-180975" algn="l" defTabSz="914400" rtl="0" eaLnBrk="1" latinLnBrk="0" hangingPunct="1">
              <a:lnSpc>
                <a:spcPct val="100000"/>
              </a:lnSpc>
              <a:spcBef>
                <a:spcPts val="600"/>
              </a:spcBef>
              <a:buClr>
                <a:schemeClr val="bg2"/>
              </a:buClr>
              <a:buFont typeface="Arial" panose="020B0604020202020204" pitchFamily="34" charset="0"/>
              <a:buChar char="•"/>
              <a:defRPr sz="1400" kern="1200">
                <a:solidFill>
                  <a:schemeClr val="tx1"/>
                </a:solidFill>
                <a:latin typeface="+mn-lt"/>
                <a:ea typeface="+mn-ea"/>
                <a:cs typeface="+mn-cs"/>
              </a:defRPr>
            </a:lvl3pPr>
            <a:lvl4pPr marL="361950" indent="-180975" algn="l" defTabSz="914400" rtl="0" eaLnBrk="1" latinLnBrk="0" hangingPunct="1">
              <a:lnSpc>
                <a:spcPct val="100000"/>
              </a:lnSpc>
              <a:spcBef>
                <a:spcPts val="600"/>
              </a:spcBef>
              <a:buFont typeface="Arial" panose="020B0604020202020204" pitchFamily="34" charset="0"/>
              <a:buChar char="•"/>
              <a:defRPr sz="1200" kern="1200">
                <a:solidFill>
                  <a:schemeClr val="tx1"/>
                </a:solidFill>
                <a:latin typeface="+mn-lt"/>
                <a:ea typeface="+mn-ea"/>
                <a:cs typeface="+mn-cs"/>
              </a:defRPr>
            </a:lvl4pPr>
            <a:lvl5pPr marL="542925" indent="-180975" algn="l" defTabSz="914400" rtl="0" eaLnBrk="1" latinLnBrk="0" hangingPunct="1">
              <a:lnSpc>
                <a:spcPct val="100000"/>
              </a:lnSpc>
              <a:spcBef>
                <a:spcPts val="600"/>
              </a:spcBef>
              <a:buClr>
                <a:schemeClr val="tx1"/>
              </a:buClr>
              <a:buFont typeface="Trebuchet MS" panose="020B0603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3600" b="0" noProof="0">
              <a:solidFill>
                <a:srgbClr val="FFFFFF"/>
              </a:solidFill>
              <a:latin typeface="+mj-lt"/>
              <a:cs typeface="Arial" panose="020B0604020202020204" pitchFamily="34" charset="0"/>
            </a:endParaRPr>
          </a:p>
        </p:txBody>
      </p:sp>
      <p:sp>
        <p:nvSpPr>
          <p:cNvPr id="5" name="Text Placeholder 10">
            <a:extLst>
              <a:ext uri="{FF2B5EF4-FFF2-40B4-BE49-F238E27FC236}">
                <a16:creationId xmlns:a16="http://schemas.microsoft.com/office/drawing/2014/main" id="{06BDA79A-96F0-4579-A78E-5F6D4CFFB894}"/>
              </a:ext>
            </a:extLst>
          </p:cNvPr>
          <p:cNvSpPr txBox="1">
            <a:spLocks/>
          </p:cNvSpPr>
          <p:nvPr/>
        </p:nvSpPr>
        <p:spPr>
          <a:xfrm>
            <a:off x="414669" y="4562087"/>
            <a:ext cx="3768174" cy="845429"/>
          </a:xfrm>
          <a:prstGeom prst="rect">
            <a:avLst/>
          </a:prstGeom>
        </p:spPr>
        <p:txBody>
          <a:bodyPr/>
          <a:lstStyle>
            <a:lvl1pPr marL="0" indent="0" algn="l" defTabSz="914400" rtl="0" eaLnBrk="1" latinLnBrk="0" hangingPunct="1">
              <a:lnSpc>
                <a:spcPct val="100000"/>
              </a:lnSpc>
              <a:spcBef>
                <a:spcPts val="1000"/>
              </a:spcBef>
              <a:buFont typeface="Arial" panose="020B0604020202020204" pitchFamily="34" charset="0"/>
              <a:buNone/>
              <a:defRPr sz="1600" b="1" kern="1200">
                <a:solidFill>
                  <a:schemeClr val="bg2"/>
                </a:solidFill>
                <a:latin typeface="+mn-lt"/>
                <a:ea typeface="+mn-ea"/>
                <a:cs typeface="+mn-cs"/>
              </a:defRPr>
            </a:lvl1pPr>
            <a:lvl2pPr marL="0" indent="0" algn="l" defTabSz="914400" rtl="0" eaLnBrk="1" latinLnBrk="0" hangingPunct="1">
              <a:lnSpc>
                <a:spcPct val="100000"/>
              </a:lnSpc>
              <a:spcBef>
                <a:spcPts val="800"/>
              </a:spcBef>
              <a:spcAft>
                <a:spcPts val="400"/>
              </a:spcAft>
              <a:buFont typeface="Arial" panose="020B0604020202020204" pitchFamily="34" charset="0"/>
              <a:buNone/>
              <a:defRPr sz="1400" kern="1200">
                <a:solidFill>
                  <a:schemeClr val="tx1"/>
                </a:solidFill>
                <a:latin typeface="+mn-lt"/>
                <a:ea typeface="+mn-ea"/>
                <a:cs typeface="+mn-cs"/>
              </a:defRPr>
            </a:lvl2pPr>
            <a:lvl3pPr marL="180975" indent="-180975" algn="l" defTabSz="914400" rtl="0" eaLnBrk="1" latinLnBrk="0" hangingPunct="1">
              <a:lnSpc>
                <a:spcPct val="100000"/>
              </a:lnSpc>
              <a:spcBef>
                <a:spcPts val="600"/>
              </a:spcBef>
              <a:buClr>
                <a:schemeClr val="bg2"/>
              </a:buClr>
              <a:buFont typeface="Arial" panose="020B0604020202020204" pitchFamily="34" charset="0"/>
              <a:buChar char="•"/>
              <a:defRPr sz="1400" kern="1200">
                <a:solidFill>
                  <a:schemeClr val="tx1"/>
                </a:solidFill>
                <a:latin typeface="+mn-lt"/>
                <a:ea typeface="+mn-ea"/>
                <a:cs typeface="+mn-cs"/>
              </a:defRPr>
            </a:lvl3pPr>
            <a:lvl4pPr marL="361950" indent="-180975" algn="l" defTabSz="914400" rtl="0" eaLnBrk="1" latinLnBrk="0" hangingPunct="1">
              <a:lnSpc>
                <a:spcPct val="100000"/>
              </a:lnSpc>
              <a:spcBef>
                <a:spcPts val="600"/>
              </a:spcBef>
              <a:buFont typeface="Arial" panose="020B0604020202020204" pitchFamily="34" charset="0"/>
              <a:buChar char="•"/>
              <a:defRPr sz="1200" kern="1200">
                <a:solidFill>
                  <a:schemeClr val="tx1"/>
                </a:solidFill>
                <a:latin typeface="+mn-lt"/>
                <a:ea typeface="+mn-ea"/>
                <a:cs typeface="+mn-cs"/>
              </a:defRPr>
            </a:lvl4pPr>
            <a:lvl5pPr marL="542925" indent="-180975" algn="l" defTabSz="914400" rtl="0" eaLnBrk="1" latinLnBrk="0" hangingPunct="1">
              <a:lnSpc>
                <a:spcPct val="100000"/>
              </a:lnSpc>
              <a:spcBef>
                <a:spcPts val="600"/>
              </a:spcBef>
              <a:buClr>
                <a:schemeClr val="tx1"/>
              </a:buClr>
              <a:buFont typeface="Trebuchet MS" panose="020B0603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b="0" noProof="0">
                <a:solidFill>
                  <a:schemeClr val="accent5"/>
                </a:solidFill>
                <a:latin typeface="+mj-lt"/>
                <a:cs typeface="Arial" panose="020B0604020202020204" pitchFamily="34" charset="0"/>
              </a:rPr>
              <a:t>Data Definitions	</a:t>
            </a:r>
          </a:p>
        </p:txBody>
      </p:sp>
    </p:spTree>
    <p:extLst>
      <p:ext uri="{BB962C8B-B14F-4D97-AF65-F5344CB8AC3E}">
        <p14:creationId xmlns:p14="http://schemas.microsoft.com/office/powerpoint/2010/main" val="4565605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2">
            <a:extLst>
              <a:ext uri="{FF2B5EF4-FFF2-40B4-BE49-F238E27FC236}">
                <a16:creationId xmlns:a16="http://schemas.microsoft.com/office/drawing/2014/main" id="{ADC7FFFB-8941-4D84-824C-876C9D03429D}"/>
              </a:ext>
            </a:extLst>
          </p:cNvPr>
          <p:cNvSpPr txBox="1">
            <a:spLocks/>
          </p:cNvSpPr>
          <p:nvPr/>
        </p:nvSpPr>
        <p:spPr>
          <a:xfrm>
            <a:off x="710381" y="275771"/>
            <a:ext cx="10783118" cy="1085172"/>
          </a:xfrm>
          <a:prstGeom prst="rect">
            <a:avLst/>
          </a:prstGeom>
        </p:spPr>
        <p:txBody>
          <a:bodyPr/>
          <a:lstStyle>
            <a:lvl1pPr algn="l" defTabSz="914400" rtl="0" eaLnBrk="1" latinLnBrk="0" hangingPunct="1">
              <a:lnSpc>
                <a:spcPct val="100000"/>
              </a:lnSpc>
              <a:spcBef>
                <a:spcPct val="0"/>
              </a:spcBef>
              <a:buNone/>
              <a:defRPr sz="2400" kern="1200">
                <a:solidFill>
                  <a:schemeClr val="tx1"/>
                </a:solidFill>
                <a:latin typeface="+mj-lt"/>
                <a:ea typeface="+mj-ea"/>
                <a:cs typeface="+mj-cs"/>
              </a:defRPr>
            </a:lvl1pPr>
          </a:lstStyle>
          <a:p>
            <a:r>
              <a:rPr lang="en-US" sz="3600" b="1">
                <a:solidFill>
                  <a:srgbClr val="FFC000"/>
                </a:solidFill>
                <a:latin typeface="Arial" panose="020B0604020202020204" pitchFamily="34" charset="0"/>
                <a:cs typeface="Arial" panose="020B0604020202020204" pitchFamily="34" charset="0"/>
              </a:rPr>
              <a:t>Why Do We Collect Data?</a:t>
            </a:r>
          </a:p>
        </p:txBody>
      </p:sp>
      <p:sp>
        <p:nvSpPr>
          <p:cNvPr id="3" name="TextBox 2">
            <a:extLst>
              <a:ext uri="{FF2B5EF4-FFF2-40B4-BE49-F238E27FC236}">
                <a16:creationId xmlns:a16="http://schemas.microsoft.com/office/drawing/2014/main" id="{F1D8A3FE-A49D-14E3-1DE3-A84203E6565D}"/>
              </a:ext>
            </a:extLst>
          </p:cNvPr>
          <p:cNvSpPr txBox="1"/>
          <p:nvPr/>
        </p:nvSpPr>
        <p:spPr>
          <a:xfrm>
            <a:off x="2296915" y="2644170"/>
            <a:ext cx="7598168" cy="1569660"/>
          </a:xfrm>
          <a:prstGeom prst="rect">
            <a:avLst/>
          </a:prstGeom>
          <a:noFill/>
        </p:spPr>
        <p:txBody>
          <a:bodyPr wrap="square" lIns="91440" tIns="45720" rIns="91440" bIns="45720" rtlCol="0" anchor="t">
            <a:spAutoFit/>
          </a:bodyPr>
          <a:lstStyle>
            <a:defPPr>
              <a:defRPr lang="en-US"/>
            </a:defPPr>
            <a:lvl1pPr algn="ctr">
              <a:defRPr sz="4800" b="1">
                <a:solidFill>
                  <a:schemeClr val="accent4"/>
                </a:solidFill>
                <a:latin typeface="Arial" panose="020B0604020202020204" pitchFamily="34" charset="0"/>
                <a:cs typeface="Arial" panose="020B0604020202020204" pitchFamily="34" charset="0"/>
              </a:defRPr>
            </a:lvl1pPr>
          </a:lstStyle>
          <a:p>
            <a:r>
              <a:rPr lang="en-US">
                <a:solidFill>
                  <a:schemeClr val="bg1"/>
                </a:solidFill>
                <a:latin typeface="+mn-lt"/>
              </a:rPr>
              <a:t>Q2. Why do we collect data for CI projects?</a:t>
            </a:r>
          </a:p>
        </p:txBody>
      </p:sp>
      <p:sp>
        <p:nvSpPr>
          <p:cNvPr id="4" name="TextBox 3">
            <a:extLst>
              <a:ext uri="{FF2B5EF4-FFF2-40B4-BE49-F238E27FC236}">
                <a16:creationId xmlns:a16="http://schemas.microsoft.com/office/drawing/2014/main" id="{84E2BBAC-B3E7-8B7F-4E2C-72B1014B1AF2}"/>
              </a:ext>
            </a:extLst>
          </p:cNvPr>
          <p:cNvSpPr txBox="1"/>
          <p:nvPr/>
        </p:nvSpPr>
        <p:spPr>
          <a:xfrm>
            <a:off x="3047999" y="2568059"/>
            <a:ext cx="6096000" cy="1323439"/>
          </a:xfrm>
          <a:prstGeom prst="rect">
            <a:avLst/>
          </a:prstGeom>
          <a:noFill/>
        </p:spPr>
        <p:txBody>
          <a:bodyPr wrap="square">
            <a:spAutoFit/>
          </a:bodyPr>
          <a:lstStyle/>
          <a:p>
            <a:pPr algn="ctr"/>
            <a:r>
              <a:rPr lang="en-US" sz="4000">
                <a:solidFill>
                  <a:srgbClr val="00B0F0"/>
                </a:solidFill>
              </a:rPr>
              <a:t>Why do we collect data for CI projects?</a:t>
            </a:r>
          </a:p>
        </p:txBody>
      </p:sp>
      <p:pic>
        <p:nvPicPr>
          <p:cNvPr id="8" name="Graphic 7" descr="Thought bubble outline">
            <a:extLst>
              <a:ext uri="{FF2B5EF4-FFF2-40B4-BE49-F238E27FC236}">
                <a16:creationId xmlns:a16="http://schemas.microsoft.com/office/drawing/2014/main" id="{B2F08463-B498-96DA-9E7A-36DA4AE56D7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69368" y="1345199"/>
            <a:ext cx="2413031" cy="2369488"/>
          </a:xfrm>
          <a:prstGeom prst="rect">
            <a:avLst/>
          </a:prstGeom>
        </p:spPr>
      </p:pic>
      <p:pic>
        <p:nvPicPr>
          <p:cNvPr id="9" name="Graphic 8" descr="Thought bubble outline">
            <a:extLst>
              <a:ext uri="{FF2B5EF4-FFF2-40B4-BE49-F238E27FC236}">
                <a16:creationId xmlns:a16="http://schemas.microsoft.com/office/drawing/2014/main" id="{2204EE0D-3A6F-5B52-EB60-A7CD2F61DC6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609598" y="1352455"/>
            <a:ext cx="2413031" cy="2369488"/>
          </a:xfrm>
          <a:prstGeom prst="rect">
            <a:avLst/>
          </a:prstGeom>
        </p:spPr>
      </p:pic>
    </p:spTree>
    <p:extLst>
      <p:ext uri="{BB962C8B-B14F-4D97-AF65-F5344CB8AC3E}">
        <p14:creationId xmlns:p14="http://schemas.microsoft.com/office/powerpoint/2010/main" val="704202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5C1609AC-FEE6-3050-BE0A-2B0270CFE9BB}"/>
              </a:ext>
            </a:extLst>
          </p:cNvPr>
          <p:cNvSpPr/>
          <p:nvPr/>
        </p:nvSpPr>
        <p:spPr>
          <a:xfrm>
            <a:off x="4466517" y="2355138"/>
            <a:ext cx="3312087" cy="3517762"/>
          </a:xfrm>
          <a:prstGeom prst="roundRect">
            <a:avLst>
              <a:gd name="adj" fmla="val 7596"/>
            </a:avLst>
          </a:prstGeom>
          <a:solidFill>
            <a:schemeClr val="bg1"/>
          </a:solidFill>
          <a:ln w="28575">
            <a:solidFill>
              <a:srgbClr val="00B05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noProof="0">
              <a:solidFill>
                <a:srgbClr val="172859"/>
              </a:solidFill>
              <a:latin typeface="+mj-lt"/>
              <a:cs typeface="Arial" panose="020B0604020202020204" pitchFamily="34" charset="0"/>
            </a:endParaRPr>
          </a:p>
          <a:p>
            <a:r>
              <a:rPr lang="en-US" noProof="0">
                <a:solidFill>
                  <a:srgbClr val="172859"/>
                </a:solidFill>
                <a:latin typeface="+mj-lt"/>
                <a:cs typeface="Arial" panose="020B0604020202020204" pitchFamily="34" charset="0"/>
              </a:rPr>
              <a:t>Helps you determine:</a:t>
            </a:r>
          </a:p>
          <a:p>
            <a:endParaRPr lang="en-US" b="0" noProof="0">
              <a:solidFill>
                <a:srgbClr val="172859"/>
              </a:solidFill>
              <a:latin typeface="+mj-lt"/>
              <a:cs typeface="Arial" panose="020B0604020202020204" pitchFamily="34" charset="0"/>
            </a:endParaRPr>
          </a:p>
          <a:p>
            <a:pPr marL="285750" indent="-285750">
              <a:buFont typeface="Arial" panose="020B0604020202020204" pitchFamily="34" charset="0"/>
              <a:buChar char="•"/>
            </a:pPr>
            <a:r>
              <a:rPr lang="en-US" noProof="0">
                <a:solidFill>
                  <a:srgbClr val="172859"/>
                </a:solidFill>
                <a:latin typeface="+mj-lt"/>
                <a:cs typeface="Arial" panose="020B0604020202020204" pitchFamily="34" charset="0"/>
              </a:rPr>
              <a:t>If an improvement has been made.</a:t>
            </a:r>
          </a:p>
          <a:p>
            <a:pPr marL="285750" indent="-285750">
              <a:buFont typeface="Arial" panose="020B0604020202020204" pitchFamily="34" charset="0"/>
              <a:buChar char="•"/>
            </a:pPr>
            <a:endParaRPr lang="en-US" b="0" noProof="0">
              <a:solidFill>
                <a:srgbClr val="172859"/>
              </a:solidFill>
              <a:latin typeface="+mj-lt"/>
              <a:cs typeface="Arial" panose="020B0604020202020204" pitchFamily="34" charset="0"/>
            </a:endParaRPr>
          </a:p>
          <a:p>
            <a:pPr marL="285750" indent="-285750">
              <a:buFont typeface="Arial" panose="020B0604020202020204" pitchFamily="34" charset="0"/>
              <a:buChar char="•"/>
            </a:pPr>
            <a:r>
              <a:rPr lang="en-US" noProof="0">
                <a:solidFill>
                  <a:srgbClr val="172859"/>
                </a:solidFill>
                <a:latin typeface="+mj-lt"/>
                <a:cs typeface="Arial" panose="020B0604020202020204" pitchFamily="34" charset="0"/>
              </a:rPr>
              <a:t>Whether to keep going with the project.</a:t>
            </a:r>
            <a:endParaRPr lang="en-US" b="0" noProof="0">
              <a:solidFill>
                <a:srgbClr val="172859"/>
              </a:solidFill>
              <a:latin typeface="+mj-lt"/>
              <a:cs typeface="Arial" panose="020B0604020202020204" pitchFamily="34" charset="0"/>
            </a:endParaRPr>
          </a:p>
          <a:p>
            <a:endParaRPr lang="en-US" b="0" noProof="0">
              <a:solidFill>
                <a:srgbClr val="172859"/>
              </a:solidFill>
              <a:latin typeface="+mj-lt"/>
              <a:cs typeface="Arial" panose="020B0604020202020204" pitchFamily="34" charset="0"/>
            </a:endParaRPr>
          </a:p>
        </p:txBody>
      </p:sp>
      <p:sp>
        <p:nvSpPr>
          <p:cNvPr id="6" name="Rectangle: Rounded Corners 5">
            <a:extLst>
              <a:ext uri="{FF2B5EF4-FFF2-40B4-BE49-F238E27FC236}">
                <a16:creationId xmlns:a16="http://schemas.microsoft.com/office/drawing/2014/main" id="{B223AE27-1849-2FAB-0454-081A1B5C2A67}"/>
              </a:ext>
            </a:extLst>
          </p:cNvPr>
          <p:cNvSpPr/>
          <p:nvPr/>
        </p:nvSpPr>
        <p:spPr>
          <a:xfrm>
            <a:off x="592912" y="2355138"/>
            <a:ext cx="3323064" cy="3517762"/>
          </a:xfrm>
          <a:prstGeom prst="roundRect">
            <a:avLst>
              <a:gd name="adj" fmla="val 10377"/>
            </a:avLst>
          </a:prstGeom>
          <a:solidFill>
            <a:schemeClr val="bg1"/>
          </a:solidFill>
          <a:ln w="28575">
            <a:solidFill>
              <a:srgbClr val="00B0F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noProof="0">
              <a:solidFill>
                <a:srgbClr val="172859"/>
              </a:solidFill>
              <a:latin typeface="+mj-lt"/>
              <a:cs typeface="Arial" panose="020B0604020202020204" pitchFamily="34" charset="0"/>
            </a:endParaRPr>
          </a:p>
          <a:p>
            <a:r>
              <a:rPr lang="en-US" noProof="0">
                <a:solidFill>
                  <a:srgbClr val="172859"/>
                </a:solidFill>
                <a:latin typeface="+mj-lt"/>
                <a:cs typeface="Arial" panose="020B0604020202020204" pitchFamily="34" charset="0"/>
              </a:rPr>
              <a:t>Helps you determine:</a:t>
            </a:r>
          </a:p>
          <a:p>
            <a:endParaRPr lang="en-US" b="0" noProof="0">
              <a:solidFill>
                <a:srgbClr val="172859"/>
              </a:solidFill>
              <a:latin typeface="+mj-lt"/>
              <a:cs typeface="Arial" panose="020B0604020202020204" pitchFamily="34" charset="0"/>
            </a:endParaRPr>
          </a:p>
          <a:p>
            <a:pPr marL="285750" indent="-285750">
              <a:buFont typeface="Arial" panose="020B0604020202020204" pitchFamily="34" charset="0"/>
              <a:buChar char="•"/>
            </a:pPr>
            <a:r>
              <a:rPr lang="en-US" b="0" noProof="0">
                <a:solidFill>
                  <a:srgbClr val="172859"/>
                </a:solidFill>
                <a:latin typeface="+mj-lt"/>
                <a:cs typeface="Arial" panose="020B0604020202020204" pitchFamily="34" charset="0"/>
              </a:rPr>
              <a:t>The extent of the problem.</a:t>
            </a:r>
          </a:p>
          <a:p>
            <a:pPr marL="285750" indent="-285750">
              <a:buFont typeface="Arial" panose="020B0604020202020204" pitchFamily="34" charset="0"/>
              <a:buChar char="•"/>
            </a:pPr>
            <a:endParaRPr lang="en-US" b="0" noProof="0">
              <a:solidFill>
                <a:srgbClr val="172859"/>
              </a:solidFill>
              <a:latin typeface="+mj-lt"/>
              <a:cs typeface="Arial" panose="020B0604020202020204" pitchFamily="34" charset="0"/>
            </a:endParaRPr>
          </a:p>
          <a:p>
            <a:pPr marL="285750" indent="-285750">
              <a:buFont typeface="Arial" panose="020B0604020202020204" pitchFamily="34" charset="0"/>
              <a:buChar char="•"/>
            </a:pPr>
            <a:r>
              <a:rPr lang="en-US" b="0" noProof="0">
                <a:solidFill>
                  <a:srgbClr val="172859"/>
                </a:solidFill>
                <a:latin typeface="+mj-lt"/>
                <a:cs typeface="Arial" panose="020B0604020202020204" pitchFamily="34" charset="0"/>
              </a:rPr>
              <a:t>Whether a CI improvement project is needed.</a:t>
            </a:r>
          </a:p>
          <a:p>
            <a:endParaRPr lang="en-US" b="0" noProof="0">
              <a:solidFill>
                <a:srgbClr val="172859"/>
              </a:solidFill>
              <a:latin typeface="+mj-lt"/>
              <a:cs typeface="Arial" panose="020B0604020202020204" pitchFamily="34" charset="0"/>
            </a:endParaRPr>
          </a:p>
          <a:p>
            <a:pPr marL="285750" indent="-285750">
              <a:buFont typeface="Arial" panose="020B0604020202020204" pitchFamily="34" charset="0"/>
              <a:buChar char="•"/>
            </a:pPr>
            <a:r>
              <a:rPr lang="en-US">
                <a:solidFill>
                  <a:srgbClr val="172859"/>
                </a:solidFill>
                <a:latin typeface="+mj-lt"/>
                <a:cs typeface="Arial" panose="020B0604020202020204" pitchFamily="34" charset="0"/>
              </a:rPr>
              <a:t>The </a:t>
            </a:r>
            <a:r>
              <a:rPr lang="en-US" b="0" noProof="0">
                <a:solidFill>
                  <a:srgbClr val="172859"/>
                </a:solidFill>
                <a:latin typeface="+mj-lt"/>
                <a:cs typeface="Arial" panose="020B0604020202020204" pitchFamily="34" charset="0"/>
              </a:rPr>
              <a:t>level of urgency.</a:t>
            </a:r>
          </a:p>
        </p:txBody>
      </p:sp>
      <p:sp>
        <p:nvSpPr>
          <p:cNvPr id="7" name="Title 2">
            <a:extLst>
              <a:ext uri="{FF2B5EF4-FFF2-40B4-BE49-F238E27FC236}">
                <a16:creationId xmlns:a16="http://schemas.microsoft.com/office/drawing/2014/main" id="{ADC7FFFB-8941-4D84-824C-876C9D03429D}"/>
              </a:ext>
            </a:extLst>
          </p:cNvPr>
          <p:cNvSpPr txBox="1">
            <a:spLocks/>
          </p:cNvSpPr>
          <p:nvPr/>
        </p:nvSpPr>
        <p:spPr>
          <a:xfrm>
            <a:off x="710381" y="275771"/>
            <a:ext cx="10783118" cy="1085172"/>
          </a:xfrm>
          <a:prstGeom prst="rect">
            <a:avLst/>
          </a:prstGeom>
        </p:spPr>
        <p:txBody>
          <a:bodyPr/>
          <a:lstStyle>
            <a:lvl1pPr algn="l" defTabSz="914400" rtl="0" eaLnBrk="1" latinLnBrk="0" hangingPunct="1">
              <a:lnSpc>
                <a:spcPct val="100000"/>
              </a:lnSpc>
              <a:spcBef>
                <a:spcPct val="0"/>
              </a:spcBef>
              <a:buNone/>
              <a:defRPr sz="2400" kern="1200">
                <a:solidFill>
                  <a:schemeClr val="tx1"/>
                </a:solidFill>
                <a:latin typeface="+mj-lt"/>
                <a:ea typeface="+mj-ea"/>
                <a:cs typeface="+mj-cs"/>
              </a:defRPr>
            </a:lvl1pPr>
          </a:lstStyle>
          <a:p>
            <a:r>
              <a:rPr lang="en-US" sz="3600" b="1" noProof="0">
                <a:solidFill>
                  <a:srgbClr val="FFC000"/>
                </a:solidFill>
                <a:cs typeface="Arial" panose="020B0604020202020204" pitchFamily="34" charset="0"/>
              </a:rPr>
              <a:t>Why and when to collect</a:t>
            </a:r>
          </a:p>
        </p:txBody>
      </p:sp>
      <p:sp>
        <p:nvSpPr>
          <p:cNvPr id="2" name="Rectangle: Rounded Corners 1">
            <a:extLst>
              <a:ext uri="{FF2B5EF4-FFF2-40B4-BE49-F238E27FC236}">
                <a16:creationId xmlns:a16="http://schemas.microsoft.com/office/drawing/2014/main" id="{BB135F49-A5B6-8BBE-3112-837AFA50F9DC}"/>
              </a:ext>
            </a:extLst>
          </p:cNvPr>
          <p:cNvSpPr/>
          <p:nvPr/>
        </p:nvSpPr>
        <p:spPr>
          <a:xfrm>
            <a:off x="581937" y="1785142"/>
            <a:ext cx="3323064" cy="875371"/>
          </a:xfrm>
          <a:prstGeom prst="roundRect">
            <a:avLst/>
          </a:prstGeom>
          <a:solidFill>
            <a:srgbClr val="00B0F0"/>
          </a:solidFill>
          <a:ln w="57150">
            <a:solidFill>
              <a:schemeClr val="accent4"/>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noProof="0">
                <a:latin typeface="+mj-lt"/>
                <a:cs typeface="Arial" panose="020B0604020202020204" pitchFamily="34" charset="0"/>
              </a:rPr>
              <a:t>Before</a:t>
            </a:r>
          </a:p>
        </p:txBody>
      </p:sp>
      <p:sp>
        <p:nvSpPr>
          <p:cNvPr id="4" name="Rectangle: Rounded Corners 3">
            <a:extLst>
              <a:ext uri="{FF2B5EF4-FFF2-40B4-BE49-F238E27FC236}">
                <a16:creationId xmlns:a16="http://schemas.microsoft.com/office/drawing/2014/main" id="{B155BB57-082F-DB31-A4E0-12D078C3391E}"/>
              </a:ext>
            </a:extLst>
          </p:cNvPr>
          <p:cNvSpPr/>
          <p:nvPr/>
        </p:nvSpPr>
        <p:spPr>
          <a:xfrm>
            <a:off x="4455542" y="1786580"/>
            <a:ext cx="3323063" cy="875370"/>
          </a:xfrm>
          <a:prstGeom prst="roundRect">
            <a:avLst/>
          </a:prstGeom>
          <a:solidFill>
            <a:srgbClr val="00AF74"/>
          </a:solidFill>
          <a:ln w="57150">
            <a:solidFill>
              <a:schemeClr val="accent3"/>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a:latin typeface="+mj-lt"/>
                <a:cs typeface="Arial" panose="020B0604020202020204" pitchFamily="34" charset="0"/>
              </a:rPr>
              <a:t>During</a:t>
            </a:r>
          </a:p>
        </p:txBody>
      </p:sp>
      <p:sp>
        <p:nvSpPr>
          <p:cNvPr id="9" name="Rectangle: Rounded Corners 8">
            <a:extLst>
              <a:ext uri="{FF2B5EF4-FFF2-40B4-BE49-F238E27FC236}">
                <a16:creationId xmlns:a16="http://schemas.microsoft.com/office/drawing/2014/main" id="{38B0EDC7-70BE-B3D8-61A0-A493E2624165}"/>
              </a:ext>
            </a:extLst>
          </p:cNvPr>
          <p:cNvSpPr/>
          <p:nvPr/>
        </p:nvSpPr>
        <p:spPr>
          <a:xfrm>
            <a:off x="8329145" y="2355138"/>
            <a:ext cx="3127329" cy="3517762"/>
          </a:xfrm>
          <a:prstGeom prst="roundRect">
            <a:avLst>
              <a:gd name="adj" fmla="val 8412"/>
            </a:avLst>
          </a:prstGeom>
          <a:solidFill>
            <a:schemeClr val="bg1"/>
          </a:solidFill>
          <a:ln w="28575">
            <a:solidFill>
              <a:srgbClr val="7030A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noProof="0">
              <a:solidFill>
                <a:srgbClr val="172859"/>
              </a:solidFill>
              <a:latin typeface="+mj-lt"/>
              <a:cs typeface="Arial" panose="020B0604020202020204" pitchFamily="34" charset="0"/>
            </a:endParaRPr>
          </a:p>
          <a:p>
            <a:r>
              <a:rPr lang="en-US" noProof="0">
                <a:solidFill>
                  <a:srgbClr val="172859"/>
                </a:solidFill>
                <a:latin typeface="+mj-lt"/>
                <a:cs typeface="Arial" panose="020B0604020202020204" pitchFamily="34" charset="0"/>
              </a:rPr>
              <a:t>Helps you measure:</a:t>
            </a:r>
          </a:p>
          <a:p>
            <a:endParaRPr lang="en-US" b="0" noProof="0">
              <a:solidFill>
                <a:srgbClr val="172859"/>
              </a:solidFill>
              <a:latin typeface="+mj-lt"/>
              <a:cs typeface="Arial" panose="020B0604020202020204" pitchFamily="34" charset="0"/>
            </a:endParaRPr>
          </a:p>
          <a:p>
            <a:pPr marL="285750" indent="-285750">
              <a:buFont typeface="Arial" panose="020B0604020202020204" pitchFamily="34" charset="0"/>
              <a:buChar char="•"/>
            </a:pPr>
            <a:r>
              <a:rPr lang="en-US" b="0" noProof="0">
                <a:solidFill>
                  <a:srgbClr val="172859"/>
                </a:solidFill>
                <a:latin typeface="+mj-lt"/>
                <a:cs typeface="Arial" panose="020B0604020202020204" pitchFamily="34" charset="0"/>
              </a:rPr>
              <a:t>The size of the improvement.</a:t>
            </a:r>
            <a:endParaRPr lang="en-US" noProof="0">
              <a:solidFill>
                <a:srgbClr val="172859"/>
              </a:solidFill>
              <a:latin typeface="+mj-lt"/>
              <a:cs typeface="Arial" panose="020B0604020202020204" pitchFamily="34" charset="0"/>
            </a:endParaRPr>
          </a:p>
          <a:p>
            <a:pPr marL="285750" indent="-285750">
              <a:buFont typeface="Arial" panose="020B0604020202020204" pitchFamily="34" charset="0"/>
              <a:buChar char="•"/>
            </a:pPr>
            <a:endParaRPr lang="en-US" b="0" noProof="0">
              <a:solidFill>
                <a:srgbClr val="172859"/>
              </a:solidFill>
              <a:latin typeface="+mj-lt"/>
              <a:cs typeface="Arial" panose="020B0604020202020204" pitchFamily="34" charset="0"/>
            </a:endParaRPr>
          </a:p>
          <a:p>
            <a:pPr marL="285750" indent="-285750">
              <a:buFont typeface="Arial" panose="020B0604020202020204" pitchFamily="34" charset="0"/>
              <a:buChar char="•"/>
            </a:pPr>
            <a:r>
              <a:rPr lang="en-GB" noProof="0">
                <a:solidFill>
                  <a:srgbClr val="172859"/>
                </a:solidFill>
                <a:latin typeface="+mj-lt"/>
                <a:cs typeface="Arial" panose="020B0604020202020204" pitchFamily="34" charset="0"/>
              </a:rPr>
              <a:t>Whether the improvement is continuing.</a:t>
            </a:r>
            <a:endParaRPr lang="en-US" b="0" noProof="0">
              <a:solidFill>
                <a:srgbClr val="172859"/>
              </a:solidFill>
              <a:latin typeface="+mj-lt"/>
              <a:cs typeface="Arial" panose="020B0604020202020204" pitchFamily="34" charset="0"/>
            </a:endParaRPr>
          </a:p>
          <a:p>
            <a:endParaRPr lang="en-US" b="0" noProof="0">
              <a:solidFill>
                <a:srgbClr val="172859"/>
              </a:solidFill>
              <a:latin typeface="+mj-lt"/>
              <a:cs typeface="Arial" panose="020B0604020202020204" pitchFamily="34" charset="0"/>
            </a:endParaRPr>
          </a:p>
        </p:txBody>
      </p:sp>
      <p:sp>
        <p:nvSpPr>
          <p:cNvPr id="10" name="Rectangle: Rounded Corners 9">
            <a:extLst>
              <a:ext uri="{FF2B5EF4-FFF2-40B4-BE49-F238E27FC236}">
                <a16:creationId xmlns:a16="http://schemas.microsoft.com/office/drawing/2014/main" id="{3B8A57FE-CA3B-5C09-967F-9387E183B56F}"/>
              </a:ext>
            </a:extLst>
          </p:cNvPr>
          <p:cNvSpPr/>
          <p:nvPr/>
        </p:nvSpPr>
        <p:spPr>
          <a:xfrm>
            <a:off x="8329145" y="1786580"/>
            <a:ext cx="3127329" cy="875370"/>
          </a:xfrm>
          <a:prstGeom prst="roundRect">
            <a:avLst/>
          </a:prstGeom>
          <a:solidFill>
            <a:srgbClr val="7030A0"/>
          </a:solidFill>
          <a:ln w="57150">
            <a:solidFill>
              <a:srgbClr val="7030A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noProof="0">
                <a:latin typeface="+mj-lt"/>
                <a:cs typeface="Arial" panose="020B0604020202020204" pitchFamily="34" charset="0"/>
              </a:rPr>
              <a:t>After</a:t>
            </a:r>
          </a:p>
        </p:txBody>
      </p:sp>
    </p:spTree>
    <p:extLst>
      <p:ext uri="{BB962C8B-B14F-4D97-AF65-F5344CB8AC3E}">
        <p14:creationId xmlns:p14="http://schemas.microsoft.com/office/powerpoint/2010/main" val="4118459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4" grpId="0" animBg="1"/>
      <p:bldP spid="9" grpId="0" animBg="1"/>
      <p:bldP spid="1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4D68E28C-CA34-45F6-A6E8-FD72F25FB448}"/>
              </a:ext>
            </a:extLst>
          </p:cNvPr>
          <p:cNvSpPr txBox="1">
            <a:spLocks/>
          </p:cNvSpPr>
          <p:nvPr/>
        </p:nvSpPr>
        <p:spPr>
          <a:xfrm>
            <a:off x="710381" y="275771"/>
            <a:ext cx="10783118" cy="1085172"/>
          </a:xfrm>
          <a:prstGeom prst="rect">
            <a:avLst/>
          </a:prstGeom>
        </p:spPr>
        <p:txBody>
          <a:bodyPr/>
          <a:lstStyle>
            <a:lvl1pPr algn="l" defTabSz="914400" rtl="0" eaLnBrk="1" latinLnBrk="0" hangingPunct="1">
              <a:lnSpc>
                <a:spcPct val="100000"/>
              </a:lnSpc>
              <a:spcBef>
                <a:spcPct val="0"/>
              </a:spcBef>
              <a:buNone/>
              <a:defRPr sz="2400" kern="1200">
                <a:solidFill>
                  <a:schemeClr val="tx1"/>
                </a:solidFill>
                <a:latin typeface="+mj-lt"/>
                <a:ea typeface="+mj-ea"/>
                <a:cs typeface="+mj-cs"/>
              </a:defRPr>
            </a:lvl1pPr>
          </a:lstStyle>
          <a:p>
            <a:r>
              <a:rPr lang="en-US" sz="3200" b="1" noProof="0">
                <a:solidFill>
                  <a:srgbClr val="FFC000"/>
                </a:solidFill>
                <a:cs typeface="Arial" panose="020B0604020202020204" pitchFamily="34" charset="0"/>
              </a:rPr>
              <a:t>Data Quality: Reliable Vs. Valid</a:t>
            </a:r>
          </a:p>
        </p:txBody>
      </p:sp>
      <p:sp>
        <p:nvSpPr>
          <p:cNvPr id="3" name="Content Placeholder 1">
            <a:extLst>
              <a:ext uri="{FF2B5EF4-FFF2-40B4-BE49-F238E27FC236}">
                <a16:creationId xmlns:a16="http://schemas.microsoft.com/office/drawing/2014/main" id="{EB311119-91F2-4F66-B8A9-0F896276C97A}"/>
              </a:ext>
            </a:extLst>
          </p:cNvPr>
          <p:cNvSpPr txBox="1">
            <a:spLocks/>
          </p:cNvSpPr>
          <p:nvPr/>
        </p:nvSpPr>
        <p:spPr>
          <a:xfrm>
            <a:off x="710381" y="1643972"/>
            <a:ext cx="6221759" cy="1770401"/>
          </a:xfrm>
          <a:prstGeom prst="rect">
            <a:avLst/>
          </a:prstGeom>
        </p:spPr>
        <p:txBody>
          <a:bodyPr vert="horz" lIns="0" tIns="0" rIns="0" bIns="0" rtlCol="0" anchor="t">
            <a:normAutofit/>
          </a:bodyPr>
          <a:lstStyle>
            <a:lvl1pPr marL="0" indent="0" algn="l" defTabSz="914400" rtl="0" eaLnBrk="1" latinLnBrk="0" hangingPunct="1">
              <a:lnSpc>
                <a:spcPct val="100000"/>
              </a:lnSpc>
              <a:spcBef>
                <a:spcPts val="1000"/>
              </a:spcBef>
              <a:buFont typeface="Arial" panose="020B0604020202020204" pitchFamily="34" charset="0"/>
              <a:buNone/>
              <a:defRPr sz="1600" b="1" kern="1200">
                <a:solidFill>
                  <a:schemeClr val="bg2"/>
                </a:solidFill>
                <a:latin typeface="+mn-lt"/>
                <a:ea typeface="+mn-ea"/>
                <a:cs typeface="+mn-cs"/>
              </a:defRPr>
            </a:lvl1pPr>
            <a:lvl2pPr marL="0" indent="0" algn="l" defTabSz="914400" rtl="0" eaLnBrk="1" latinLnBrk="0" hangingPunct="1">
              <a:lnSpc>
                <a:spcPct val="100000"/>
              </a:lnSpc>
              <a:spcBef>
                <a:spcPts val="800"/>
              </a:spcBef>
              <a:spcAft>
                <a:spcPts val="400"/>
              </a:spcAft>
              <a:buFont typeface="Arial" panose="020B0604020202020204" pitchFamily="34" charset="0"/>
              <a:buNone/>
              <a:defRPr sz="1400" kern="1200">
                <a:solidFill>
                  <a:schemeClr val="tx1"/>
                </a:solidFill>
                <a:latin typeface="+mn-lt"/>
                <a:ea typeface="+mn-ea"/>
                <a:cs typeface="+mn-cs"/>
              </a:defRPr>
            </a:lvl2pPr>
            <a:lvl3pPr marL="180975" indent="-180975" algn="l" defTabSz="914400" rtl="0" eaLnBrk="1" latinLnBrk="0" hangingPunct="1">
              <a:lnSpc>
                <a:spcPct val="100000"/>
              </a:lnSpc>
              <a:spcBef>
                <a:spcPts val="600"/>
              </a:spcBef>
              <a:buClr>
                <a:schemeClr val="bg2"/>
              </a:buClr>
              <a:buFont typeface="Arial" panose="020B0604020202020204" pitchFamily="34" charset="0"/>
              <a:buChar char="•"/>
              <a:defRPr sz="1400" kern="1200">
                <a:solidFill>
                  <a:schemeClr val="tx1"/>
                </a:solidFill>
                <a:latin typeface="+mn-lt"/>
                <a:ea typeface="+mn-ea"/>
                <a:cs typeface="+mn-cs"/>
              </a:defRPr>
            </a:lvl3pPr>
            <a:lvl4pPr marL="361950" indent="-180975" algn="l" defTabSz="914400" rtl="0" eaLnBrk="1" latinLnBrk="0" hangingPunct="1">
              <a:lnSpc>
                <a:spcPct val="100000"/>
              </a:lnSpc>
              <a:spcBef>
                <a:spcPts val="600"/>
              </a:spcBef>
              <a:buFont typeface="Arial" panose="020B0604020202020204" pitchFamily="34" charset="0"/>
              <a:buChar char="•"/>
              <a:defRPr sz="1200" kern="1200">
                <a:solidFill>
                  <a:schemeClr val="tx1"/>
                </a:solidFill>
                <a:latin typeface="+mn-lt"/>
                <a:ea typeface="+mn-ea"/>
                <a:cs typeface="+mn-cs"/>
              </a:defRPr>
            </a:lvl4pPr>
            <a:lvl5pPr marL="542925" indent="-180975" algn="l" defTabSz="914400" rtl="0" eaLnBrk="1" latinLnBrk="0" hangingPunct="1">
              <a:lnSpc>
                <a:spcPct val="100000"/>
              </a:lnSpc>
              <a:spcBef>
                <a:spcPts val="600"/>
              </a:spcBef>
              <a:buClr>
                <a:schemeClr val="tx1"/>
              </a:buClr>
              <a:buFont typeface="Trebuchet MS" panose="020B0603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800" b="0" noProof="0">
                <a:solidFill>
                  <a:srgbClr val="172859"/>
                </a:solidFill>
                <a:latin typeface="+mj-lt"/>
                <a:cs typeface="Arial" panose="020B0604020202020204" pitchFamily="34" charset="0"/>
              </a:rPr>
              <a:t>Anything you measure should be both reliable and valid.</a:t>
            </a:r>
            <a:endParaRPr lang="en-US" sz="1800" b="0" noProof="0">
              <a:solidFill>
                <a:srgbClr val="172859"/>
              </a:solidFill>
              <a:latin typeface="+mj-lt"/>
              <a:cs typeface="Arial" panose="020B0604020202020204" pitchFamily="34" charset="0"/>
            </a:endParaRPr>
          </a:p>
        </p:txBody>
      </p:sp>
      <p:sp>
        <p:nvSpPr>
          <p:cNvPr id="4" name="Rectangle 3">
            <a:extLst>
              <a:ext uri="{FF2B5EF4-FFF2-40B4-BE49-F238E27FC236}">
                <a16:creationId xmlns:a16="http://schemas.microsoft.com/office/drawing/2014/main" id="{44F38587-D937-424D-A666-5D791D33D202}"/>
              </a:ext>
            </a:extLst>
          </p:cNvPr>
          <p:cNvSpPr/>
          <p:nvPr/>
        </p:nvSpPr>
        <p:spPr>
          <a:xfrm>
            <a:off x="7854720" y="2148429"/>
            <a:ext cx="3621436" cy="923330"/>
          </a:xfrm>
          <a:prstGeom prst="rect">
            <a:avLst/>
          </a:prstGeom>
          <a:solidFill>
            <a:schemeClr val="accent4"/>
          </a:solidFill>
          <a:effectLst>
            <a:reflection blurRad="6350" stA="50000" endA="295" endPos="92000" dist="101600" dir="5400000" sy="-100000" algn="bl" rotWithShape="0"/>
          </a:effectLst>
        </p:spPr>
        <p:txBody>
          <a:bodyPr wrap="square" lIns="91440" tIns="45720" rIns="91440" bIns="45720">
            <a:spAutoFit/>
          </a:bodyPr>
          <a:lstStyle/>
          <a:p>
            <a:pPr algn="ctr"/>
            <a:r>
              <a:rPr lang="en-US" sz="5400" b="1" spc="50" noProof="0">
                <a:ln w="0"/>
                <a:solidFill>
                  <a:schemeClr val="bg1"/>
                </a:solidFill>
                <a:latin typeface="+mj-lt"/>
                <a:cs typeface="Arial" panose="020B0604020202020204" pitchFamily="34" charset="0"/>
              </a:rPr>
              <a:t>Value</a:t>
            </a:r>
            <a:endParaRPr lang="en-US" sz="5400" b="1" cap="none" spc="50" noProof="0">
              <a:ln w="0"/>
              <a:solidFill>
                <a:schemeClr val="bg1"/>
              </a:solidFill>
              <a:latin typeface="+mj-lt"/>
              <a:cs typeface="Arial" panose="020B0604020202020204" pitchFamily="34" charset="0"/>
            </a:endParaRPr>
          </a:p>
        </p:txBody>
      </p:sp>
      <p:sp>
        <p:nvSpPr>
          <p:cNvPr id="7" name="Rectangle: Rounded Corners 6">
            <a:extLst>
              <a:ext uri="{FF2B5EF4-FFF2-40B4-BE49-F238E27FC236}">
                <a16:creationId xmlns:a16="http://schemas.microsoft.com/office/drawing/2014/main" id="{58192F10-CC3A-5842-739C-FCAB5EBA8BCF}"/>
              </a:ext>
            </a:extLst>
          </p:cNvPr>
          <p:cNvSpPr/>
          <p:nvPr/>
        </p:nvSpPr>
        <p:spPr>
          <a:xfrm>
            <a:off x="8088819" y="4453124"/>
            <a:ext cx="3153238" cy="836578"/>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a:latin typeface="+mj-lt"/>
              </a:rPr>
              <a:t>Valid data reflects the true value.</a:t>
            </a:r>
            <a:endParaRPr lang="en-US" b="1">
              <a:latin typeface="+mj-lt"/>
            </a:endParaRPr>
          </a:p>
        </p:txBody>
      </p:sp>
      <p:sp>
        <p:nvSpPr>
          <p:cNvPr id="8" name="Rectangle 7">
            <a:extLst>
              <a:ext uri="{FF2B5EF4-FFF2-40B4-BE49-F238E27FC236}">
                <a16:creationId xmlns:a16="http://schemas.microsoft.com/office/drawing/2014/main" id="{B5E9F3C4-5A02-DC75-91BD-C7C689B6154B}"/>
              </a:ext>
            </a:extLst>
          </p:cNvPr>
          <p:cNvSpPr/>
          <p:nvPr/>
        </p:nvSpPr>
        <p:spPr>
          <a:xfrm>
            <a:off x="677516" y="2529173"/>
            <a:ext cx="6254623" cy="108517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bg1"/>
              </a:solidFill>
              <a:latin typeface="+mj-lt"/>
              <a:cs typeface="Arial" panose="020B0604020202020204" pitchFamily="34" charset="0"/>
            </a:endParaRPr>
          </a:p>
          <a:p>
            <a:pPr algn="ctr"/>
            <a:r>
              <a:rPr lang="en-US" b="1">
                <a:solidFill>
                  <a:schemeClr val="bg1"/>
                </a:solidFill>
                <a:latin typeface="+mj-lt"/>
                <a:cs typeface="Arial" panose="020B0604020202020204" pitchFamily="34" charset="0"/>
              </a:rPr>
              <a:t>Reliable</a:t>
            </a:r>
          </a:p>
          <a:p>
            <a:pPr algn="ctr"/>
            <a:r>
              <a:rPr lang="en-US">
                <a:solidFill>
                  <a:schemeClr val="bg1"/>
                </a:solidFill>
                <a:latin typeface="+mj-lt"/>
                <a:cs typeface="Arial" panose="020B0604020202020204" pitchFamily="34" charset="0"/>
              </a:rPr>
              <a:t> </a:t>
            </a:r>
            <a:r>
              <a:rPr lang="en-GB">
                <a:solidFill>
                  <a:schemeClr val="bg1"/>
                </a:solidFill>
                <a:latin typeface="+mj-lt"/>
                <a:cs typeface="Arial" panose="020B0604020202020204" pitchFamily="34" charset="0"/>
              </a:rPr>
              <a:t>Produces consistent results when measured repeatedly. Consistent results.</a:t>
            </a:r>
            <a:endParaRPr lang="en-US">
              <a:solidFill>
                <a:schemeClr val="bg1"/>
              </a:solidFill>
              <a:latin typeface="+mj-lt"/>
              <a:cs typeface="Arial" panose="020B0604020202020204" pitchFamily="34" charset="0"/>
            </a:endParaRPr>
          </a:p>
          <a:p>
            <a:pPr algn="ctr"/>
            <a:endParaRPr lang="en-US">
              <a:solidFill>
                <a:schemeClr val="bg1"/>
              </a:solidFill>
              <a:latin typeface="+mj-lt"/>
            </a:endParaRPr>
          </a:p>
        </p:txBody>
      </p:sp>
      <p:sp>
        <p:nvSpPr>
          <p:cNvPr id="9" name="Rectangle 8">
            <a:extLst>
              <a:ext uri="{FF2B5EF4-FFF2-40B4-BE49-F238E27FC236}">
                <a16:creationId xmlns:a16="http://schemas.microsoft.com/office/drawing/2014/main" id="{29E54480-ED01-227B-AD73-A5F5093ECF1A}"/>
              </a:ext>
            </a:extLst>
          </p:cNvPr>
          <p:cNvSpPr/>
          <p:nvPr/>
        </p:nvSpPr>
        <p:spPr>
          <a:xfrm>
            <a:off x="677516" y="3786241"/>
            <a:ext cx="6254623" cy="108517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bg1"/>
              </a:solidFill>
              <a:latin typeface="+mj-lt"/>
              <a:cs typeface="Arial" panose="020B0604020202020204" pitchFamily="34" charset="0"/>
            </a:endParaRPr>
          </a:p>
          <a:p>
            <a:pPr algn="ctr"/>
            <a:r>
              <a:rPr lang="en-US" b="1">
                <a:solidFill>
                  <a:schemeClr val="bg1"/>
                </a:solidFill>
                <a:latin typeface="+mj-lt"/>
                <a:cs typeface="Arial" panose="020B0604020202020204" pitchFamily="34" charset="0"/>
              </a:rPr>
              <a:t>Valid </a:t>
            </a:r>
          </a:p>
          <a:p>
            <a:pPr algn="ctr"/>
            <a:r>
              <a:rPr lang="en-GB">
                <a:solidFill>
                  <a:schemeClr val="bg1"/>
                </a:solidFill>
                <a:latin typeface="+mj-lt"/>
                <a:cs typeface="Arial" panose="020B0604020202020204" pitchFamily="34" charset="0"/>
              </a:rPr>
              <a:t>Measures what it is intended and reflects the real value. Correct results.</a:t>
            </a:r>
            <a:endParaRPr lang="en-US">
              <a:solidFill>
                <a:schemeClr val="bg1"/>
              </a:solidFill>
              <a:latin typeface="+mj-lt"/>
              <a:cs typeface="Arial" panose="020B0604020202020204" pitchFamily="34" charset="0"/>
            </a:endParaRPr>
          </a:p>
          <a:p>
            <a:pPr algn="ctr"/>
            <a:endParaRPr lang="en-US">
              <a:solidFill>
                <a:schemeClr val="bg1"/>
              </a:solidFill>
              <a:latin typeface="+mj-lt"/>
            </a:endParaRPr>
          </a:p>
        </p:txBody>
      </p:sp>
    </p:spTree>
    <p:extLst>
      <p:ext uri="{BB962C8B-B14F-4D97-AF65-F5344CB8AC3E}">
        <p14:creationId xmlns:p14="http://schemas.microsoft.com/office/powerpoint/2010/main" val="4056329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8" grpId="0" animBg="1"/>
      <p:bldP spid="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AA5EB64-57E1-6DD7-7719-D55E5E796C48}"/>
              </a:ext>
            </a:extLst>
          </p:cNvPr>
          <p:cNvSpPr>
            <a:spLocks noGrp="1"/>
          </p:cNvSpPr>
          <p:nvPr>
            <p:ph type="body" sz="quarter" idx="10"/>
          </p:nvPr>
        </p:nvSpPr>
        <p:spPr>
          <a:xfrm>
            <a:off x="533399" y="282424"/>
            <a:ext cx="8980251" cy="923330"/>
          </a:xfrm>
        </p:spPr>
        <p:txBody>
          <a:bodyPr>
            <a:normAutofit/>
          </a:bodyPr>
          <a:lstStyle/>
          <a:p>
            <a:r>
              <a:rPr lang="en-GB" sz="3200">
                <a:latin typeface="+mj-lt"/>
              </a:rPr>
              <a:t>Definitions: Repeatability Vs. Reproducibility</a:t>
            </a:r>
            <a:endParaRPr lang="en-US" sz="3200">
              <a:latin typeface="+mj-lt"/>
            </a:endParaRPr>
          </a:p>
        </p:txBody>
      </p:sp>
      <p:sp>
        <p:nvSpPr>
          <p:cNvPr id="5" name="Rectangle: Rounded Corners 4">
            <a:extLst>
              <a:ext uri="{FF2B5EF4-FFF2-40B4-BE49-F238E27FC236}">
                <a16:creationId xmlns:a16="http://schemas.microsoft.com/office/drawing/2014/main" id="{75F587E4-BBDA-D90E-0EB3-F787E542251D}"/>
              </a:ext>
            </a:extLst>
          </p:cNvPr>
          <p:cNvSpPr/>
          <p:nvPr/>
        </p:nvSpPr>
        <p:spPr>
          <a:xfrm>
            <a:off x="810638" y="1678020"/>
            <a:ext cx="4714673" cy="4364561"/>
          </a:xfrm>
          <a:prstGeom prst="roundRect">
            <a:avLst/>
          </a:prstGeom>
          <a:solidFill>
            <a:srgbClr val="00AF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GB" sz="4000" b="1"/>
              <a:t>Repeatability</a:t>
            </a:r>
          </a:p>
          <a:p>
            <a:pPr algn="ctr"/>
            <a:endParaRPr lang="en-GB" sz="2000" b="1"/>
          </a:p>
          <a:p>
            <a:pPr algn="ctr"/>
            <a:r>
              <a:rPr lang="en-GB" sz="2000"/>
              <a:t>Repeatability means getting consistent results every time the same person measures the same thing in the same way.</a:t>
            </a:r>
          </a:p>
          <a:p>
            <a:pPr algn="ctr"/>
            <a:endParaRPr lang="en-GB" sz="2000"/>
          </a:p>
          <a:p>
            <a:pPr algn="ctr"/>
            <a:endParaRPr lang="en-GB" sz="2000"/>
          </a:p>
          <a:p>
            <a:pPr algn="ctr"/>
            <a:r>
              <a:rPr lang="en-US" sz="2000" b="1"/>
              <a:t>Repeatability </a:t>
            </a:r>
            <a:r>
              <a:rPr lang="en-US" sz="2000"/>
              <a:t>= consistency with one person</a:t>
            </a:r>
          </a:p>
          <a:p>
            <a:pPr algn="ctr"/>
            <a:endParaRPr lang="en-GB" sz="2000"/>
          </a:p>
          <a:p>
            <a:pPr algn="ctr"/>
            <a:endParaRPr lang="en-GB" sz="2000"/>
          </a:p>
          <a:p>
            <a:pPr algn="ctr"/>
            <a:endParaRPr lang="en-GB" sz="2000"/>
          </a:p>
          <a:p>
            <a:pPr algn="ctr"/>
            <a:endParaRPr lang="en-US" sz="2000" b="1"/>
          </a:p>
        </p:txBody>
      </p:sp>
      <p:sp>
        <p:nvSpPr>
          <p:cNvPr id="6" name="Rectangle: Rounded Corners 5">
            <a:extLst>
              <a:ext uri="{FF2B5EF4-FFF2-40B4-BE49-F238E27FC236}">
                <a16:creationId xmlns:a16="http://schemas.microsoft.com/office/drawing/2014/main" id="{DE209911-6ABD-CCC7-4452-02169D61F045}"/>
              </a:ext>
            </a:extLst>
          </p:cNvPr>
          <p:cNvSpPr/>
          <p:nvPr/>
        </p:nvSpPr>
        <p:spPr>
          <a:xfrm>
            <a:off x="6394317" y="1678019"/>
            <a:ext cx="4714671" cy="4364561"/>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GB" sz="4000" b="1"/>
              <a:t>Reproducibility</a:t>
            </a:r>
          </a:p>
          <a:p>
            <a:pPr algn="ctr"/>
            <a:endParaRPr lang="en-GB" sz="2000" b="1"/>
          </a:p>
          <a:p>
            <a:pPr algn="ctr"/>
            <a:r>
              <a:rPr lang="en-GB" sz="2000"/>
              <a:t>Reproducibility is the ability to produce the same result when different people measure the same item using the same method, equipment, and conditions.</a:t>
            </a:r>
          </a:p>
          <a:p>
            <a:pPr algn="ctr"/>
            <a:endParaRPr lang="en-GB" sz="2000"/>
          </a:p>
          <a:p>
            <a:pPr algn="ctr"/>
            <a:r>
              <a:rPr lang="en-GB" sz="2000" b="1"/>
              <a:t>Reproducibility</a:t>
            </a:r>
            <a:r>
              <a:rPr lang="en-GB" sz="2000"/>
              <a:t> = consistency across different people</a:t>
            </a:r>
          </a:p>
          <a:p>
            <a:pPr algn="ctr"/>
            <a:endParaRPr lang="en-GB" sz="2000"/>
          </a:p>
          <a:p>
            <a:pPr algn="ctr"/>
            <a:endParaRPr lang="en-US" sz="2000" b="1"/>
          </a:p>
        </p:txBody>
      </p:sp>
    </p:spTree>
    <p:extLst>
      <p:ext uri="{BB962C8B-B14F-4D97-AF65-F5344CB8AC3E}">
        <p14:creationId xmlns:p14="http://schemas.microsoft.com/office/powerpoint/2010/main" val="1690710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2">
            <a:extLst>
              <a:ext uri="{FF2B5EF4-FFF2-40B4-BE49-F238E27FC236}">
                <a16:creationId xmlns:a16="http://schemas.microsoft.com/office/drawing/2014/main" id="{ADC7FFFB-8941-4D84-824C-876C9D03429D}"/>
              </a:ext>
            </a:extLst>
          </p:cNvPr>
          <p:cNvSpPr txBox="1">
            <a:spLocks/>
          </p:cNvSpPr>
          <p:nvPr/>
        </p:nvSpPr>
        <p:spPr>
          <a:xfrm>
            <a:off x="710381" y="275771"/>
            <a:ext cx="10783118" cy="1085172"/>
          </a:xfrm>
          <a:prstGeom prst="rect">
            <a:avLst/>
          </a:prstGeom>
        </p:spPr>
        <p:txBody>
          <a:bodyPr/>
          <a:lstStyle>
            <a:lvl1pPr algn="l" defTabSz="914400" rtl="0" eaLnBrk="1" latinLnBrk="0" hangingPunct="1">
              <a:lnSpc>
                <a:spcPct val="100000"/>
              </a:lnSpc>
              <a:spcBef>
                <a:spcPct val="0"/>
              </a:spcBef>
              <a:buNone/>
              <a:defRPr sz="2400" kern="1200">
                <a:solidFill>
                  <a:schemeClr val="tx1"/>
                </a:solidFill>
                <a:latin typeface="+mj-lt"/>
                <a:ea typeface="+mj-ea"/>
                <a:cs typeface="+mj-cs"/>
              </a:defRPr>
            </a:lvl1pPr>
          </a:lstStyle>
          <a:p>
            <a:r>
              <a:rPr lang="en-US" sz="3200" b="1" noProof="0">
                <a:solidFill>
                  <a:srgbClr val="FFC000"/>
                </a:solidFill>
                <a:cs typeface="Arial" panose="020B0604020202020204" pitchFamily="34" charset="0"/>
              </a:rPr>
              <a:t>Data Characteristics</a:t>
            </a:r>
          </a:p>
        </p:txBody>
      </p:sp>
      <p:sp>
        <p:nvSpPr>
          <p:cNvPr id="11" name="Rectangle: Rounded Corners 10">
            <a:extLst>
              <a:ext uri="{FF2B5EF4-FFF2-40B4-BE49-F238E27FC236}">
                <a16:creationId xmlns:a16="http://schemas.microsoft.com/office/drawing/2014/main" id="{4E56A04B-7897-4C1A-9A6C-BE51D222BF1C}"/>
              </a:ext>
            </a:extLst>
          </p:cNvPr>
          <p:cNvSpPr/>
          <p:nvPr/>
        </p:nvSpPr>
        <p:spPr>
          <a:xfrm>
            <a:off x="3649660" y="2776987"/>
            <a:ext cx="2437636" cy="719667"/>
          </a:xfrm>
          <a:prstGeom prst="roundRect">
            <a:avLst/>
          </a:prstGeom>
          <a:solidFill>
            <a:srgbClr val="EC008C"/>
          </a:solidFill>
          <a:ln w="57150">
            <a:solidFill>
              <a:schemeClr val="accent1"/>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en-US" sz="2000" b="1">
                <a:solidFill>
                  <a:schemeClr val="bg1"/>
                </a:solidFill>
                <a:latin typeface="+mj-lt"/>
                <a:cs typeface="Arial" panose="020B0604020202020204" pitchFamily="34" charset="0"/>
              </a:rPr>
              <a:t>Unbiased</a:t>
            </a:r>
          </a:p>
        </p:txBody>
      </p:sp>
      <p:sp>
        <p:nvSpPr>
          <p:cNvPr id="2" name="Rectangle: Rounded Corners 1">
            <a:extLst>
              <a:ext uri="{FF2B5EF4-FFF2-40B4-BE49-F238E27FC236}">
                <a16:creationId xmlns:a16="http://schemas.microsoft.com/office/drawing/2014/main" id="{51F1F472-343D-9845-CCCC-2A06AD46DEA9}"/>
              </a:ext>
            </a:extLst>
          </p:cNvPr>
          <p:cNvSpPr/>
          <p:nvPr/>
        </p:nvSpPr>
        <p:spPr>
          <a:xfrm>
            <a:off x="749703" y="2776987"/>
            <a:ext cx="2437636" cy="719667"/>
          </a:xfrm>
          <a:prstGeom prst="roundRect">
            <a:avLst/>
          </a:prstGeom>
          <a:solidFill>
            <a:srgbClr val="FDBA13"/>
          </a:solidFill>
          <a:ln w="57150">
            <a:solidFill>
              <a:schemeClr val="bg2"/>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en-US" sz="2000" b="1">
                <a:solidFill>
                  <a:schemeClr val="bg1"/>
                </a:solidFill>
                <a:latin typeface="+mj-lt"/>
                <a:cs typeface="Arial" panose="020B0604020202020204" pitchFamily="34" charset="0"/>
              </a:rPr>
              <a:t>Accurate</a:t>
            </a:r>
          </a:p>
        </p:txBody>
      </p:sp>
      <p:sp>
        <p:nvSpPr>
          <p:cNvPr id="3" name="TextBox 2">
            <a:extLst>
              <a:ext uri="{FF2B5EF4-FFF2-40B4-BE49-F238E27FC236}">
                <a16:creationId xmlns:a16="http://schemas.microsoft.com/office/drawing/2014/main" id="{BA1DB8D7-9978-C19E-E2FA-31F35BF36975}"/>
              </a:ext>
            </a:extLst>
          </p:cNvPr>
          <p:cNvSpPr txBox="1"/>
          <p:nvPr/>
        </p:nvSpPr>
        <p:spPr>
          <a:xfrm>
            <a:off x="749703" y="3266567"/>
            <a:ext cx="2437636" cy="1548765"/>
          </a:xfrm>
          <a:prstGeom prst="roundRect">
            <a:avLst>
              <a:gd name="adj" fmla="val 9264"/>
            </a:avLst>
          </a:prstGeom>
          <a:noFill/>
          <a:ln w="28575">
            <a:solidFill>
              <a:schemeClr val="bg2"/>
            </a:solidFill>
          </a:ln>
        </p:spPr>
        <p:txBody>
          <a:bodyPr wrap="square" rtlCol="0">
            <a:spAutoFit/>
          </a:bodyPr>
          <a:lstStyle/>
          <a:p>
            <a:pPr algn="ctr"/>
            <a:endParaRPr lang="en-GB" noProof="0">
              <a:solidFill>
                <a:srgbClr val="172859"/>
              </a:solidFill>
              <a:latin typeface="+mj-lt"/>
              <a:cs typeface="Arial" panose="020B0604020202020204" pitchFamily="34" charset="0"/>
            </a:endParaRPr>
          </a:p>
          <a:p>
            <a:pPr algn="ctr"/>
            <a:r>
              <a:rPr lang="en-GB" noProof="0">
                <a:solidFill>
                  <a:srgbClr val="172859"/>
                </a:solidFill>
                <a:latin typeface="+mj-lt"/>
                <a:cs typeface="Arial" panose="020B0604020202020204" pitchFamily="34" charset="0"/>
              </a:rPr>
              <a:t>The result reflects the true or correct value.</a:t>
            </a:r>
          </a:p>
          <a:p>
            <a:pPr algn="ctr"/>
            <a:endParaRPr lang="en-GB" noProof="0">
              <a:solidFill>
                <a:srgbClr val="172859"/>
              </a:solidFill>
              <a:latin typeface="+mj-lt"/>
              <a:cs typeface="Arial" panose="020B0604020202020204" pitchFamily="34" charset="0"/>
            </a:endParaRPr>
          </a:p>
        </p:txBody>
      </p:sp>
      <p:sp>
        <p:nvSpPr>
          <p:cNvPr id="4" name="TextBox 3">
            <a:extLst>
              <a:ext uri="{FF2B5EF4-FFF2-40B4-BE49-F238E27FC236}">
                <a16:creationId xmlns:a16="http://schemas.microsoft.com/office/drawing/2014/main" id="{9FA51A15-8E95-D5FB-B813-4A57FA5ADA78}"/>
              </a:ext>
            </a:extLst>
          </p:cNvPr>
          <p:cNvSpPr txBox="1"/>
          <p:nvPr/>
        </p:nvSpPr>
        <p:spPr>
          <a:xfrm>
            <a:off x="3649659" y="3266564"/>
            <a:ext cx="2437636" cy="1563053"/>
          </a:xfrm>
          <a:prstGeom prst="roundRect">
            <a:avLst>
              <a:gd name="adj" fmla="val 9937"/>
            </a:avLst>
          </a:prstGeom>
          <a:noFill/>
          <a:ln w="28575">
            <a:solidFill>
              <a:schemeClr val="accent1"/>
            </a:solidFill>
          </a:ln>
        </p:spPr>
        <p:txBody>
          <a:bodyPr wrap="square" rtlCol="0">
            <a:spAutoFit/>
          </a:bodyPr>
          <a:lstStyle>
            <a:defPPr>
              <a:defRPr lang="en-US"/>
            </a:defPPr>
            <a:lvl1pPr>
              <a:defRPr>
                <a:latin typeface="Arial" panose="020B0604020202020204" pitchFamily="34" charset="0"/>
                <a:cs typeface="Arial" panose="020B0604020202020204" pitchFamily="34" charset="0"/>
              </a:defRPr>
            </a:lvl1pPr>
          </a:lstStyle>
          <a:p>
            <a:pPr algn="ctr"/>
            <a:endParaRPr lang="en-GB" noProof="0">
              <a:solidFill>
                <a:srgbClr val="172859"/>
              </a:solidFill>
              <a:latin typeface="+mj-lt"/>
            </a:endParaRPr>
          </a:p>
          <a:p>
            <a:pPr algn="ctr"/>
            <a:r>
              <a:rPr lang="en-GB" noProof="0">
                <a:solidFill>
                  <a:srgbClr val="172859"/>
                </a:solidFill>
                <a:latin typeface="+mj-lt"/>
              </a:rPr>
              <a:t>Data is not intentionally or unintentionally skewed or biased.</a:t>
            </a:r>
          </a:p>
        </p:txBody>
      </p:sp>
      <p:sp>
        <p:nvSpPr>
          <p:cNvPr id="6" name="TextBox 5">
            <a:extLst>
              <a:ext uri="{FF2B5EF4-FFF2-40B4-BE49-F238E27FC236}">
                <a16:creationId xmlns:a16="http://schemas.microsoft.com/office/drawing/2014/main" id="{7AA865F7-7885-3B80-1CB6-DAC3D208B03E}"/>
              </a:ext>
            </a:extLst>
          </p:cNvPr>
          <p:cNvSpPr txBox="1"/>
          <p:nvPr/>
        </p:nvSpPr>
        <p:spPr>
          <a:xfrm>
            <a:off x="9395782" y="3266565"/>
            <a:ext cx="2437634" cy="1534478"/>
          </a:xfrm>
          <a:prstGeom prst="roundRect">
            <a:avLst>
              <a:gd name="adj" fmla="val 6952"/>
            </a:avLst>
          </a:prstGeom>
          <a:noFill/>
          <a:ln w="28575">
            <a:solidFill>
              <a:schemeClr val="accent4"/>
            </a:solidFill>
          </a:ln>
        </p:spPr>
        <p:txBody>
          <a:bodyPr wrap="square">
            <a:spAutoFit/>
          </a:bodyPr>
          <a:lstStyle/>
          <a:p>
            <a:pPr algn="ctr"/>
            <a:endParaRPr lang="en-GB" sz="1800" b="0" noProof="0">
              <a:solidFill>
                <a:srgbClr val="172859"/>
              </a:solidFill>
              <a:latin typeface="+mj-lt"/>
              <a:cs typeface="Arial" panose="020B0604020202020204" pitchFamily="34" charset="0"/>
            </a:endParaRPr>
          </a:p>
          <a:p>
            <a:pPr algn="ctr"/>
            <a:r>
              <a:rPr lang="en-GB" sz="1800" b="0" noProof="0">
                <a:solidFill>
                  <a:srgbClr val="172859"/>
                </a:solidFill>
                <a:latin typeface="+mj-lt"/>
                <a:cs typeface="Arial" panose="020B0604020202020204" pitchFamily="34" charset="0"/>
              </a:rPr>
              <a:t>The Process produces consistent results over time.</a:t>
            </a:r>
          </a:p>
          <a:p>
            <a:pPr algn="ctr"/>
            <a:endParaRPr lang="en-GB" sz="1800" b="0" noProof="0">
              <a:solidFill>
                <a:srgbClr val="172859"/>
              </a:solidFill>
              <a:latin typeface="+mj-lt"/>
              <a:cs typeface="Arial" panose="020B0604020202020204" pitchFamily="34" charset="0"/>
            </a:endParaRPr>
          </a:p>
        </p:txBody>
      </p:sp>
      <p:sp>
        <p:nvSpPr>
          <p:cNvPr id="10" name="TextBox 9">
            <a:extLst>
              <a:ext uri="{FF2B5EF4-FFF2-40B4-BE49-F238E27FC236}">
                <a16:creationId xmlns:a16="http://schemas.microsoft.com/office/drawing/2014/main" id="{F7959ADD-80D7-95FA-FECD-9132CEBDE874}"/>
              </a:ext>
            </a:extLst>
          </p:cNvPr>
          <p:cNvSpPr txBox="1"/>
          <p:nvPr/>
        </p:nvSpPr>
        <p:spPr>
          <a:xfrm>
            <a:off x="6522722" y="3266565"/>
            <a:ext cx="2437634" cy="1534478"/>
          </a:xfrm>
          <a:prstGeom prst="roundRect">
            <a:avLst>
              <a:gd name="adj" fmla="val 7367"/>
            </a:avLst>
          </a:prstGeom>
          <a:noFill/>
          <a:ln w="28575">
            <a:solidFill>
              <a:schemeClr val="accent3"/>
            </a:solidFill>
          </a:ln>
        </p:spPr>
        <p:txBody>
          <a:bodyPr wrap="square" rtlCol="0">
            <a:spAutoFit/>
          </a:bodyPr>
          <a:lstStyle>
            <a:defPPr>
              <a:defRPr lang="en-US"/>
            </a:defPPr>
            <a:lvl1pPr>
              <a:defRPr>
                <a:latin typeface="Arial" panose="020B0604020202020204" pitchFamily="34" charset="0"/>
                <a:cs typeface="Arial" panose="020B0604020202020204" pitchFamily="34" charset="0"/>
              </a:defRPr>
            </a:lvl1pPr>
          </a:lstStyle>
          <a:p>
            <a:pPr algn="ctr"/>
            <a:endParaRPr lang="en-GB" noProof="0">
              <a:solidFill>
                <a:srgbClr val="172859"/>
              </a:solidFill>
              <a:latin typeface="+mj-lt"/>
            </a:endParaRPr>
          </a:p>
          <a:p>
            <a:pPr algn="ctr"/>
            <a:r>
              <a:rPr lang="en-GB" noProof="0">
                <a:solidFill>
                  <a:srgbClr val="172859"/>
                </a:solidFill>
                <a:latin typeface="+mj-lt"/>
              </a:rPr>
              <a:t>Produces very similar results each time a measurement is taken.</a:t>
            </a:r>
          </a:p>
        </p:txBody>
      </p:sp>
      <p:sp>
        <p:nvSpPr>
          <p:cNvPr id="13" name="Rectangle: Rounded Corners 12">
            <a:extLst>
              <a:ext uri="{FF2B5EF4-FFF2-40B4-BE49-F238E27FC236}">
                <a16:creationId xmlns:a16="http://schemas.microsoft.com/office/drawing/2014/main" id="{F5906F54-AD0F-4AFB-89F9-DDC51E0E5314}"/>
              </a:ext>
            </a:extLst>
          </p:cNvPr>
          <p:cNvSpPr/>
          <p:nvPr/>
        </p:nvSpPr>
        <p:spPr>
          <a:xfrm>
            <a:off x="6522723" y="2768717"/>
            <a:ext cx="2437635" cy="719667"/>
          </a:xfrm>
          <a:prstGeom prst="roundRect">
            <a:avLst/>
          </a:prstGeom>
          <a:solidFill>
            <a:srgbClr val="00AF74"/>
          </a:solidFill>
          <a:ln w="57150">
            <a:solidFill>
              <a:schemeClr val="accent3"/>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en-US" sz="2000" b="1">
                <a:solidFill>
                  <a:schemeClr val="bg1"/>
                </a:solidFill>
                <a:latin typeface="+mj-lt"/>
                <a:cs typeface="Arial" panose="020B0604020202020204" pitchFamily="34" charset="0"/>
              </a:rPr>
              <a:t>Precise</a:t>
            </a:r>
          </a:p>
        </p:txBody>
      </p:sp>
      <p:sp>
        <p:nvSpPr>
          <p:cNvPr id="14" name="Rectangle: Rounded Corners 13">
            <a:extLst>
              <a:ext uri="{FF2B5EF4-FFF2-40B4-BE49-F238E27FC236}">
                <a16:creationId xmlns:a16="http://schemas.microsoft.com/office/drawing/2014/main" id="{FF2E5889-2A9E-45A3-BFBD-14378EFB5BFD}"/>
              </a:ext>
            </a:extLst>
          </p:cNvPr>
          <p:cNvSpPr/>
          <p:nvPr/>
        </p:nvSpPr>
        <p:spPr>
          <a:xfrm>
            <a:off x="9395785" y="2760449"/>
            <a:ext cx="2437634" cy="719667"/>
          </a:xfrm>
          <a:prstGeom prst="roundRect">
            <a:avLst/>
          </a:prstGeom>
          <a:solidFill>
            <a:srgbClr val="27AAE1"/>
          </a:solidFill>
          <a:ln w="57150">
            <a:solidFill>
              <a:schemeClr val="accent4"/>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en-US" sz="2000" b="1">
                <a:solidFill>
                  <a:schemeClr val="bg1"/>
                </a:solidFill>
                <a:latin typeface="+mj-lt"/>
                <a:cs typeface="Arial" panose="020B0604020202020204" pitchFamily="34" charset="0"/>
              </a:rPr>
              <a:t>Stable</a:t>
            </a:r>
          </a:p>
        </p:txBody>
      </p:sp>
      <p:sp>
        <p:nvSpPr>
          <p:cNvPr id="5" name="Flowchart: Connector 4">
            <a:extLst>
              <a:ext uri="{FF2B5EF4-FFF2-40B4-BE49-F238E27FC236}">
                <a16:creationId xmlns:a16="http://schemas.microsoft.com/office/drawing/2014/main" id="{0510F784-A348-27E5-2744-7E6DF90BB388}"/>
              </a:ext>
            </a:extLst>
          </p:cNvPr>
          <p:cNvSpPr/>
          <p:nvPr/>
        </p:nvSpPr>
        <p:spPr>
          <a:xfrm>
            <a:off x="208262" y="1837405"/>
            <a:ext cx="1152000" cy="1152552"/>
          </a:xfrm>
          <a:prstGeom prst="flowChartConnector">
            <a:avLst/>
          </a:prstGeom>
          <a:solidFill>
            <a:schemeClr val="bg2"/>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mj-lt"/>
            </a:endParaRPr>
          </a:p>
        </p:txBody>
      </p:sp>
      <p:sp>
        <p:nvSpPr>
          <p:cNvPr id="8" name="Flowchart: Connector 7">
            <a:extLst>
              <a:ext uri="{FF2B5EF4-FFF2-40B4-BE49-F238E27FC236}">
                <a16:creationId xmlns:a16="http://schemas.microsoft.com/office/drawing/2014/main" id="{E6E3E31C-B77B-A3FD-0DEB-2D4394AD798D}"/>
              </a:ext>
            </a:extLst>
          </p:cNvPr>
          <p:cNvSpPr/>
          <p:nvPr/>
        </p:nvSpPr>
        <p:spPr>
          <a:xfrm>
            <a:off x="3073659" y="1839942"/>
            <a:ext cx="1152000" cy="1152552"/>
          </a:xfrm>
          <a:prstGeom prst="flowChartConnector">
            <a:avLst/>
          </a:prstGeom>
          <a:solidFill>
            <a:schemeClr val="accent1"/>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mj-lt"/>
            </a:endParaRPr>
          </a:p>
        </p:txBody>
      </p:sp>
      <p:sp>
        <p:nvSpPr>
          <p:cNvPr id="9" name="Flowchart: Connector 8">
            <a:extLst>
              <a:ext uri="{FF2B5EF4-FFF2-40B4-BE49-F238E27FC236}">
                <a16:creationId xmlns:a16="http://schemas.microsoft.com/office/drawing/2014/main" id="{723E8CF1-65CC-5B92-5692-B97E318FB782}"/>
              </a:ext>
            </a:extLst>
          </p:cNvPr>
          <p:cNvSpPr/>
          <p:nvPr/>
        </p:nvSpPr>
        <p:spPr>
          <a:xfrm>
            <a:off x="5958878" y="1809132"/>
            <a:ext cx="1152000" cy="1152552"/>
          </a:xfrm>
          <a:prstGeom prst="flowChartConnector">
            <a:avLst/>
          </a:prstGeom>
          <a:solidFill>
            <a:schemeClr val="accent3"/>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mj-lt"/>
            </a:endParaRPr>
          </a:p>
        </p:txBody>
      </p:sp>
      <p:sp>
        <p:nvSpPr>
          <p:cNvPr id="12" name="Flowchart: Connector 11">
            <a:extLst>
              <a:ext uri="{FF2B5EF4-FFF2-40B4-BE49-F238E27FC236}">
                <a16:creationId xmlns:a16="http://schemas.microsoft.com/office/drawing/2014/main" id="{EE2C1BEA-60F7-A2F2-533B-8E8C3416548B}"/>
              </a:ext>
            </a:extLst>
          </p:cNvPr>
          <p:cNvSpPr/>
          <p:nvPr/>
        </p:nvSpPr>
        <p:spPr>
          <a:xfrm>
            <a:off x="8891519" y="1809132"/>
            <a:ext cx="1152000" cy="1152552"/>
          </a:xfrm>
          <a:prstGeom prst="flowChartConnector">
            <a:avLst/>
          </a:prstGeom>
          <a:solidFill>
            <a:schemeClr val="accent4"/>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mj-lt"/>
            </a:endParaRPr>
          </a:p>
        </p:txBody>
      </p:sp>
      <p:pic>
        <p:nvPicPr>
          <p:cNvPr id="18" name="Graphic 17" descr="Bullseye with solid fill">
            <a:extLst>
              <a:ext uri="{FF2B5EF4-FFF2-40B4-BE49-F238E27FC236}">
                <a16:creationId xmlns:a16="http://schemas.microsoft.com/office/drawing/2014/main" id="{A4F65A5B-7584-3AE2-28A9-7C4C053B078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7722" y="1949045"/>
            <a:ext cx="914400" cy="914400"/>
          </a:xfrm>
          <a:prstGeom prst="rect">
            <a:avLst/>
          </a:prstGeom>
        </p:spPr>
      </p:pic>
      <p:pic>
        <p:nvPicPr>
          <p:cNvPr id="21" name="Graphic 20" descr="Scales of justice with solid fill">
            <a:extLst>
              <a:ext uri="{FF2B5EF4-FFF2-40B4-BE49-F238E27FC236}">
                <a16:creationId xmlns:a16="http://schemas.microsoft.com/office/drawing/2014/main" id="{C7947CC8-5D95-8204-75AC-5900C0FD8BF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98692" y="1928208"/>
            <a:ext cx="914400" cy="914400"/>
          </a:xfrm>
          <a:prstGeom prst="rect">
            <a:avLst/>
          </a:prstGeom>
        </p:spPr>
      </p:pic>
      <p:pic>
        <p:nvPicPr>
          <p:cNvPr id="24" name="Graphic 23" descr="Checklist with solid fill">
            <a:extLst>
              <a:ext uri="{FF2B5EF4-FFF2-40B4-BE49-F238E27FC236}">
                <a16:creationId xmlns:a16="http://schemas.microsoft.com/office/drawing/2014/main" id="{DB61CEE8-F1EC-FC6A-9278-1DA5C1E052C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127834" y="1978364"/>
            <a:ext cx="814087" cy="814087"/>
          </a:xfrm>
          <a:prstGeom prst="rect">
            <a:avLst/>
          </a:prstGeom>
        </p:spPr>
      </p:pic>
      <p:pic>
        <p:nvPicPr>
          <p:cNvPr id="26" name="Graphic 25" descr="Arrow Right with solid fill">
            <a:extLst>
              <a:ext uri="{FF2B5EF4-FFF2-40B4-BE49-F238E27FC236}">
                <a16:creationId xmlns:a16="http://schemas.microsoft.com/office/drawing/2014/main" id="{30F02CA8-EC33-F4F8-BE5E-FEC38B8D35C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037386" y="1928207"/>
            <a:ext cx="914400" cy="914400"/>
          </a:xfrm>
          <a:prstGeom prst="rect">
            <a:avLst/>
          </a:prstGeom>
        </p:spPr>
      </p:pic>
      <p:sp>
        <p:nvSpPr>
          <p:cNvPr id="20" name="TextBox 19">
            <a:extLst>
              <a:ext uri="{FF2B5EF4-FFF2-40B4-BE49-F238E27FC236}">
                <a16:creationId xmlns:a16="http://schemas.microsoft.com/office/drawing/2014/main" id="{5F15292A-5434-6F70-7860-38B0B3FC3BB1}"/>
              </a:ext>
            </a:extLst>
          </p:cNvPr>
          <p:cNvSpPr txBox="1"/>
          <p:nvPr/>
        </p:nvSpPr>
        <p:spPr>
          <a:xfrm>
            <a:off x="2938144" y="5758935"/>
            <a:ext cx="6099242" cy="369332"/>
          </a:xfrm>
          <a:prstGeom prst="rect">
            <a:avLst/>
          </a:prstGeom>
          <a:solidFill>
            <a:schemeClr val="accent4"/>
          </a:solidFill>
        </p:spPr>
        <p:txBody>
          <a:bodyPr wrap="square">
            <a:spAutoFit/>
          </a:bodyPr>
          <a:lstStyle/>
          <a:p>
            <a:r>
              <a:rPr lang="en-GB">
                <a:solidFill>
                  <a:schemeClr val="bg1"/>
                </a:solidFill>
                <a:latin typeface="+mj-lt"/>
              </a:rPr>
              <a:t>High-quality data demonstrates all four characteristics</a:t>
            </a:r>
            <a:endParaRPr lang="en-US">
              <a:solidFill>
                <a:schemeClr val="bg1"/>
              </a:solidFill>
              <a:latin typeface="+mj-lt"/>
            </a:endParaRPr>
          </a:p>
        </p:txBody>
      </p:sp>
      <p:sp>
        <p:nvSpPr>
          <p:cNvPr id="22" name="Left Brace 21">
            <a:extLst>
              <a:ext uri="{FF2B5EF4-FFF2-40B4-BE49-F238E27FC236}">
                <a16:creationId xmlns:a16="http://schemas.microsoft.com/office/drawing/2014/main" id="{BF54F6D9-A754-3CA4-F563-88D59283389A}"/>
              </a:ext>
            </a:extLst>
          </p:cNvPr>
          <p:cNvSpPr/>
          <p:nvPr/>
        </p:nvSpPr>
        <p:spPr>
          <a:xfrm rot="16200000">
            <a:off x="5931726" y="-185598"/>
            <a:ext cx="719668" cy="11083713"/>
          </a:xfrm>
          <a:prstGeom prst="leftBrace">
            <a:avLst>
              <a:gd name="adj1" fmla="val 8333"/>
              <a:gd name="adj2" fmla="val 50764"/>
            </a:avLst>
          </a:prstGeom>
          <a:ln w="38100">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mj-lt"/>
            </a:endParaRPr>
          </a:p>
        </p:txBody>
      </p:sp>
      <p:sp>
        <p:nvSpPr>
          <p:cNvPr id="33" name="TextBox 32">
            <a:extLst>
              <a:ext uri="{FF2B5EF4-FFF2-40B4-BE49-F238E27FC236}">
                <a16:creationId xmlns:a16="http://schemas.microsoft.com/office/drawing/2014/main" id="{23F68871-14EB-975F-1121-3D31A368E059}"/>
              </a:ext>
            </a:extLst>
          </p:cNvPr>
          <p:cNvSpPr txBox="1"/>
          <p:nvPr/>
        </p:nvSpPr>
        <p:spPr>
          <a:xfrm>
            <a:off x="710381" y="1435754"/>
            <a:ext cx="10442203" cy="305853"/>
          </a:xfrm>
          <a:prstGeom prst="rect">
            <a:avLst/>
          </a:prstGeom>
          <a:noFill/>
        </p:spPr>
        <p:txBody>
          <a:bodyPr wrap="square">
            <a:spAutoFit/>
          </a:bodyPr>
          <a:lstStyle/>
          <a:p>
            <a:pPr fontAlgn="t">
              <a:lnSpc>
                <a:spcPts val="1500"/>
              </a:lnSpc>
              <a:buNone/>
            </a:pPr>
            <a:r>
              <a:rPr lang="en-US" b="0" i="0">
                <a:solidFill>
                  <a:srgbClr val="002060"/>
                </a:solidFill>
                <a:effectLst/>
                <a:latin typeface="+mj-lt"/>
              </a:rPr>
              <a:t>High-quality data should demonstrate the following characteristics:</a:t>
            </a:r>
          </a:p>
        </p:txBody>
      </p:sp>
    </p:spTree>
    <p:extLst>
      <p:ext uri="{BB962C8B-B14F-4D97-AF65-F5344CB8AC3E}">
        <p14:creationId xmlns:p14="http://schemas.microsoft.com/office/powerpoint/2010/main" val="3669214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2"/>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2" grpId="0" animBg="1"/>
      <p:bldP spid="3" grpId="0" animBg="1"/>
      <p:bldP spid="4" grpId="0" animBg="1"/>
      <p:bldP spid="6" grpId="0" animBg="1"/>
      <p:bldP spid="10" grpId="0" animBg="1"/>
      <p:bldP spid="13" grpId="0" animBg="1"/>
      <p:bldP spid="14" grpId="0" animBg="1"/>
      <p:bldP spid="5" grpId="0" animBg="1"/>
      <p:bldP spid="8" grpId="0" animBg="1"/>
      <p:bldP spid="9" grpId="0" animBg="1"/>
      <p:bldP spid="12" grpId="0" animBg="1"/>
      <p:bldP spid="20" grpId="0" animBg="1"/>
      <p:bldP spid="2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2043ACF-D650-2DEC-C5F2-00B357A21F9B}"/>
              </a:ext>
            </a:extLst>
          </p:cNvPr>
          <p:cNvSpPr>
            <a:spLocks noGrp="1"/>
          </p:cNvSpPr>
          <p:nvPr>
            <p:ph type="body" sz="quarter" idx="10"/>
          </p:nvPr>
        </p:nvSpPr>
        <p:spPr>
          <a:xfrm>
            <a:off x="533400" y="401046"/>
            <a:ext cx="5562600" cy="923330"/>
          </a:xfrm>
        </p:spPr>
        <p:txBody>
          <a:bodyPr>
            <a:normAutofit/>
          </a:bodyPr>
          <a:lstStyle/>
          <a:p>
            <a:r>
              <a:rPr lang="en-US" sz="3200" noProof="0">
                <a:latin typeface="+mj-lt"/>
              </a:rPr>
              <a:t>Example: Repeatability</a:t>
            </a:r>
          </a:p>
        </p:txBody>
      </p:sp>
      <p:sp>
        <p:nvSpPr>
          <p:cNvPr id="6" name="TextBox 5">
            <a:extLst>
              <a:ext uri="{FF2B5EF4-FFF2-40B4-BE49-F238E27FC236}">
                <a16:creationId xmlns:a16="http://schemas.microsoft.com/office/drawing/2014/main" id="{DC88B1AD-D50E-2F42-0D04-B29F7B307111}"/>
              </a:ext>
            </a:extLst>
          </p:cNvPr>
          <p:cNvSpPr txBox="1"/>
          <p:nvPr/>
        </p:nvSpPr>
        <p:spPr>
          <a:xfrm>
            <a:off x="533400" y="1555351"/>
            <a:ext cx="11509813" cy="646331"/>
          </a:xfrm>
          <a:prstGeom prst="rect">
            <a:avLst/>
          </a:prstGeom>
          <a:noFill/>
        </p:spPr>
        <p:txBody>
          <a:bodyPr wrap="square">
            <a:spAutoFit/>
          </a:bodyPr>
          <a:lstStyle/>
          <a:p>
            <a:r>
              <a:rPr lang="en-GB" sz="1800" b="0" noProof="0">
                <a:solidFill>
                  <a:srgbClr val="002060"/>
                </a:solidFill>
                <a:latin typeface="+mj-lt"/>
                <a:cs typeface="Arial" panose="020B0604020202020204" pitchFamily="34" charset="0"/>
              </a:rPr>
              <a:t>A baker follows the same process each time using the same equipment and measures each time, producing consistent results when the same person completes the task.</a:t>
            </a:r>
            <a:endParaRPr lang="en-US" sz="1800" b="0" noProof="0">
              <a:solidFill>
                <a:srgbClr val="002060"/>
              </a:solidFill>
              <a:latin typeface="+mj-lt"/>
              <a:cs typeface="Arial" panose="020B0604020202020204" pitchFamily="34" charset="0"/>
            </a:endParaRPr>
          </a:p>
        </p:txBody>
      </p:sp>
      <p:pic>
        <p:nvPicPr>
          <p:cNvPr id="9" name="Picture 8">
            <a:extLst>
              <a:ext uri="{FF2B5EF4-FFF2-40B4-BE49-F238E27FC236}">
                <a16:creationId xmlns:a16="http://schemas.microsoft.com/office/drawing/2014/main" id="{B00F8201-5720-34C8-2B41-F0DEB787BB76}"/>
              </a:ext>
            </a:extLst>
          </p:cNvPr>
          <p:cNvPicPr>
            <a:picLocks noChangeAspect="1"/>
          </p:cNvPicPr>
          <p:nvPr/>
        </p:nvPicPr>
        <p:blipFill>
          <a:blip r:embed="rId3"/>
          <a:stretch>
            <a:fillRect/>
          </a:stretch>
        </p:blipFill>
        <p:spPr>
          <a:xfrm>
            <a:off x="7503089" y="3518224"/>
            <a:ext cx="4013362" cy="2175540"/>
          </a:xfrm>
          <a:prstGeom prst="rect">
            <a:avLst/>
          </a:prstGeom>
        </p:spPr>
      </p:pic>
      <p:pic>
        <p:nvPicPr>
          <p:cNvPr id="10" name="Picture 9">
            <a:extLst>
              <a:ext uri="{FF2B5EF4-FFF2-40B4-BE49-F238E27FC236}">
                <a16:creationId xmlns:a16="http://schemas.microsoft.com/office/drawing/2014/main" id="{EBFA8735-6C55-3F3A-B511-F4A963E023FB}"/>
              </a:ext>
            </a:extLst>
          </p:cNvPr>
          <p:cNvPicPr>
            <a:picLocks noChangeAspect="1"/>
          </p:cNvPicPr>
          <p:nvPr/>
        </p:nvPicPr>
        <p:blipFill>
          <a:blip r:embed="rId4"/>
          <a:stretch>
            <a:fillRect/>
          </a:stretch>
        </p:blipFill>
        <p:spPr>
          <a:xfrm>
            <a:off x="2839082" y="2444312"/>
            <a:ext cx="2049908" cy="2327499"/>
          </a:xfrm>
          <a:prstGeom prst="rect">
            <a:avLst/>
          </a:prstGeom>
        </p:spPr>
      </p:pic>
      <p:pic>
        <p:nvPicPr>
          <p:cNvPr id="11" name="Picture 10">
            <a:extLst>
              <a:ext uri="{FF2B5EF4-FFF2-40B4-BE49-F238E27FC236}">
                <a16:creationId xmlns:a16="http://schemas.microsoft.com/office/drawing/2014/main" id="{8827F589-4564-B8C3-038D-D46389911450}"/>
              </a:ext>
            </a:extLst>
          </p:cNvPr>
          <p:cNvPicPr>
            <a:picLocks noChangeAspect="1"/>
          </p:cNvPicPr>
          <p:nvPr/>
        </p:nvPicPr>
        <p:blipFill>
          <a:blip r:embed="rId5"/>
          <a:stretch>
            <a:fillRect/>
          </a:stretch>
        </p:blipFill>
        <p:spPr>
          <a:xfrm>
            <a:off x="7657638" y="2444312"/>
            <a:ext cx="990922" cy="1088550"/>
          </a:xfrm>
          <a:prstGeom prst="rect">
            <a:avLst/>
          </a:prstGeom>
        </p:spPr>
      </p:pic>
      <p:pic>
        <p:nvPicPr>
          <p:cNvPr id="12" name="Picture 11">
            <a:extLst>
              <a:ext uri="{FF2B5EF4-FFF2-40B4-BE49-F238E27FC236}">
                <a16:creationId xmlns:a16="http://schemas.microsoft.com/office/drawing/2014/main" id="{6E01B10D-A7E3-E90D-4B9B-196E78DA61BE}"/>
              </a:ext>
            </a:extLst>
          </p:cNvPr>
          <p:cNvPicPr>
            <a:picLocks noChangeAspect="1"/>
          </p:cNvPicPr>
          <p:nvPr/>
        </p:nvPicPr>
        <p:blipFill>
          <a:blip r:embed="rId5"/>
          <a:stretch>
            <a:fillRect/>
          </a:stretch>
        </p:blipFill>
        <p:spPr>
          <a:xfrm>
            <a:off x="8859692" y="2444312"/>
            <a:ext cx="990922" cy="1088550"/>
          </a:xfrm>
          <a:prstGeom prst="rect">
            <a:avLst/>
          </a:prstGeom>
        </p:spPr>
      </p:pic>
      <p:pic>
        <p:nvPicPr>
          <p:cNvPr id="13" name="Picture 12">
            <a:extLst>
              <a:ext uri="{FF2B5EF4-FFF2-40B4-BE49-F238E27FC236}">
                <a16:creationId xmlns:a16="http://schemas.microsoft.com/office/drawing/2014/main" id="{6AB9C446-DD7C-6CE8-16F5-F53B1AAAF449}"/>
              </a:ext>
            </a:extLst>
          </p:cNvPr>
          <p:cNvPicPr>
            <a:picLocks noChangeAspect="1"/>
          </p:cNvPicPr>
          <p:nvPr/>
        </p:nvPicPr>
        <p:blipFill>
          <a:blip r:embed="rId5"/>
          <a:stretch>
            <a:fillRect/>
          </a:stretch>
        </p:blipFill>
        <p:spPr>
          <a:xfrm>
            <a:off x="10061746" y="2429674"/>
            <a:ext cx="990922" cy="1088550"/>
          </a:xfrm>
          <a:prstGeom prst="rect">
            <a:avLst/>
          </a:prstGeom>
        </p:spPr>
      </p:pic>
      <p:pic>
        <p:nvPicPr>
          <p:cNvPr id="15" name="Picture 14">
            <a:extLst>
              <a:ext uri="{FF2B5EF4-FFF2-40B4-BE49-F238E27FC236}">
                <a16:creationId xmlns:a16="http://schemas.microsoft.com/office/drawing/2014/main" id="{A90D682A-5F75-41B3-A9F5-16684B9544B9}"/>
              </a:ext>
            </a:extLst>
          </p:cNvPr>
          <p:cNvPicPr>
            <a:picLocks noChangeAspect="1"/>
          </p:cNvPicPr>
          <p:nvPr/>
        </p:nvPicPr>
        <p:blipFill>
          <a:blip r:embed="rId6"/>
          <a:stretch>
            <a:fillRect/>
          </a:stretch>
        </p:blipFill>
        <p:spPr>
          <a:xfrm>
            <a:off x="675549" y="2261207"/>
            <a:ext cx="1944341" cy="4063670"/>
          </a:xfrm>
          <a:prstGeom prst="rect">
            <a:avLst/>
          </a:prstGeom>
        </p:spPr>
      </p:pic>
      <p:pic>
        <p:nvPicPr>
          <p:cNvPr id="17" name="Picture 16">
            <a:extLst>
              <a:ext uri="{FF2B5EF4-FFF2-40B4-BE49-F238E27FC236}">
                <a16:creationId xmlns:a16="http://schemas.microsoft.com/office/drawing/2014/main" id="{D2992C01-BC1D-465B-D2A5-7A01EBF51975}"/>
              </a:ext>
            </a:extLst>
          </p:cNvPr>
          <p:cNvPicPr>
            <a:picLocks noChangeAspect="1"/>
          </p:cNvPicPr>
          <p:nvPr/>
        </p:nvPicPr>
        <p:blipFill>
          <a:blip r:embed="rId7"/>
          <a:stretch>
            <a:fillRect/>
          </a:stretch>
        </p:blipFill>
        <p:spPr>
          <a:xfrm>
            <a:off x="4888990" y="2253856"/>
            <a:ext cx="2568571" cy="1469461"/>
          </a:xfrm>
          <a:prstGeom prst="rect">
            <a:avLst/>
          </a:prstGeom>
        </p:spPr>
      </p:pic>
      <p:sp>
        <p:nvSpPr>
          <p:cNvPr id="4" name="TextBox 3">
            <a:extLst>
              <a:ext uri="{FF2B5EF4-FFF2-40B4-BE49-F238E27FC236}">
                <a16:creationId xmlns:a16="http://schemas.microsoft.com/office/drawing/2014/main" id="{846F05AA-AACF-8BD6-8896-8345ACD49201}"/>
              </a:ext>
            </a:extLst>
          </p:cNvPr>
          <p:cNvSpPr txBox="1"/>
          <p:nvPr/>
        </p:nvSpPr>
        <p:spPr>
          <a:xfrm>
            <a:off x="2706322" y="6088353"/>
            <a:ext cx="6099242" cy="369332"/>
          </a:xfrm>
          <a:prstGeom prst="rect">
            <a:avLst/>
          </a:prstGeom>
          <a:solidFill>
            <a:schemeClr val="accent4"/>
          </a:solidFill>
        </p:spPr>
        <p:txBody>
          <a:bodyPr wrap="square">
            <a:spAutoFit/>
          </a:bodyPr>
          <a:lstStyle/>
          <a:p>
            <a:r>
              <a:rPr lang="en-GB" b="1">
                <a:solidFill>
                  <a:schemeClr val="bg1"/>
                </a:solidFill>
                <a:latin typeface="+mj-lt"/>
              </a:rPr>
              <a:t>Repeatability</a:t>
            </a:r>
            <a:r>
              <a:rPr lang="en-GB">
                <a:solidFill>
                  <a:schemeClr val="bg1"/>
                </a:solidFill>
                <a:latin typeface="+mj-lt"/>
              </a:rPr>
              <a:t> = same person, same method, same result.</a:t>
            </a:r>
            <a:endParaRPr lang="en-US">
              <a:solidFill>
                <a:schemeClr val="bg1"/>
              </a:solidFill>
              <a:latin typeface="+mj-lt"/>
            </a:endParaRPr>
          </a:p>
        </p:txBody>
      </p:sp>
    </p:spTree>
    <p:extLst>
      <p:ext uri="{BB962C8B-B14F-4D97-AF65-F5344CB8AC3E}">
        <p14:creationId xmlns:p14="http://schemas.microsoft.com/office/powerpoint/2010/main" val="3964216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A4784BE-5A7E-328A-7F0D-CA9B66932595}"/>
              </a:ext>
            </a:extLst>
          </p:cNvPr>
          <p:cNvSpPr>
            <a:spLocks noGrp="1"/>
          </p:cNvSpPr>
          <p:nvPr>
            <p:ph type="body" sz="quarter" idx="10"/>
          </p:nvPr>
        </p:nvSpPr>
        <p:spPr/>
        <p:txBody>
          <a:bodyPr>
            <a:normAutofit/>
          </a:bodyPr>
          <a:lstStyle/>
          <a:p>
            <a:r>
              <a:rPr lang="en-US" sz="3200" noProof="0">
                <a:latin typeface="+mj-lt"/>
              </a:rPr>
              <a:t>Reproducibility</a:t>
            </a:r>
          </a:p>
        </p:txBody>
      </p:sp>
      <p:pic>
        <p:nvPicPr>
          <p:cNvPr id="8" name="Picture 7">
            <a:extLst>
              <a:ext uri="{FF2B5EF4-FFF2-40B4-BE49-F238E27FC236}">
                <a16:creationId xmlns:a16="http://schemas.microsoft.com/office/drawing/2014/main" id="{F2EC4366-7307-29AD-21BE-D17FB7E6B1F1}"/>
              </a:ext>
            </a:extLst>
          </p:cNvPr>
          <p:cNvPicPr>
            <a:picLocks noChangeAspect="1"/>
          </p:cNvPicPr>
          <p:nvPr/>
        </p:nvPicPr>
        <p:blipFill>
          <a:blip r:embed="rId3"/>
          <a:srcRect r="33372"/>
          <a:stretch>
            <a:fillRect/>
          </a:stretch>
        </p:blipFill>
        <p:spPr>
          <a:xfrm>
            <a:off x="8491509" y="3833474"/>
            <a:ext cx="2674022" cy="2175540"/>
          </a:xfrm>
          <a:prstGeom prst="rect">
            <a:avLst/>
          </a:prstGeom>
        </p:spPr>
      </p:pic>
      <p:pic>
        <p:nvPicPr>
          <p:cNvPr id="12" name="Picture 11">
            <a:extLst>
              <a:ext uri="{FF2B5EF4-FFF2-40B4-BE49-F238E27FC236}">
                <a16:creationId xmlns:a16="http://schemas.microsoft.com/office/drawing/2014/main" id="{1065FA74-0963-D5CC-1AD6-B0EF55E49536}"/>
              </a:ext>
            </a:extLst>
          </p:cNvPr>
          <p:cNvPicPr>
            <a:picLocks noChangeAspect="1"/>
          </p:cNvPicPr>
          <p:nvPr/>
        </p:nvPicPr>
        <p:blipFill>
          <a:blip r:embed="rId4"/>
          <a:stretch>
            <a:fillRect/>
          </a:stretch>
        </p:blipFill>
        <p:spPr>
          <a:xfrm>
            <a:off x="691878" y="1993584"/>
            <a:ext cx="2674022" cy="3580219"/>
          </a:xfrm>
          <a:prstGeom prst="rect">
            <a:avLst/>
          </a:prstGeom>
        </p:spPr>
      </p:pic>
      <p:pic>
        <p:nvPicPr>
          <p:cNvPr id="14" name="Picture 13">
            <a:extLst>
              <a:ext uri="{FF2B5EF4-FFF2-40B4-BE49-F238E27FC236}">
                <a16:creationId xmlns:a16="http://schemas.microsoft.com/office/drawing/2014/main" id="{EA1E73CE-46C4-F786-1960-B903F18F7527}"/>
              </a:ext>
            </a:extLst>
          </p:cNvPr>
          <p:cNvPicPr>
            <a:picLocks noChangeAspect="1"/>
          </p:cNvPicPr>
          <p:nvPr/>
        </p:nvPicPr>
        <p:blipFill>
          <a:blip r:embed="rId5"/>
          <a:stretch>
            <a:fillRect/>
          </a:stretch>
        </p:blipFill>
        <p:spPr>
          <a:xfrm>
            <a:off x="3909454" y="2964246"/>
            <a:ext cx="2278465" cy="2587006"/>
          </a:xfrm>
          <a:prstGeom prst="rect">
            <a:avLst/>
          </a:prstGeom>
        </p:spPr>
      </p:pic>
      <p:pic>
        <p:nvPicPr>
          <p:cNvPr id="16" name="Picture 15">
            <a:extLst>
              <a:ext uri="{FF2B5EF4-FFF2-40B4-BE49-F238E27FC236}">
                <a16:creationId xmlns:a16="http://schemas.microsoft.com/office/drawing/2014/main" id="{13856AE2-7BD3-32E5-122E-2C030A1A5DEB}"/>
              </a:ext>
            </a:extLst>
          </p:cNvPr>
          <p:cNvPicPr>
            <a:picLocks noChangeAspect="1"/>
          </p:cNvPicPr>
          <p:nvPr/>
        </p:nvPicPr>
        <p:blipFill>
          <a:blip r:embed="rId6"/>
          <a:stretch>
            <a:fillRect/>
          </a:stretch>
        </p:blipFill>
        <p:spPr>
          <a:xfrm>
            <a:off x="8541192" y="2559055"/>
            <a:ext cx="990922" cy="1088550"/>
          </a:xfrm>
          <a:prstGeom prst="rect">
            <a:avLst/>
          </a:prstGeom>
        </p:spPr>
      </p:pic>
      <p:pic>
        <p:nvPicPr>
          <p:cNvPr id="17" name="Picture 16">
            <a:extLst>
              <a:ext uri="{FF2B5EF4-FFF2-40B4-BE49-F238E27FC236}">
                <a16:creationId xmlns:a16="http://schemas.microsoft.com/office/drawing/2014/main" id="{F2D5F3A1-7BEF-BDD3-8891-B6201B05DAAA}"/>
              </a:ext>
            </a:extLst>
          </p:cNvPr>
          <p:cNvPicPr>
            <a:picLocks noChangeAspect="1"/>
          </p:cNvPicPr>
          <p:nvPr/>
        </p:nvPicPr>
        <p:blipFill>
          <a:blip r:embed="rId6"/>
          <a:stretch>
            <a:fillRect/>
          </a:stretch>
        </p:blipFill>
        <p:spPr>
          <a:xfrm>
            <a:off x="10050545" y="2559055"/>
            <a:ext cx="990922" cy="1088550"/>
          </a:xfrm>
          <a:prstGeom prst="rect">
            <a:avLst/>
          </a:prstGeom>
        </p:spPr>
      </p:pic>
      <p:pic>
        <p:nvPicPr>
          <p:cNvPr id="20" name="Picture 19">
            <a:extLst>
              <a:ext uri="{FF2B5EF4-FFF2-40B4-BE49-F238E27FC236}">
                <a16:creationId xmlns:a16="http://schemas.microsoft.com/office/drawing/2014/main" id="{A6A2A232-E105-2B64-1CD8-EED73A7E88F6}"/>
              </a:ext>
            </a:extLst>
          </p:cNvPr>
          <p:cNvPicPr>
            <a:picLocks noChangeAspect="1"/>
          </p:cNvPicPr>
          <p:nvPr/>
        </p:nvPicPr>
        <p:blipFill>
          <a:blip r:embed="rId7"/>
          <a:stretch>
            <a:fillRect/>
          </a:stretch>
        </p:blipFill>
        <p:spPr>
          <a:xfrm>
            <a:off x="6510337" y="2930199"/>
            <a:ext cx="1981172" cy="819448"/>
          </a:xfrm>
          <a:prstGeom prst="rect">
            <a:avLst/>
          </a:prstGeom>
        </p:spPr>
      </p:pic>
      <p:sp>
        <p:nvSpPr>
          <p:cNvPr id="4" name="TextBox 3">
            <a:extLst>
              <a:ext uri="{FF2B5EF4-FFF2-40B4-BE49-F238E27FC236}">
                <a16:creationId xmlns:a16="http://schemas.microsoft.com/office/drawing/2014/main" id="{57DFB2B9-0C26-C70A-8E3B-9E3AD8083886}"/>
              </a:ext>
            </a:extLst>
          </p:cNvPr>
          <p:cNvSpPr txBox="1"/>
          <p:nvPr/>
        </p:nvSpPr>
        <p:spPr>
          <a:xfrm>
            <a:off x="533399" y="1582922"/>
            <a:ext cx="11217613" cy="646331"/>
          </a:xfrm>
          <a:prstGeom prst="rect">
            <a:avLst/>
          </a:prstGeom>
          <a:noFill/>
        </p:spPr>
        <p:txBody>
          <a:bodyPr wrap="square">
            <a:spAutoFit/>
          </a:bodyPr>
          <a:lstStyle/>
          <a:p>
            <a:r>
              <a:rPr lang="en-GB">
                <a:solidFill>
                  <a:srgbClr val="002060"/>
                </a:solidFill>
                <a:cs typeface="Arial" panose="020B0604020202020204" pitchFamily="34" charset="0"/>
              </a:rPr>
              <a:t>Now we have two different bakers using the same method, equipment, and process produce consistent results.</a:t>
            </a:r>
            <a:endParaRPr lang="en-US">
              <a:solidFill>
                <a:srgbClr val="002060"/>
              </a:solidFill>
              <a:cs typeface="Arial" panose="020B0604020202020204" pitchFamily="34" charset="0"/>
            </a:endParaRPr>
          </a:p>
        </p:txBody>
      </p:sp>
      <p:sp>
        <p:nvSpPr>
          <p:cNvPr id="7" name="TextBox 6">
            <a:extLst>
              <a:ext uri="{FF2B5EF4-FFF2-40B4-BE49-F238E27FC236}">
                <a16:creationId xmlns:a16="http://schemas.microsoft.com/office/drawing/2014/main" id="{1015B760-60AF-6209-653F-B7673B18C92D}"/>
              </a:ext>
            </a:extLst>
          </p:cNvPr>
          <p:cNvSpPr txBox="1"/>
          <p:nvPr/>
        </p:nvSpPr>
        <p:spPr>
          <a:xfrm>
            <a:off x="2986932" y="6376524"/>
            <a:ext cx="7046810" cy="369332"/>
          </a:xfrm>
          <a:prstGeom prst="rect">
            <a:avLst/>
          </a:prstGeom>
          <a:solidFill>
            <a:schemeClr val="accent4"/>
          </a:solidFill>
        </p:spPr>
        <p:txBody>
          <a:bodyPr wrap="square">
            <a:spAutoFit/>
          </a:bodyPr>
          <a:lstStyle>
            <a:defPPr>
              <a:defRPr lang="en-US"/>
            </a:defPPr>
            <a:lvl1pPr>
              <a:defRPr>
                <a:solidFill>
                  <a:schemeClr val="bg1"/>
                </a:solidFill>
              </a:defRPr>
            </a:lvl1pPr>
          </a:lstStyle>
          <a:p>
            <a:pPr algn="ctr"/>
            <a:r>
              <a:rPr lang="en-GB" b="1"/>
              <a:t>Reproducibility </a:t>
            </a:r>
            <a:r>
              <a:rPr lang="en-GB"/>
              <a:t>= different people, same method, same result.</a:t>
            </a:r>
            <a:endParaRPr lang="en-US"/>
          </a:p>
        </p:txBody>
      </p:sp>
    </p:spTree>
    <p:extLst>
      <p:ext uri="{BB962C8B-B14F-4D97-AF65-F5344CB8AC3E}">
        <p14:creationId xmlns:p14="http://schemas.microsoft.com/office/powerpoint/2010/main" val="2730866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8D3A1520-3560-7247-8EF4-BDA54252B5C8}"/>
              </a:ext>
            </a:extLst>
          </p:cNvPr>
          <p:cNvSpPr>
            <a:spLocks noGrp="1"/>
          </p:cNvSpPr>
          <p:nvPr>
            <p:ph type="body" sz="quarter" idx="12"/>
          </p:nvPr>
        </p:nvSpPr>
        <p:spPr>
          <a:xfrm>
            <a:off x="530280" y="3505200"/>
            <a:ext cx="914400" cy="492443"/>
          </a:xfrm>
        </p:spPr>
        <p:txBody>
          <a:bodyPr/>
          <a:lstStyle/>
          <a:p>
            <a:r>
              <a:rPr lang="en-US" sz="3200" noProof="0">
                <a:latin typeface="+mj-lt"/>
              </a:rPr>
              <a:t>02</a:t>
            </a:r>
          </a:p>
        </p:txBody>
      </p:sp>
      <p:sp>
        <p:nvSpPr>
          <p:cNvPr id="8" name="Text Placeholder 10">
            <a:extLst>
              <a:ext uri="{FF2B5EF4-FFF2-40B4-BE49-F238E27FC236}">
                <a16:creationId xmlns:a16="http://schemas.microsoft.com/office/drawing/2014/main" id="{9DCFBE6E-9A5F-431B-9E19-E69BAF936E44}"/>
              </a:ext>
            </a:extLst>
          </p:cNvPr>
          <p:cNvSpPr txBox="1">
            <a:spLocks/>
          </p:cNvSpPr>
          <p:nvPr/>
        </p:nvSpPr>
        <p:spPr>
          <a:xfrm>
            <a:off x="530280" y="4323356"/>
            <a:ext cx="5805974" cy="1322892"/>
          </a:xfrm>
          <a:prstGeom prst="rect">
            <a:avLst/>
          </a:prstGeom>
        </p:spPr>
        <p:txBody>
          <a:bodyPr>
            <a:noAutofit/>
          </a:bodyPr>
          <a:lstStyle>
            <a:lvl1pPr marL="0" indent="0" algn="l" defTabSz="914400" rtl="0" eaLnBrk="1" latinLnBrk="0" hangingPunct="1">
              <a:lnSpc>
                <a:spcPct val="100000"/>
              </a:lnSpc>
              <a:spcBef>
                <a:spcPts val="1000"/>
              </a:spcBef>
              <a:buFont typeface="Arial" panose="020B0604020202020204" pitchFamily="34" charset="0"/>
              <a:buNone/>
              <a:defRPr sz="1600" b="1" kern="1200">
                <a:solidFill>
                  <a:schemeClr val="bg2"/>
                </a:solidFill>
                <a:latin typeface="+mn-lt"/>
                <a:ea typeface="+mn-ea"/>
                <a:cs typeface="+mn-cs"/>
              </a:defRPr>
            </a:lvl1pPr>
            <a:lvl2pPr marL="0" indent="0" algn="l" defTabSz="914400" rtl="0" eaLnBrk="1" latinLnBrk="0" hangingPunct="1">
              <a:lnSpc>
                <a:spcPct val="100000"/>
              </a:lnSpc>
              <a:spcBef>
                <a:spcPts val="800"/>
              </a:spcBef>
              <a:spcAft>
                <a:spcPts val="400"/>
              </a:spcAft>
              <a:buFont typeface="Arial" panose="020B0604020202020204" pitchFamily="34" charset="0"/>
              <a:buNone/>
              <a:defRPr sz="1400" kern="1200">
                <a:solidFill>
                  <a:schemeClr val="tx1"/>
                </a:solidFill>
                <a:latin typeface="+mn-lt"/>
                <a:ea typeface="+mn-ea"/>
                <a:cs typeface="+mn-cs"/>
              </a:defRPr>
            </a:lvl2pPr>
            <a:lvl3pPr marL="180975" indent="-180975" algn="l" defTabSz="914400" rtl="0" eaLnBrk="1" latinLnBrk="0" hangingPunct="1">
              <a:lnSpc>
                <a:spcPct val="100000"/>
              </a:lnSpc>
              <a:spcBef>
                <a:spcPts val="600"/>
              </a:spcBef>
              <a:buClr>
                <a:schemeClr val="bg2"/>
              </a:buClr>
              <a:buFont typeface="Arial" panose="020B0604020202020204" pitchFamily="34" charset="0"/>
              <a:buChar char="•"/>
              <a:defRPr sz="1400" kern="1200">
                <a:solidFill>
                  <a:schemeClr val="tx1"/>
                </a:solidFill>
                <a:latin typeface="+mn-lt"/>
                <a:ea typeface="+mn-ea"/>
                <a:cs typeface="+mn-cs"/>
              </a:defRPr>
            </a:lvl3pPr>
            <a:lvl4pPr marL="361950" indent="-180975" algn="l" defTabSz="914400" rtl="0" eaLnBrk="1" latinLnBrk="0" hangingPunct="1">
              <a:lnSpc>
                <a:spcPct val="100000"/>
              </a:lnSpc>
              <a:spcBef>
                <a:spcPts val="600"/>
              </a:spcBef>
              <a:buFont typeface="Arial" panose="020B0604020202020204" pitchFamily="34" charset="0"/>
              <a:buChar char="•"/>
              <a:defRPr sz="1200" kern="1200">
                <a:solidFill>
                  <a:schemeClr val="tx1"/>
                </a:solidFill>
                <a:latin typeface="+mn-lt"/>
                <a:ea typeface="+mn-ea"/>
                <a:cs typeface="+mn-cs"/>
              </a:defRPr>
            </a:lvl4pPr>
            <a:lvl5pPr marL="542925" indent="-180975" algn="l" defTabSz="914400" rtl="0" eaLnBrk="1" latinLnBrk="0" hangingPunct="1">
              <a:lnSpc>
                <a:spcPct val="100000"/>
              </a:lnSpc>
              <a:spcBef>
                <a:spcPts val="600"/>
              </a:spcBef>
              <a:buClr>
                <a:schemeClr val="tx1"/>
              </a:buClr>
              <a:buFont typeface="Trebuchet MS" panose="020B0603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3600" b="0" noProof="0">
              <a:solidFill>
                <a:srgbClr val="FFFFFF"/>
              </a:solidFill>
              <a:latin typeface="+mj-lt"/>
              <a:cs typeface="Arial" panose="020B0604020202020204" pitchFamily="34" charset="0"/>
            </a:endParaRPr>
          </a:p>
        </p:txBody>
      </p:sp>
      <p:sp>
        <p:nvSpPr>
          <p:cNvPr id="9" name="Text Placeholder 5">
            <a:extLst>
              <a:ext uri="{FF2B5EF4-FFF2-40B4-BE49-F238E27FC236}">
                <a16:creationId xmlns:a16="http://schemas.microsoft.com/office/drawing/2014/main" id="{DA95D0B6-DCD9-4147-B871-3C691A9A126C}"/>
              </a:ext>
            </a:extLst>
          </p:cNvPr>
          <p:cNvSpPr txBox="1">
            <a:spLocks/>
          </p:cNvSpPr>
          <p:nvPr/>
        </p:nvSpPr>
        <p:spPr>
          <a:xfrm>
            <a:off x="530280" y="6081831"/>
            <a:ext cx="2743200" cy="384721"/>
          </a:xfrm>
          <a:prstGeom prst="rect">
            <a:avLst/>
          </a:prstGeom>
        </p:spPr>
        <p:txBody>
          <a:bodyPr vert="horz" lIns="0" tIns="0" rIns="0" bIns="0" rtlCol="0">
            <a:normAutofit/>
          </a:bodyPr>
          <a:lstStyle>
            <a:lvl1pPr marL="0" indent="0" algn="l" defTabSz="914400" rtl="0" eaLnBrk="1" latinLnBrk="0" hangingPunct="1">
              <a:lnSpc>
                <a:spcPct val="100000"/>
              </a:lnSpc>
              <a:spcBef>
                <a:spcPts val="1000"/>
              </a:spcBef>
              <a:buFont typeface="Arial" panose="020B0604020202020204" pitchFamily="34" charset="0"/>
              <a:buNone/>
              <a:defRPr sz="2500" b="1" kern="1200">
                <a:solidFill>
                  <a:schemeClr val="bg1"/>
                </a:solidFill>
                <a:latin typeface="Arial" panose="020B0604020202020204" pitchFamily="34" charset="0"/>
                <a:ea typeface="+mn-ea"/>
                <a:cs typeface="Arial" panose="020B0604020202020204" pitchFamily="34" charset="0"/>
              </a:defRPr>
            </a:lvl1pPr>
            <a:lvl2pPr marL="0" indent="0" algn="l" defTabSz="914400" rtl="0" eaLnBrk="1" latinLnBrk="0" hangingPunct="1">
              <a:lnSpc>
                <a:spcPct val="100000"/>
              </a:lnSpc>
              <a:spcBef>
                <a:spcPts val="800"/>
              </a:spcBef>
              <a:spcAft>
                <a:spcPts val="400"/>
              </a:spcAft>
              <a:buFont typeface="Arial" panose="020B0604020202020204" pitchFamily="34" charset="0"/>
              <a:buNone/>
              <a:defRPr sz="1400" kern="1200">
                <a:solidFill>
                  <a:schemeClr val="tx1"/>
                </a:solidFill>
                <a:latin typeface="+mn-lt"/>
                <a:ea typeface="+mn-ea"/>
                <a:cs typeface="+mn-cs"/>
              </a:defRPr>
            </a:lvl2pPr>
            <a:lvl3pPr marL="180975" indent="-180975" algn="l" defTabSz="914400" rtl="0" eaLnBrk="1" latinLnBrk="0" hangingPunct="1">
              <a:lnSpc>
                <a:spcPct val="100000"/>
              </a:lnSpc>
              <a:spcBef>
                <a:spcPts val="600"/>
              </a:spcBef>
              <a:buClr>
                <a:schemeClr val="bg2"/>
              </a:buClr>
              <a:buFont typeface="Arial" panose="020B0604020202020204" pitchFamily="34" charset="0"/>
              <a:buChar char="•"/>
              <a:defRPr sz="1400" kern="1200">
                <a:solidFill>
                  <a:schemeClr val="tx1"/>
                </a:solidFill>
                <a:latin typeface="+mn-lt"/>
                <a:ea typeface="+mn-ea"/>
                <a:cs typeface="+mn-cs"/>
              </a:defRPr>
            </a:lvl3pPr>
            <a:lvl4pPr marL="361950" indent="-180975" algn="l" defTabSz="914400" rtl="0" eaLnBrk="1" latinLnBrk="0" hangingPunct="1">
              <a:lnSpc>
                <a:spcPct val="100000"/>
              </a:lnSpc>
              <a:spcBef>
                <a:spcPts val="600"/>
              </a:spcBef>
              <a:buFont typeface="Arial" panose="020B0604020202020204" pitchFamily="34" charset="0"/>
              <a:buChar char="•"/>
              <a:defRPr sz="1200" kern="1200">
                <a:solidFill>
                  <a:schemeClr val="tx1"/>
                </a:solidFill>
                <a:latin typeface="+mn-lt"/>
                <a:ea typeface="+mn-ea"/>
                <a:cs typeface="+mn-cs"/>
              </a:defRPr>
            </a:lvl4pPr>
            <a:lvl5pPr marL="542925" indent="-180975" algn="l" defTabSz="914400" rtl="0" eaLnBrk="1" latinLnBrk="0" hangingPunct="1">
              <a:lnSpc>
                <a:spcPct val="100000"/>
              </a:lnSpc>
              <a:spcBef>
                <a:spcPts val="600"/>
              </a:spcBef>
              <a:buClr>
                <a:schemeClr val="tx1"/>
              </a:buClr>
              <a:buFont typeface="Trebuchet MS" panose="020B0603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noProof="0">
                <a:latin typeface="+mj-lt"/>
              </a:rPr>
              <a:t>MEASURE LSS11</a:t>
            </a:r>
          </a:p>
        </p:txBody>
      </p:sp>
      <p:sp>
        <p:nvSpPr>
          <p:cNvPr id="10" name="TextBox 9">
            <a:extLst>
              <a:ext uri="{FF2B5EF4-FFF2-40B4-BE49-F238E27FC236}">
                <a16:creationId xmlns:a16="http://schemas.microsoft.com/office/drawing/2014/main" id="{A33318BE-90E8-495B-BF0A-8517302D80E0}"/>
              </a:ext>
            </a:extLst>
          </p:cNvPr>
          <p:cNvSpPr txBox="1"/>
          <p:nvPr/>
        </p:nvSpPr>
        <p:spPr>
          <a:xfrm>
            <a:off x="530280" y="4800136"/>
            <a:ext cx="6097772" cy="584775"/>
          </a:xfrm>
          <a:prstGeom prst="rect">
            <a:avLst/>
          </a:prstGeom>
          <a:noFill/>
        </p:spPr>
        <p:txBody>
          <a:bodyPr wrap="square">
            <a:spAutoFit/>
          </a:bodyPr>
          <a:lstStyle/>
          <a:p>
            <a:r>
              <a:rPr lang="en-US" sz="3200" noProof="0">
                <a:solidFill>
                  <a:schemeClr val="accent5"/>
                </a:solidFill>
                <a:latin typeface="+mj-lt"/>
                <a:cs typeface="Arial" panose="020B0604020202020204" pitchFamily="34" charset="0"/>
              </a:rPr>
              <a:t>Selecting what to Measure</a:t>
            </a:r>
          </a:p>
        </p:txBody>
      </p:sp>
    </p:spTree>
    <p:extLst>
      <p:ext uri="{BB962C8B-B14F-4D97-AF65-F5344CB8AC3E}">
        <p14:creationId xmlns:p14="http://schemas.microsoft.com/office/powerpoint/2010/main" val="42927310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62DCD032-371A-404C-8706-E7650078E46A}"/>
              </a:ext>
            </a:extLst>
          </p:cNvPr>
          <p:cNvSpPr txBox="1">
            <a:spLocks/>
          </p:cNvSpPr>
          <p:nvPr/>
        </p:nvSpPr>
        <p:spPr>
          <a:xfrm>
            <a:off x="710381" y="275771"/>
            <a:ext cx="10783118" cy="1085172"/>
          </a:xfrm>
          <a:prstGeom prst="rect">
            <a:avLst/>
          </a:prstGeom>
        </p:spPr>
        <p:txBody>
          <a:bodyPr/>
          <a:lstStyle>
            <a:lvl1pPr algn="l" defTabSz="914400" rtl="0" eaLnBrk="1" latinLnBrk="0" hangingPunct="1">
              <a:lnSpc>
                <a:spcPct val="100000"/>
              </a:lnSpc>
              <a:spcBef>
                <a:spcPct val="0"/>
              </a:spcBef>
              <a:buNone/>
              <a:defRPr sz="2400" kern="1200">
                <a:solidFill>
                  <a:schemeClr val="tx1"/>
                </a:solidFill>
                <a:latin typeface="+mj-lt"/>
                <a:ea typeface="+mj-ea"/>
                <a:cs typeface="+mj-cs"/>
              </a:defRPr>
            </a:lvl1pPr>
          </a:lstStyle>
          <a:p>
            <a:r>
              <a:rPr lang="en-US" sz="3200" b="1" noProof="0">
                <a:solidFill>
                  <a:srgbClr val="FFC000"/>
                </a:solidFill>
                <a:cs typeface="Arial" panose="020B0604020202020204" pitchFamily="34" charset="0"/>
              </a:rPr>
              <a:t>The Measurement Process</a:t>
            </a:r>
          </a:p>
        </p:txBody>
      </p:sp>
      <p:graphicFrame>
        <p:nvGraphicFramePr>
          <p:cNvPr id="3" name="Content Placeholder 4">
            <a:extLst>
              <a:ext uri="{FF2B5EF4-FFF2-40B4-BE49-F238E27FC236}">
                <a16:creationId xmlns:a16="http://schemas.microsoft.com/office/drawing/2014/main" id="{2E9D9004-EBBD-4BE5-835C-A7AD606B20D0}"/>
              </a:ext>
            </a:extLst>
          </p:cNvPr>
          <p:cNvGraphicFramePr>
            <a:graphicFrameLocks/>
          </p:cNvGraphicFramePr>
          <p:nvPr>
            <p:extLst>
              <p:ext uri="{D42A27DB-BD31-4B8C-83A1-F6EECF244321}">
                <p14:modId xmlns:p14="http://schemas.microsoft.com/office/powerpoint/2010/main" val="1252302829"/>
              </p:ext>
            </p:extLst>
          </p:nvPr>
        </p:nvGraphicFramePr>
        <p:xfrm>
          <a:off x="441329" y="2589212"/>
          <a:ext cx="10899116" cy="16795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a:extLst>
              <a:ext uri="{FF2B5EF4-FFF2-40B4-BE49-F238E27FC236}">
                <a16:creationId xmlns:a16="http://schemas.microsoft.com/office/drawing/2014/main" id="{0BFF71C9-B567-6F65-702D-1112B12BFB15}"/>
              </a:ext>
            </a:extLst>
          </p:cNvPr>
          <p:cNvSpPr txBox="1"/>
          <p:nvPr/>
        </p:nvSpPr>
        <p:spPr>
          <a:xfrm>
            <a:off x="441329" y="1796212"/>
            <a:ext cx="11052170" cy="369332"/>
          </a:xfrm>
          <a:prstGeom prst="rect">
            <a:avLst/>
          </a:prstGeom>
          <a:noFill/>
        </p:spPr>
        <p:txBody>
          <a:bodyPr wrap="square">
            <a:spAutoFit/>
          </a:bodyPr>
          <a:lstStyle/>
          <a:p>
            <a:r>
              <a:rPr lang="en-GB">
                <a:solidFill>
                  <a:srgbClr val="002060"/>
                </a:solidFill>
                <a:latin typeface="+mj-lt"/>
              </a:rPr>
              <a:t>A structured approach to data collection ensures data is reliable, valid, and consistent.</a:t>
            </a:r>
            <a:endParaRPr lang="en-US">
              <a:solidFill>
                <a:srgbClr val="002060"/>
              </a:solidFill>
              <a:latin typeface="+mj-lt"/>
            </a:endParaRPr>
          </a:p>
        </p:txBody>
      </p:sp>
      <p:sp>
        <p:nvSpPr>
          <p:cNvPr id="6" name="Rectangle 5">
            <a:extLst>
              <a:ext uri="{FF2B5EF4-FFF2-40B4-BE49-F238E27FC236}">
                <a16:creationId xmlns:a16="http://schemas.microsoft.com/office/drawing/2014/main" id="{F3B9EDFA-A3C4-47E6-9A8C-1989424348E8}"/>
              </a:ext>
            </a:extLst>
          </p:cNvPr>
          <p:cNvSpPr/>
          <p:nvPr/>
        </p:nvSpPr>
        <p:spPr>
          <a:xfrm>
            <a:off x="496632" y="4069081"/>
            <a:ext cx="1733460" cy="1186249"/>
          </a:xfrm>
          <a:prstGeom prst="rect">
            <a:avLst/>
          </a:prstGeom>
          <a:solidFill>
            <a:schemeClr val="bg1"/>
          </a:solid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002060"/>
                </a:solidFill>
                <a:latin typeface="+mj-lt"/>
              </a:rPr>
              <a:t>Focus on what matters</a:t>
            </a:r>
          </a:p>
        </p:txBody>
      </p:sp>
      <p:sp>
        <p:nvSpPr>
          <p:cNvPr id="7" name="Rectangle 6">
            <a:extLst>
              <a:ext uri="{FF2B5EF4-FFF2-40B4-BE49-F238E27FC236}">
                <a16:creationId xmlns:a16="http://schemas.microsoft.com/office/drawing/2014/main" id="{19965660-DD07-C607-8735-1E383E3DEFAC}"/>
              </a:ext>
            </a:extLst>
          </p:cNvPr>
          <p:cNvSpPr/>
          <p:nvPr/>
        </p:nvSpPr>
        <p:spPr>
          <a:xfrm>
            <a:off x="2411095" y="4069080"/>
            <a:ext cx="1733460" cy="1186249"/>
          </a:xfrm>
          <a:prstGeom prst="rect">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002060"/>
                </a:solidFill>
                <a:latin typeface="+mj-lt"/>
              </a:rPr>
              <a:t>Ensure consistency</a:t>
            </a:r>
          </a:p>
        </p:txBody>
      </p:sp>
      <p:sp>
        <p:nvSpPr>
          <p:cNvPr id="8" name="Rectangle 7">
            <a:extLst>
              <a:ext uri="{FF2B5EF4-FFF2-40B4-BE49-F238E27FC236}">
                <a16:creationId xmlns:a16="http://schemas.microsoft.com/office/drawing/2014/main" id="{D7A1F32D-01E4-E916-9AC6-376E93B0BA61}"/>
              </a:ext>
            </a:extLst>
          </p:cNvPr>
          <p:cNvSpPr/>
          <p:nvPr/>
        </p:nvSpPr>
        <p:spPr>
          <a:xfrm>
            <a:off x="4380861" y="4069080"/>
            <a:ext cx="1733460" cy="1186249"/>
          </a:xfrm>
          <a:prstGeom prst="rect">
            <a:avLst/>
          </a:prstGeom>
          <a:solidFill>
            <a:schemeClr val="bg1"/>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solidFill>
                  <a:srgbClr val="002060"/>
                </a:solidFill>
                <a:latin typeface="+mj-lt"/>
              </a:rPr>
              <a:t>Know where data comes from</a:t>
            </a:r>
            <a:endParaRPr lang="en-US">
              <a:solidFill>
                <a:srgbClr val="002060"/>
              </a:solidFill>
              <a:latin typeface="+mj-lt"/>
            </a:endParaRPr>
          </a:p>
        </p:txBody>
      </p:sp>
      <p:sp>
        <p:nvSpPr>
          <p:cNvPr id="9" name="Rectangle 8">
            <a:extLst>
              <a:ext uri="{FF2B5EF4-FFF2-40B4-BE49-F238E27FC236}">
                <a16:creationId xmlns:a16="http://schemas.microsoft.com/office/drawing/2014/main" id="{BE82D48A-9007-AFF2-7724-F6012CBEA88E}"/>
              </a:ext>
            </a:extLst>
          </p:cNvPr>
          <p:cNvSpPr/>
          <p:nvPr/>
        </p:nvSpPr>
        <p:spPr>
          <a:xfrm>
            <a:off x="6474367" y="4069079"/>
            <a:ext cx="1733460" cy="1186249"/>
          </a:xfrm>
          <a:prstGeom prst="rect">
            <a:avLst/>
          </a:prstGeom>
          <a:solidFill>
            <a:schemeClr val="bg1"/>
          </a:solid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t"/>
            <a:r>
              <a:rPr lang="en-US">
                <a:solidFill>
                  <a:srgbClr val="002060"/>
                </a:solidFill>
                <a:latin typeface="+mj-lt"/>
              </a:rPr>
              <a:t>Ensure quality &amp; structure</a:t>
            </a:r>
          </a:p>
        </p:txBody>
      </p:sp>
      <p:sp>
        <p:nvSpPr>
          <p:cNvPr id="10" name="Rectangle 9">
            <a:extLst>
              <a:ext uri="{FF2B5EF4-FFF2-40B4-BE49-F238E27FC236}">
                <a16:creationId xmlns:a16="http://schemas.microsoft.com/office/drawing/2014/main" id="{D2FC8FD6-CC5B-6F4C-ABAA-73F9064FB17B}"/>
              </a:ext>
            </a:extLst>
          </p:cNvPr>
          <p:cNvSpPr/>
          <p:nvPr/>
        </p:nvSpPr>
        <p:spPr>
          <a:xfrm>
            <a:off x="8625136" y="4069078"/>
            <a:ext cx="1733460" cy="1186249"/>
          </a:xfrm>
          <a:prstGeom prst="rect">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t"/>
            <a:r>
              <a:rPr lang="en-US">
                <a:solidFill>
                  <a:srgbClr val="002060"/>
                </a:solidFill>
                <a:latin typeface="+mj-lt"/>
              </a:rPr>
              <a:t>Improve over time</a:t>
            </a:r>
          </a:p>
        </p:txBody>
      </p:sp>
      <p:sp>
        <p:nvSpPr>
          <p:cNvPr id="12" name="TextBox 11">
            <a:extLst>
              <a:ext uri="{FF2B5EF4-FFF2-40B4-BE49-F238E27FC236}">
                <a16:creationId xmlns:a16="http://schemas.microsoft.com/office/drawing/2014/main" id="{7DF4CC91-D5B0-7AA5-58DC-CDDD01DFB5B2}"/>
              </a:ext>
            </a:extLst>
          </p:cNvPr>
          <p:cNvSpPr txBox="1"/>
          <p:nvPr/>
        </p:nvSpPr>
        <p:spPr>
          <a:xfrm>
            <a:off x="3017622" y="5748655"/>
            <a:ext cx="5708822" cy="369332"/>
          </a:xfrm>
          <a:prstGeom prst="rect">
            <a:avLst/>
          </a:prstGeom>
          <a:solidFill>
            <a:schemeClr val="accent4"/>
          </a:solidFill>
        </p:spPr>
        <p:txBody>
          <a:bodyPr wrap="square">
            <a:spAutoFit/>
          </a:bodyPr>
          <a:lstStyle/>
          <a:p>
            <a:pPr algn="ctr"/>
            <a:r>
              <a:rPr lang="en-GB">
                <a:solidFill>
                  <a:schemeClr val="bg1"/>
                </a:solidFill>
                <a:latin typeface="+mj-lt"/>
              </a:rPr>
              <a:t>These are not just steps, they ensure data quality.</a:t>
            </a:r>
            <a:endParaRPr lang="en-US">
              <a:solidFill>
                <a:schemeClr val="bg1"/>
              </a:solidFill>
              <a:latin typeface="+mj-lt"/>
            </a:endParaRPr>
          </a:p>
        </p:txBody>
      </p:sp>
    </p:spTree>
    <p:extLst>
      <p:ext uri="{BB962C8B-B14F-4D97-AF65-F5344CB8AC3E}">
        <p14:creationId xmlns:p14="http://schemas.microsoft.com/office/powerpoint/2010/main" val="1996576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AsOne/>
      </p:bldGraphic>
      <p:bldP spid="6" grpId="0" animBg="1"/>
      <p:bldP spid="7" grpId="0" animBg="1"/>
      <p:bldP spid="8" grpId="0" animBg="1"/>
      <p:bldP spid="9" grpId="0" animBg="1"/>
      <p:bldP spid="10" grpId="0" animBg="1"/>
      <p:bldP spid="1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Rounded Corners 26">
            <a:extLst>
              <a:ext uri="{FF2B5EF4-FFF2-40B4-BE49-F238E27FC236}">
                <a16:creationId xmlns:a16="http://schemas.microsoft.com/office/drawing/2014/main" id="{FFD7A99B-7BFF-6438-708D-86E607B89E68}"/>
              </a:ext>
            </a:extLst>
          </p:cNvPr>
          <p:cNvSpPr/>
          <p:nvPr/>
        </p:nvSpPr>
        <p:spPr>
          <a:xfrm>
            <a:off x="6464880" y="3376975"/>
            <a:ext cx="4820194" cy="2571338"/>
          </a:xfrm>
          <a:prstGeom prst="roundRect">
            <a:avLst>
              <a:gd name="adj" fmla="val 11892"/>
            </a:avLst>
          </a:prstGeom>
          <a:solidFill>
            <a:schemeClr val="bg1"/>
          </a:solidFill>
          <a:ln w="38100">
            <a:solidFill>
              <a:srgbClr val="00AF7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GB" dirty="0">
              <a:solidFill>
                <a:srgbClr val="172859"/>
              </a:solidFill>
              <a:latin typeface="+mj-lt"/>
              <a:cs typeface="Arial" panose="020B0604020202020204" pitchFamily="34" charset="0"/>
            </a:endParaRPr>
          </a:p>
          <a:p>
            <a:pPr algn="ctr"/>
            <a:r>
              <a:rPr lang="en-GB" b="1" dirty="0">
                <a:solidFill>
                  <a:srgbClr val="172859"/>
                </a:solidFill>
                <a:latin typeface="+mj-lt"/>
                <a:cs typeface="Arial" panose="020B0604020202020204" pitchFamily="34" charset="0"/>
              </a:rPr>
              <a:t>Measurement of how well the process performs and uses resources.</a:t>
            </a:r>
          </a:p>
          <a:p>
            <a:pPr algn="ctr"/>
            <a:endParaRPr lang="en-GB" dirty="0">
              <a:solidFill>
                <a:srgbClr val="172859"/>
              </a:solidFill>
              <a:latin typeface="+mj-lt"/>
              <a:cs typeface="Arial" panose="020B0604020202020204" pitchFamily="34" charset="0"/>
            </a:endParaRPr>
          </a:p>
          <a:p>
            <a:r>
              <a:rPr lang="en-GB" dirty="0">
                <a:solidFill>
                  <a:srgbClr val="172859"/>
                </a:solidFill>
                <a:latin typeface="+mj-lt"/>
                <a:cs typeface="Arial" panose="020B0604020202020204" pitchFamily="34" charset="0"/>
              </a:rPr>
              <a:t>For example:</a:t>
            </a:r>
          </a:p>
          <a:p>
            <a:pPr marL="285750" indent="-285750">
              <a:buFont typeface="Arial" panose="020B0604020202020204" pitchFamily="34" charset="0"/>
              <a:buChar char="•"/>
            </a:pPr>
            <a:r>
              <a:rPr lang="en-GB" dirty="0">
                <a:solidFill>
                  <a:srgbClr val="172859"/>
                </a:solidFill>
                <a:latin typeface="+mj-lt"/>
                <a:cs typeface="Arial" panose="020B0604020202020204" pitchFamily="34" charset="0"/>
              </a:rPr>
              <a:t>Time and productivity</a:t>
            </a:r>
          </a:p>
          <a:p>
            <a:pPr marL="285750" indent="-285750">
              <a:buFont typeface="Arial" panose="020B0604020202020204" pitchFamily="34" charset="0"/>
              <a:buChar char="•"/>
            </a:pPr>
            <a:r>
              <a:rPr lang="en-GB" dirty="0">
                <a:solidFill>
                  <a:srgbClr val="172859"/>
                </a:solidFill>
                <a:latin typeface="+mj-lt"/>
                <a:cs typeface="Arial" panose="020B0604020202020204" pitchFamily="34" charset="0"/>
              </a:rPr>
              <a:t>Resource utilization</a:t>
            </a:r>
          </a:p>
          <a:p>
            <a:pPr marL="285750" indent="-285750">
              <a:buFont typeface="Arial" panose="020B0604020202020204" pitchFamily="34" charset="0"/>
              <a:buChar char="•"/>
            </a:pPr>
            <a:r>
              <a:rPr lang="en-GB" dirty="0">
                <a:solidFill>
                  <a:srgbClr val="172859"/>
                </a:solidFill>
                <a:latin typeface="+mj-lt"/>
                <a:cs typeface="Arial" panose="020B0604020202020204" pitchFamily="34" charset="0"/>
              </a:rPr>
              <a:t>Cost and waste</a:t>
            </a:r>
            <a:endParaRPr lang="en-US" dirty="0">
              <a:solidFill>
                <a:srgbClr val="172859"/>
              </a:solidFill>
              <a:latin typeface="+mj-lt"/>
              <a:cs typeface="Arial" panose="020B0604020202020204" pitchFamily="34" charset="0"/>
            </a:endParaRPr>
          </a:p>
        </p:txBody>
      </p:sp>
      <p:sp>
        <p:nvSpPr>
          <p:cNvPr id="15" name="TextBox 14">
            <a:extLst>
              <a:ext uri="{FF2B5EF4-FFF2-40B4-BE49-F238E27FC236}">
                <a16:creationId xmlns:a16="http://schemas.microsoft.com/office/drawing/2014/main" id="{56D962EB-59C8-5F07-1327-8749066B241B}"/>
              </a:ext>
            </a:extLst>
          </p:cNvPr>
          <p:cNvSpPr txBox="1"/>
          <p:nvPr/>
        </p:nvSpPr>
        <p:spPr>
          <a:xfrm>
            <a:off x="6430063" y="2597404"/>
            <a:ext cx="4855011" cy="919401"/>
          </a:xfrm>
          <a:prstGeom prst="roundRect">
            <a:avLst/>
          </a:prstGeom>
          <a:solidFill>
            <a:schemeClr val="accent3"/>
          </a:solidFill>
        </p:spPr>
        <p:txBody>
          <a:bodyPr wrap="square">
            <a:spAutoFit/>
          </a:bodyPr>
          <a:lstStyle/>
          <a:p>
            <a:pPr algn="ctr"/>
            <a:endParaRPr lang="en-US" b="1" noProof="0" dirty="0">
              <a:solidFill>
                <a:schemeClr val="bg1"/>
              </a:solidFill>
              <a:latin typeface="+mj-lt"/>
              <a:cs typeface="Arial" panose="020B0604020202020204" pitchFamily="34" charset="0"/>
            </a:endParaRPr>
          </a:p>
          <a:p>
            <a:pPr algn="ctr"/>
            <a:r>
              <a:rPr lang="en-US" sz="2800" b="1" noProof="0" dirty="0">
                <a:solidFill>
                  <a:schemeClr val="bg1"/>
                </a:solidFill>
                <a:latin typeface="+mj-lt"/>
                <a:cs typeface="Arial" panose="020B0604020202020204" pitchFamily="34" charset="0"/>
              </a:rPr>
              <a:t>Efficiency Measures </a:t>
            </a:r>
            <a:endParaRPr lang="en-US" sz="2800" noProof="0" dirty="0">
              <a:solidFill>
                <a:schemeClr val="bg1"/>
              </a:solidFill>
              <a:latin typeface="+mj-lt"/>
              <a:cs typeface="Arial" panose="020B0604020202020204" pitchFamily="34" charset="0"/>
            </a:endParaRPr>
          </a:p>
        </p:txBody>
      </p:sp>
      <p:sp>
        <p:nvSpPr>
          <p:cNvPr id="24" name="Rectangle: Rounded Corners 23">
            <a:extLst>
              <a:ext uri="{FF2B5EF4-FFF2-40B4-BE49-F238E27FC236}">
                <a16:creationId xmlns:a16="http://schemas.microsoft.com/office/drawing/2014/main" id="{71FC9213-108D-2CB9-BC9D-82275D5F1659}"/>
              </a:ext>
            </a:extLst>
          </p:cNvPr>
          <p:cNvSpPr/>
          <p:nvPr/>
        </p:nvSpPr>
        <p:spPr>
          <a:xfrm>
            <a:off x="809895" y="3376975"/>
            <a:ext cx="5014256" cy="2571338"/>
          </a:xfrm>
          <a:prstGeom prst="roundRect">
            <a:avLst>
              <a:gd name="adj" fmla="val 11892"/>
            </a:avLst>
          </a:prstGeom>
          <a:solidFill>
            <a:schemeClr val="bg1"/>
          </a:solid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GB">
              <a:solidFill>
                <a:srgbClr val="172859"/>
              </a:solidFill>
              <a:latin typeface="+mj-lt"/>
              <a:cs typeface="Arial" panose="020B0604020202020204" pitchFamily="34" charset="0"/>
            </a:endParaRPr>
          </a:p>
          <a:p>
            <a:pPr algn="ctr"/>
            <a:r>
              <a:rPr lang="en-GB" b="1">
                <a:solidFill>
                  <a:srgbClr val="002060"/>
                </a:solidFill>
                <a:latin typeface="+mj-lt"/>
                <a:cs typeface="Arial" panose="020B0604020202020204" pitchFamily="34" charset="0"/>
              </a:rPr>
              <a:t>Measurement of how well we meet customer needs and requirements.</a:t>
            </a:r>
          </a:p>
          <a:p>
            <a:endParaRPr lang="en-GB">
              <a:solidFill>
                <a:srgbClr val="172859"/>
              </a:solidFill>
              <a:latin typeface="+mj-lt"/>
              <a:cs typeface="Arial" panose="020B0604020202020204" pitchFamily="34" charset="0"/>
            </a:endParaRPr>
          </a:p>
          <a:p>
            <a:r>
              <a:rPr lang="en-GB">
                <a:solidFill>
                  <a:srgbClr val="172859"/>
                </a:solidFill>
                <a:latin typeface="+mj-lt"/>
                <a:cs typeface="Arial" panose="020B0604020202020204" pitchFamily="34" charset="0"/>
              </a:rPr>
              <a:t>For example: </a:t>
            </a:r>
          </a:p>
          <a:p>
            <a:pPr marL="285750" indent="-285750">
              <a:buFont typeface="Arial" panose="020B0604020202020204" pitchFamily="34" charset="0"/>
              <a:buChar char="•"/>
            </a:pPr>
            <a:r>
              <a:rPr lang="en-GB">
                <a:solidFill>
                  <a:srgbClr val="172859"/>
                </a:solidFill>
                <a:latin typeface="+mj-lt"/>
                <a:cs typeface="Arial" panose="020B0604020202020204" pitchFamily="34" charset="0"/>
              </a:rPr>
              <a:t>Quality of service</a:t>
            </a:r>
          </a:p>
          <a:p>
            <a:pPr marL="285750" indent="-285750">
              <a:buFont typeface="Arial" panose="020B0604020202020204" pitchFamily="34" charset="0"/>
              <a:buChar char="•"/>
            </a:pPr>
            <a:r>
              <a:rPr lang="en-GB">
                <a:solidFill>
                  <a:srgbClr val="172859"/>
                </a:solidFill>
                <a:latin typeface="+mj-lt"/>
                <a:cs typeface="Arial" panose="020B0604020202020204" pitchFamily="34" charset="0"/>
              </a:rPr>
              <a:t>Customer satisfaction</a:t>
            </a:r>
          </a:p>
          <a:p>
            <a:pPr marL="285750" indent="-285750">
              <a:buFont typeface="Arial" panose="020B0604020202020204" pitchFamily="34" charset="0"/>
              <a:buChar char="•"/>
            </a:pPr>
            <a:r>
              <a:rPr lang="en-GB">
                <a:solidFill>
                  <a:srgbClr val="172859"/>
                </a:solidFill>
                <a:latin typeface="+mj-lt"/>
                <a:cs typeface="Arial" panose="020B0604020202020204" pitchFamily="34" charset="0"/>
              </a:rPr>
              <a:t>First-time-right outcomes</a:t>
            </a:r>
            <a:endParaRPr lang="en-US">
              <a:solidFill>
                <a:srgbClr val="172859"/>
              </a:solidFill>
              <a:latin typeface="+mj-lt"/>
              <a:cs typeface="Arial" panose="020B0604020202020204" pitchFamily="34" charset="0"/>
            </a:endParaRPr>
          </a:p>
        </p:txBody>
      </p:sp>
      <p:sp>
        <p:nvSpPr>
          <p:cNvPr id="2" name="Title 3">
            <a:extLst>
              <a:ext uri="{FF2B5EF4-FFF2-40B4-BE49-F238E27FC236}">
                <a16:creationId xmlns:a16="http://schemas.microsoft.com/office/drawing/2014/main" id="{CC2A3001-5EAD-41C8-87A3-BF55BBE573DF}"/>
              </a:ext>
            </a:extLst>
          </p:cNvPr>
          <p:cNvSpPr txBox="1">
            <a:spLocks/>
          </p:cNvSpPr>
          <p:nvPr/>
        </p:nvSpPr>
        <p:spPr>
          <a:xfrm>
            <a:off x="809895" y="104619"/>
            <a:ext cx="9109178" cy="1085172"/>
          </a:xfrm>
          <a:prstGeom prst="rect">
            <a:avLst/>
          </a:prstGeom>
        </p:spPr>
        <p:txBody>
          <a:bodyPr>
            <a:normAutofit/>
          </a:bodyPr>
          <a:lstStyle>
            <a:lvl1pPr algn="l" defTabSz="914400" rtl="0" eaLnBrk="1" latinLnBrk="0" hangingPunct="1">
              <a:lnSpc>
                <a:spcPct val="100000"/>
              </a:lnSpc>
              <a:spcBef>
                <a:spcPct val="0"/>
              </a:spcBef>
              <a:buNone/>
              <a:defRPr sz="2400" kern="1200">
                <a:solidFill>
                  <a:schemeClr val="tx1"/>
                </a:solidFill>
                <a:latin typeface="+mj-lt"/>
                <a:ea typeface="+mj-ea"/>
                <a:cs typeface="+mj-cs"/>
              </a:defRPr>
            </a:lvl1pPr>
          </a:lstStyle>
          <a:p>
            <a:r>
              <a:rPr lang="en-GB" sz="3200" b="1" noProof="0">
                <a:solidFill>
                  <a:srgbClr val="FFC000"/>
                </a:solidFill>
                <a:cs typeface="Arial" panose="020B0604020202020204" pitchFamily="34" charset="0"/>
              </a:rPr>
              <a:t>Deciding What to Measure: Effectiveness vs Efficiency</a:t>
            </a:r>
            <a:endParaRPr lang="en-US" sz="3200" b="1" noProof="0">
              <a:solidFill>
                <a:srgbClr val="FFC000"/>
              </a:solidFill>
              <a:cs typeface="Arial" panose="020B0604020202020204" pitchFamily="34" charset="0"/>
            </a:endParaRPr>
          </a:p>
        </p:txBody>
      </p:sp>
      <p:sp>
        <p:nvSpPr>
          <p:cNvPr id="9" name="TextBox 8">
            <a:extLst>
              <a:ext uri="{FF2B5EF4-FFF2-40B4-BE49-F238E27FC236}">
                <a16:creationId xmlns:a16="http://schemas.microsoft.com/office/drawing/2014/main" id="{B3EC46FC-E9C8-E56A-67ED-9B53C1870216}"/>
              </a:ext>
            </a:extLst>
          </p:cNvPr>
          <p:cNvSpPr txBox="1"/>
          <p:nvPr/>
        </p:nvSpPr>
        <p:spPr>
          <a:xfrm>
            <a:off x="809895" y="1492588"/>
            <a:ext cx="11022445" cy="305853"/>
          </a:xfrm>
          <a:prstGeom prst="rect">
            <a:avLst/>
          </a:prstGeom>
          <a:noFill/>
        </p:spPr>
        <p:txBody>
          <a:bodyPr wrap="square">
            <a:spAutoFit/>
          </a:bodyPr>
          <a:lstStyle/>
          <a:p>
            <a:pPr fontAlgn="t">
              <a:lnSpc>
                <a:spcPts val="1500"/>
              </a:lnSpc>
              <a:buNone/>
            </a:pPr>
            <a:r>
              <a:rPr lang="en-US" b="0" i="0">
                <a:solidFill>
                  <a:srgbClr val="002060"/>
                </a:solidFill>
                <a:effectLst/>
                <a:latin typeface="+mj-lt"/>
              </a:rPr>
              <a:t>Once data is reliable and consistent, we must decide what matters most to measure.</a:t>
            </a:r>
          </a:p>
        </p:txBody>
      </p:sp>
      <p:sp>
        <p:nvSpPr>
          <p:cNvPr id="13" name="TextBox 12">
            <a:extLst>
              <a:ext uri="{FF2B5EF4-FFF2-40B4-BE49-F238E27FC236}">
                <a16:creationId xmlns:a16="http://schemas.microsoft.com/office/drawing/2014/main" id="{FF0C1CCE-7774-706C-B3E5-81BC2389BA9D}"/>
              </a:ext>
            </a:extLst>
          </p:cNvPr>
          <p:cNvSpPr txBox="1"/>
          <p:nvPr/>
        </p:nvSpPr>
        <p:spPr>
          <a:xfrm>
            <a:off x="809895" y="2603714"/>
            <a:ext cx="5049073" cy="919401"/>
          </a:xfrm>
          <a:prstGeom prst="roundRect">
            <a:avLst/>
          </a:prstGeom>
          <a:solidFill>
            <a:schemeClr val="tx2"/>
          </a:solidFill>
        </p:spPr>
        <p:txBody>
          <a:bodyPr wrap="square">
            <a:spAutoFit/>
          </a:bodyPr>
          <a:lstStyle/>
          <a:p>
            <a:pPr algn="ctr"/>
            <a:endParaRPr lang="en-US" b="1" noProof="0">
              <a:solidFill>
                <a:schemeClr val="bg1"/>
              </a:solidFill>
              <a:latin typeface="+mj-lt"/>
              <a:cs typeface="Arial" panose="020B0604020202020204" pitchFamily="34" charset="0"/>
            </a:endParaRPr>
          </a:p>
          <a:p>
            <a:pPr algn="ctr"/>
            <a:r>
              <a:rPr lang="en-US" sz="2800" b="1" noProof="0">
                <a:solidFill>
                  <a:schemeClr val="bg1"/>
                </a:solidFill>
                <a:latin typeface="+mj-lt"/>
                <a:cs typeface="Arial" panose="020B0604020202020204" pitchFamily="34" charset="0"/>
              </a:rPr>
              <a:t>Effectiveness Measures</a:t>
            </a:r>
          </a:p>
        </p:txBody>
      </p:sp>
      <p:sp>
        <p:nvSpPr>
          <p:cNvPr id="16" name="Rectangle: Rounded Corners 15">
            <a:extLst>
              <a:ext uri="{FF2B5EF4-FFF2-40B4-BE49-F238E27FC236}">
                <a16:creationId xmlns:a16="http://schemas.microsoft.com/office/drawing/2014/main" id="{95C06C71-D9B6-2DAC-9D1A-24FF9E5296DC}"/>
              </a:ext>
            </a:extLst>
          </p:cNvPr>
          <p:cNvSpPr/>
          <p:nvPr/>
        </p:nvSpPr>
        <p:spPr>
          <a:xfrm>
            <a:off x="880950" y="1998864"/>
            <a:ext cx="3438876" cy="51719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noProof="0" dirty="0">
                <a:latin typeface="+mj-lt"/>
              </a:rPr>
              <a:t>Focus: Voice of the Customer</a:t>
            </a:r>
          </a:p>
        </p:txBody>
      </p:sp>
      <p:sp>
        <p:nvSpPr>
          <p:cNvPr id="17" name="Rectangle: Rounded Corners 16">
            <a:extLst>
              <a:ext uri="{FF2B5EF4-FFF2-40B4-BE49-F238E27FC236}">
                <a16:creationId xmlns:a16="http://schemas.microsoft.com/office/drawing/2014/main" id="{103D1396-90E2-ABB1-38D5-820ADE09274E}"/>
              </a:ext>
            </a:extLst>
          </p:cNvPr>
          <p:cNvSpPr/>
          <p:nvPr/>
        </p:nvSpPr>
        <p:spPr>
          <a:xfrm>
            <a:off x="6485418" y="1998864"/>
            <a:ext cx="3501743" cy="517197"/>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noProof="0" dirty="0">
                <a:latin typeface="+mj-lt"/>
              </a:rPr>
              <a:t>Focus: Voice of Business &amp; Process</a:t>
            </a:r>
          </a:p>
        </p:txBody>
      </p:sp>
      <p:grpSp>
        <p:nvGrpSpPr>
          <p:cNvPr id="10" name="Group 9">
            <a:extLst>
              <a:ext uri="{FF2B5EF4-FFF2-40B4-BE49-F238E27FC236}">
                <a16:creationId xmlns:a16="http://schemas.microsoft.com/office/drawing/2014/main" id="{EA5328FA-C249-7EA6-2C60-F6485AFA0680}"/>
              </a:ext>
            </a:extLst>
          </p:cNvPr>
          <p:cNvGrpSpPr/>
          <p:nvPr/>
        </p:nvGrpSpPr>
        <p:grpSpPr>
          <a:xfrm>
            <a:off x="10142235" y="1812760"/>
            <a:ext cx="1168815" cy="1132849"/>
            <a:chOff x="8072135" y="1762824"/>
            <a:chExt cx="1800000" cy="1800000"/>
          </a:xfrm>
        </p:grpSpPr>
        <p:sp>
          <p:nvSpPr>
            <p:cNvPr id="23" name="Flowchart: Connector 22">
              <a:extLst>
                <a:ext uri="{FF2B5EF4-FFF2-40B4-BE49-F238E27FC236}">
                  <a16:creationId xmlns:a16="http://schemas.microsoft.com/office/drawing/2014/main" id="{E3949427-D06A-4358-EBD3-F336BD816EA8}"/>
                </a:ext>
              </a:extLst>
            </p:cNvPr>
            <p:cNvSpPr/>
            <p:nvPr/>
          </p:nvSpPr>
          <p:spPr>
            <a:xfrm>
              <a:off x="8072135" y="1762824"/>
              <a:ext cx="1800000" cy="1800000"/>
            </a:xfrm>
            <a:prstGeom prst="flowChartConnector">
              <a:avLst/>
            </a:prstGeom>
            <a:solidFill>
              <a:schemeClr val="bg1"/>
            </a:solidFill>
            <a:ln w="76200">
              <a:solidFill>
                <a:srgbClr val="00AF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mj-lt"/>
              </a:endParaRPr>
            </a:p>
          </p:txBody>
        </p:sp>
        <p:pic>
          <p:nvPicPr>
            <p:cNvPr id="6" name="Graphic 5" descr="Stopwatch 33% with solid fill">
              <a:extLst>
                <a:ext uri="{FF2B5EF4-FFF2-40B4-BE49-F238E27FC236}">
                  <a16:creationId xmlns:a16="http://schemas.microsoft.com/office/drawing/2014/main" id="{C8856F75-7623-C468-5137-F3753FE34AB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310137" y="1960491"/>
              <a:ext cx="919817" cy="919817"/>
            </a:xfrm>
            <a:prstGeom prst="rect">
              <a:avLst/>
            </a:prstGeom>
          </p:spPr>
        </p:pic>
        <p:pic>
          <p:nvPicPr>
            <p:cNvPr id="14" name="Graphic 13" descr="Gears with solid fill">
              <a:extLst>
                <a:ext uri="{FF2B5EF4-FFF2-40B4-BE49-F238E27FC236}">
                  <a16:creationId xmlns:a16="http://schemas.microsoft.com/office/drawing/2014/main" id="{2A68D3D9-AF7F-1D18-0C3E-8BE05702C71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587774" y="2191047"/>
              <a:ext cx="1284361" cy="1284361"/>
            </a:xfrm>
            <a:prstGeom prst="rect">
              <a:avLst/>
            </a:prstGeom>
          </p:spPr>
        </p:pic>
      </p:grpSp>
      <p:grpSp>
        <p:nvGrpSpPr>
          <p:cNvPr id="8" name="Group 7">
            <a:extLst>
              <a:ext uri="{FF2B5EF4-FFF2-40B4-BE49-F238E27FC236}">
                <a16:creationId xmlns:a16="http://schemas.microsoft.com/office/drawing/2014/main" id="{7AB75D3B-E05C-E988-9F36-CB821BDA544D}"/>
              </a:ext>
            </a:extLst>
          </p:cNvPr>
          <p:cNvGrpSpPr/>
          <p:nvPr/>
        </p:nvGrpSpPr>
        <p:grpSpPr>
          <a:xfrm>
            <a:off x="4724970" y="1869972"/>
            <a:ext cx="1168815" cy="1231813"/>
            <a:chOff x="2555207" y="1837734"/>
            <a:chExt cx="1800000" cy="1957245"/>
          </a:xfrm>
        </p:grpSpPr>
        <p:sp>
          <p:nvSpPr>
            <p:cNvPr id="20" name="Flowchart: Connector 19">
              <a:extLst>
                <a:ext uri="{FF2B5EF4-FFF2-40B4-BE49-F238E27FC236}">
                  <a16:creationId xmlns:a16="http://schemas.microsoft.com/office/drawing/2014/main" id="{F48A43F3-7426-A547-DE8F-EF6D4F146966}"/>
                </a:ext>
              </a:extLst>
            </p:cNvPr>
            <p:cNvSpPr/>
            <p:nvPr/>
          </p:nvSpPr>
          <p:spPr>
            <a:xfrm>
              <a:off x="2555207" y="1837734"/>
              <a:ext cx="1800000" cy="1800000"/>
            </a:xfrm>
            <a:prstGeom prst="flowChartConnector">
              <a:avLst/>
            </a:prstGeom>
            <a:solidFill>
              <a:schemeClr val="bg1"/>
            </a:solid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mj-lt"/>
              </a:endParaRPr>
            </a:p>
          </p:txBody>
        </p:sp>
        <p:pic>
          <p:nvPicPr>
            <p:cNvPr id="4" name="Graphic 3" descr="Rating Star with solid fill">
              <a:extLst>
                <a:ext uri="{FF2B5EF4-FFF2-40B4-BE49-F238E27FC236}">
                  <a16:creationId xmlns:a16="http://schemas.microsoft.com/office/drawing/2014/main" id="{71AB3CF3-C587-123C-0435-DFB8E195B75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829794" y="2540012"/>
              <a:ext cx="1254967" cy="1254967"/>
            </a:xfrm>
            <a:prstGeom prst="rect">
              <a:avLst/>
            </a:prstGeom>
          </p:spPr>
        </p:pic>
        <p:pic>
          <p:nvPicPr>
            <p:cNvPr id="22" name="Graphic 21" descr="Customer review with solid fill">
              <a:extLst>
                <a:ext uri="{FF2B5EF4-FFF2-40B4-BE49-F238E27FC236}">
                  <a16:creationId xmlns:a16="http://schemas.microsoft.com/office/drawing/2014/main" id="{638C9174-8423-709B-EDCF-91AB1089CE2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987445" y="1977819"/>
              <a:ext cx="914400" cy="914400"/>
            </a:xfrm>
            <a:prstGeom prst="rect">
              <a:avLst/>
            </a:prstGeom>
          </p:spPr>
        </p:pic>
      </p:grpSp>
      <p:sp>
        <p:nvSpPr>
          <p:cNvPr id="7" name="TextBox 6">
            <a:extLst>
              <a:ext uri="{FF2B5EF4-FFF2-40B4-BE49-F238E27FC236}">
                <a16:creationId xmlns:a16="http://schemas.microsoft.com/office/drawing/2014/main" id="{59180E66-B4EE-35E4-77BD-6903A733FF99}"/>
              </a:ext>
            </a:extLst>
          </p:cNvPr>
          <p:cNvSpPr txBox="1"/>
          <p:nvPr/>
        </p:nvSpPr>
        <p:spPr>
          <a:xfrm>
            <a:off x="809895" y="6269099"/>
            <a:ext cx="9667166" cy="305853"/>
          </a:xfrm>
          <a:prstGeom prst="rect">
            <a:avLst/>
          </a:prstGeom>
          <a:solidFill>
            <a:schemeClr val="accent5"/>
          </a:solidFill>
        </p:spPr>
        <p:txBody>
          <a:bodyPr wrap="square" anchor="ctr">
            <a:spAutoFit/>
          </a:bodyPr>
          <a:lstStyle/>
          <a:p>
            <a:pPr fontAlgn="t">
              <a:lnSpc>
                <a:spcPts val="1500"/>
              </a:lnSpc>
              <a:buNone/>
            </a:pPr>
            <a:r>
              <a:rPr lang="en-US" b="1" i="0" dirty="0">
                <a:solidFill>
                  <a:schemeClr val="bg1"/>
                </a:solidFill>
                <a:effectLst/>
                <a:latin typeface="+mj-lt"/>
              </a:rPr>
              <a:t>Key Takeaway: </a:t>
            </a:r>
            <a:r>
              <a:rPr lang="en-US" b="0" i="0" dirty="0">
                <a:solidFill>
                  <a:schemeClr val="bg1"/>
                </a:solidFill>
                <a:effectLst/>
                <a:latin typeface="+mj-lt"/>
              </a:rPr>
              <a:t>The best measures balance customer outcomes and process performance.</a:t>
            </a:r>
          </a:p>
        </p:txBody>
      </p:sp>
    </p:spTree>
    <p:extLst>
      <p:ext uri="{BB962C8B-B14F-4D97-AF65-F5344CB8AC3E}">
        <p14:creationId xmlns:p14="http://schemas.microsoft.com/office/powerpoint/2010/main" val="3391802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15" grpId="0" animBg="1"/>
      <p:bldP spid="24" grpId="0" animBg="1"/>
      <p:bldP spid="13" grpId="0" animBg="1"/>
      <p:bldP spid="16" grpId="0" animBg="1"/>
      <p:bldP spid="17" grpId="0" animBg="1"/>
      <p:bldP spid="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36C85637-8C13-40E0-8F9A-227FA6BC95A4}"/>
              </a:ext>
            </a:extLst>
          </p:cNvPr>
          <p:cNvSpPr txBox="1">
            <a:spLocks/>
          </p:cNvSpPr>
          <p:nvPr/>
        </p:nvSpPr>
        <p:spPr>
          <a:xfrm>
            <a:off x="710381" y="275771"/>
            <a:ext cx="10783118" cy="1085172"/>
          </a:xfrm>
          <a:prstGeom prst="rect">
            <a:avLst/>
          </a:prstGeom>
        </p:spPr>
        <p:txBody>
          <a:bodyPr>
            <a:normAutofit/>
          </a:bodyPr>
          <a:lstStyle>
            <a:lvl1pPr algn="l" defTabSz="914400" rtl="0" eaLnBrk="1" latinLnBrk="0" hangingPunct="1">
              <a:lnSpc>
                <a:spcPct val="100000"/>
              </a:lnSpc>
              <a:spcBef>
                <a:spcPct val="0"/>
              </a:spcBef>
              <a:buNone/>
              <a:defRPr sz="2400" kern="1200">
                <a:solidFill>
                  <a:schemeClr val="tx1"/>
                </a:solidFill>
                <a:latin typeface="+mj-lt"/>
                <a:ea typeface="+mj-ea"/>
                <a:cs typeface="+mj-cs"/>
              </a:defRPr>
            </a:lvl1pPr>
          </a:lstStyle>
          <a:p>
            <a:r>
              <a:rPr lang="en-US" sz="3200" b="1" noProof="0">
                <a:solidFill>
                  <a:srgbClr val="FFC000"/>
                </a:solidFill>
                <a:cs typeface="Arial" panose="020B0604020202020204" pitchFamily="34" charset="0"/>
              </a:rPr>
              <a:t>Question</a:t>
            </a:r>
          </a:p>
        </p:txBody>
      </p:sp>
      <p:sp>
        <p:nvSpPr>
          <p:cNvPr id="3" name="Content Placeholder 1">
            <a:extLst>
              <a:ext uri="{FF2B5EF4-FFF2-40B4-BE49-F238E27FC236}">
                <a16:creationId xmlns:a16="http://schemas.microsoft.com/office/drawing/2014/main" id="{4360ED1A-9C35-449B-B3C8-6A7D3E5150DF}"/>
              </a:ext>
            </a:extLst>
          </p:cNvPr>
          <p:cNvSpPr txBox="1">
            <a:spLocks/>
          </p:cNvSpPr>
          <p:nvPr/>
        </p:nvSpPr>
        <p:spPr>
          <a:xfrm>
            <a:off x="1734951" y="2475693"/>
            <a:ext cx="8722098" cy="4175125"/>
          </a:xfrm>
          <a:prstGeom prst="rect">
            <a:avLst/>
          </a:prstGeom>
        </p:spPr>
        <p:txBody>
          <a:bodyPr/>
          <a:lstStyle>
            <a:lvl1pPr marL="0" indent="0" algn="l" defTabSz="914400" rtl="0" eaLnBrk="1" latinLnBrk="0" hangingPunct="1">
              <a:lnSpc>
                <a:spcPct val="100000"/>
              </a:lnSpc>
              <a:spcBef>
                <a:spcPts val="1000"/>
              </a:spcBef>
              <a:buFont typeface="Arial" panose="020B0604020202020204" pitchFamily="34" charset="0"/>
              <a:buNone/>
              <a:defRPr sz="1600" b="1" kern="1200">
                <a:solidFill>
                  <a:schemeClr val="bg2"/>
                </a:solidFill>
                <a:latin typeface="+mn-lt"/>
                <a:ea typeface="+mn-ea"/>
                <a:cs typeface="+mn-cs"/>
              </a:defRPr>
            </a:lvl1pPr>
            <a:lvl2pPr marL="0" indent="0" algn="l" defTabSz="914400" rtl="0" eaLnBrk="1" latinLnBrk="0" hangingPunct="1">
              <a:lnSpc>
                <a:spcPct val="100000"/>
              </a:lnSpc>
              <a:spcBef>
                <a:spcPts val="800"/>
              </a:spcBef>
              <a:spcAft>
                <a:spcPts val="400"/>
              </a:spcAft>
              <a:buFont typeface="Arial" panose="020B0604020202020204" pitchFamily="34" charset="0"/>
              <a:buNone/>
              <a:defRPr sz="1400" kern="1200">
                <a:solidFill>
                  <a:schemeClr val="tx1"/>
                </a:solidFill>
                <a:latin typeface="+mn-lt"/>
                <a:ea typeface="+mn-ea"/>
                <a:cs typeface="+mn-cs"/>
              </a:defRPr>
            </a:lvl2pPr>
            <a:lvl3pPr marL="180975" indent="-180975" algn="l" defTabSz="914400" rtl="0" eaLnBrk="1" latinLnBrk="0" hangingPunct="1">
              <a:lnSpc>
                <a:spcPct val="100000"/>
              </a:lnSpc>
              <a:spcBef>
                <a:spcPts val="600"/>
              </a:spcBef>
              <a:buClr>
                <a:schemeClr val="bg2"/>
              </a:buClr>
              <a:buFont typeface="Arial" panose="020B0604020202020204" pitchFamily="34" charset="0"/>
              <a:buChar char="•"/>
              <a:defRPr sz="1400" kern="1200">
                <a:solidFill>
                  <a:schemeClr val="tx1"/>
                </a:solidFill>
                <a:latin typeface="+mn-lt"/>
                <a:ea typeface="+mn-ea"/>
                <a:cs typeface="+mn-cs"/>
              </a:defRPr>
            </a:lvl3pPr>
            <a:lvl4pPr marL="361950" indent="-180975" algn="l" defTabSz="914400" rtl="0" eaLnBrk="1" latinLnBrk="0" hangingPunct="1">
              <a:lnSpc>
                <a:spcPct val="100000"/>
              </a:lnSpc>
              <a:spcBef>
                <a:spcPts val="600"/>
              </a:spcBef>
              <a:buFont typeface="Arial" panose="020B0604020202020204" pitchFamily="34" charset="0"/>
              <a:buChar char="•"/>
              <a:defRPr sz="1200" kern="1200">
                <a:solidFill>
                  <a:schemeClr val="tx1"/>
                </a:solidFill>
                <a:latin typeface="+mn-lt"/>
                <a:ea typeface="+mn-ea"/>
                <a:cs typeface="+mn-cs"/>
              </a:defRPr>
            </a:lvl4pPr>
            <a:lvl5pPr marL="542925" indent="-180975" algn="l" defTabSz="914400" rtl="0" eaLnBrk="1" latinLnBrk="0" hangingPunct="1">
              <a:lnSpc>
                <a:spcPct val="100000"/>
              </a:lnSpc>
              <a:spcBef>
                <a:spcPts val="600"/>
              </a:spcBef>
              <a:buClr>
                <a:schemeClr val="tx1"/>
              </a:buClr>
              <a:buFont typeface="Trebuchet MS" panose="020B0603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3200" noProof="0">
                <a:solidFill>
                  <a:schemeClr val="accent4"/>
                </a:solidFill>
                <a:latin typeface="+mj-lt"/>
                <a:cs typeface="Arial" panose="020B0604020202020204" pitchFamily="34" charset="0"/>
              </a:rPr>
              <a:t>Which of the two methods do you think should really take priority?</a:t>
            </a:r>
          </a:p>
          <a:p>
            <a:endParaRPr lang="en-US" sz="900" noProof="0">
              <a:solidFill>
                <a:schemeClr val="accent4"/>
              </a:solidFill>
              <a:latin typeface="+mj-lt"/>
              <a:cs typeface="Arial" panose="020B0604020202020204" pitchFamily="34" charset="0"/>
            </a:endParaRPr>
          </a:p>
          <a:p>
            <a:pPr algn="ctr"/>
            <a:r>
              <a:rPr lang="en-US" sz="3200" noProof="0">
                <a:solidFill>
                  <a:schemeClr val="accent4"/>
                </a:solidFill>
                <a:latin typeface="+mj-lt"/>
                <a:cs typeface="Arial" panose="020B0604020202020204" pitchFamily="34" charset="0"/>
              </a:rPr>
              <a:t>EFFICIENCY OR EFFECTIVENESS</a:t>
            </a:r>
          </a:p>
          <a:p>
            <a:endParaRPr lang="en-US" sz="2400" noProof="0">
              <a:solidFill>
                <a:schemeClr val="accent4"/>
              </a:solidFill>
              <a:latin typeface="+mj-lt"/>
              <a:cs typeface="Arial" panose="020B0604020202020204" pitchFamily="34" charset="0"/>
            </a:endParaRPr>
          </a:p>
          <a:p>
            <a:endParaRPr lang="en-US" sz="1400" noProof="0">
              <a:solidFill>
                <a:schemeClr val="accent4"/>
              </a:solidFill>
              <a:latin typeface="+mj-lt"/>
              <a:cs typeface="Arial" panose="020B0604020202020204" pitchFamily="34" charset="0"/>
            </a:endParaRPr>
          </a:p>
        </p:txBody>
      </p:sp>
      <p:sp>
        <p:nvSpPr>
          <p:cNvPr id="4" name="Rectangle: Rounded Corners 3">
            <a:extLst>
              <a:ext uri="{FF2B5EF4-FFF2-40B4-BE49-F238E27FC236}">
                <a16:creationId xmlns:a16="http://schemas.microsoft.com/office/drawing/2014/main" id="{26FA2665-BF70-48EC-914B-19D8482A0EEB}"/>
              </a:ext>
            </a:extLst>
          </p:cNvPr>
          <p:cNvSpPr/>
          <p:nvPr/>
        </p:nvSpPr>
        <p:spPr>
          <a:xfrm>
            <a:off x="1635644" y="4933950"/>
            <a:ext cx="8920712" cy="1716868"/>
          </a:xfrm>
          <a:prstGeom prst="roundRect">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noProof="0">
                <a:latin typeface="+mj-lt"/>
                <a:cs typeface="Arial" panose="020B0604020202020204" pitchFamily="34" charset="0"/>
              </a:rPr>
              <a:t>Effectiveness</a:t>
            </a:r>
            <a:r>
              <a:rPr lang="en-US" sz="1600" noProof="0">
                <a:latin typeface="+mj-lt"/>
                <a:cs typeface="Arial" panose="020B0604020202020204" pitchFamily="34" charset="0"/>
              </a:rPr>
              <a:t> </a:t>
            </a:r>
          </a:p>
          <a:p>
            <a:pPr algn="ctr"/>
            <a:endParaRPr lang="en-US" sz="1600" noProof="0">
              <a:latin typeface="+mj-lt"/>
              <a:cs typeface="Arial" panose="020B0604020202020204" pitchFamily="34" charset="0"/>
            </a:endParaRPr>
          </a:p>
          <a:p>
            <a:pPr algn="ctr"/>
            <a:r>
              <a:rPr lang="en-US" noProof="0">
                <a:latin typeface="+mj-lt"/>
                <a:cs typeface="Arial" panose="020B0604020202020204" pitchFamily="34" charset="0"/>
              </a:rPr>
              <a:t>There is no point making things faster if it means rework or poor-quality outputs and that have not met our customer needs.</a:t>
            </a:r>
          </a:p>
        </p:txBody>
      </p:sp>
      <p:pic>
        <p:nvPicPr>
          <p:cNvPr id="5" name="Graphic 4" descr="Thought bubble with solid fill">
            <a:extLst>
              <a:ext uri="{FF2B5EF4-FFF2-40B4-BE49-F238E27FC236}">
                <a16:creationId xmlns:a16="http://schemas.microsoft.com/office/drawing/2014/main" id="{67903274-376F-D980-BA5A-F53AA52A93C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106680" y="1233615"/>
            <a:ext cx="2038350" cy="2038350"/>
          </a:xfrm>
          <a:prstGeom prst="rect">
            <a:avLst/>
          </a:prstGeom>
        </p:spPr>
      </p:pic>
      <p:pic>
        <p:nvPicPr>
          <p:cNvPr id="6" name="Graphic 5" descr="Thought bubble with solid fill">
            <a:extLst>
              <a:ext uri="{FF2B5EF4-FFF2-40B4-BE49-F238E27FC236}">
                <a16:creationId xmlns:a16="http://schemas.microsoft.com/office/drawing/2014/main" id="{F0A9F3FD-54D9-9C91-C2D3-DCC50D9FFC7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260330" y="1222855"/>
            <a:ext cx="2038350" cy="2038350"/>
          </a:xfrm>
          <a:prstGeom prst="rect">
            <a:avLst/>
          </a:prstGeom>
        </p:spPr>
      </p:pic>
    </p:spTree>
    <p:extLst>
      <p:ext uri="{BB962C8B-B14F-4D97-AF65-F5344CB8AC3E}">
        <p14:creationId xmlns:p14="http://schemas.microsoft.com/office/powerpoint/2010/main" val="3587072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5"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2000"/>
                                        <p:tgtEl>
                                          <p:spTgt spid="4"/>
                                        </p:tgtEl>
                                      </p:cBhvr>
                                    </p:animEffect>
                                    <p:anim calcmode="lin" valueType="num">
                                      <p:cBhvr>
                                        <p:cTn id="12" dur="2000" fill="hold"/>
                                        <p:tgtEl>
                                          <p:spTgt spid="4"/>
                                        </p:tgtEl>
                                        <p:attrNameLst>
                                          <p:attrName>ppt_w</p:attrName>
                                        </p:attrNameLst>
                                      </p:cBhvr>
                                      <p:tavLst>
                                        <p:tav tm="0" fmla="#ppt_w*sin(2.5*pi*$)">
                                          <p:val>
                                            <p:fltVal val="0"/>
                                          </p:val>
                                        </p:tav>
                                        <p:tav tm="100000">
                                          <p:val>
                                            <p:fltVal val="1"/>
                                          </p:val>
                                        </p:tav>
                                      </p:tavLst>
                                    </p:anim>
                                    <p:anim calcmode="lin" valueType="num">
                                      <p:cBhvr>
                                        <p:cTn id="13" dur="20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8D3A1520-3560-7247-8EF4-BDA54252B5C8}"/>
              </a:ext>
            </a:extLst>
          </p:cNvPr>
          <p:cNvSpPr>
            <a:spLocks noGrp="1"/>
          </p:cNvSpPr>
          <p:nvPr>
            <p:ph type="body" sz="quarter" idx="12"/>
          </p:nvPr>
        </p:nvSpPr>
        <p:spPr>
          <a:xfrm>
            <a:off x="530280" y="3505200"/>
            <a:ext cx="914400" cy="492443"/>
          </a:xfrm>
        </p:spPr>
        <p:txBody>
          <a:bodyPr/>
          <a:lstStyle/>
          <a:p>
            <a:r>
              <a:rPr lang="en-US" sz="3200" noProof="0">
                <a:latin typeface="+mj-lt"/>
              </a:rPr>
              <a:t>03</a:t>
            </a:r>
          </a:p>
        </p:txBody>
      </p:sp>
      <p:sp>
        <p:nvSpPr>
          <p:cNvPr id="8" name="Text Placeholder 10">
            <a:extLst>
              <a:ext uri="{FF2B5EF4-FFF2-40B4-BE49-F238E27FC236}">
                <a16:creationId xmlns:a16="http://schemas.microsoft.com/office/drawing/2014/main" id="{9DCFBE6E-9A5F-431B-9E19-E69BAF936E44}"/>
              </a:ext>
            </a:extLst>
          </p:cNvPr>
          <p:cNvSpPr txBox="1">
            <a:spLocks/>
          </p:cNvSpPr>
          <p:nvPr/>
        </p:nvSpPr>
        <p:spPr>
          <a:xfrm>
            <a:off x="530280" y="4323356"/>
            <a:ext cx="5805974" cy="1322892"/>
          </a:xfrm>
          <a:prstGeom prst="rect">
            <a:avLst/>
          </a:prstGeom>
        </p:spPr>
        <p:txBody>
          <a:bodyPr>
            <a:noAutofit/>
          </a:bodyPr>
          <a:lstStyle>
            <a:lvl1pPr marL="0" indent="0" algn="l" defTabSz="914400" rtl="0" eaLnBrk="1" latinLnBrk="0" hangingPunct="1">
              <a:lnSpc>
                <a:spcPct val="100000"/>
              </a:lnSpc>
              <a:spcBef>
                <a:spcPts val="1000"/>
              </a:spcBef>
              <a:buFont typeface="Arial" panose="020B0604020202020204" pitchFamily="34" charset="0"/>
              <a:buNone/>
              <a:defRPr sz="1600" b="1" kern="1200">
                <a:solidFill>
                  <a:schemeClr val="bg2"/>
                </a:solidFill>
                <a:latin typeface="+mn-lt"/>
                <a:ea typeface="+mn-ea"/>
                <a:cs typeface="+mn-cs"/>
              </a:defRPr>
            </a:lvl1pPr>
            <a:lvl2pPr marL="0" indent="0" algn="l" defTabSz="914400" rtl="0" eaLnBrk="1" latinLnBrk="0" hangingPunct="1">
              <a:lnSpc>
                <a:spcPct val="100000"/>
              </a:lnSpc>
              <a:spcBef>
                <a:spcPts val="800"/>
              </a:spcBef>
              <a:spcAft>
                <a:spcPts val="400"/>
              </a:spcAft>
              <a:buFont typeface="Arial" panose="020B0604020202020204" pitchFamily="34" charset="0"/>
              <a:buNone/>
              <a:defRPr sz="1400" kern="1200">
                <a:solidFill>
                  <a:schemeClr val="tx1"/>
                </a:solidFill>
                <a:latin typeface="+mn-lt"/>
                <a:ea typeface="+mn-ea"/>
                <a:cs typeface="+mn-cs"/>
              </a:defRPr>
            </a:lvl2pPr>
            <a:lvl3pPr marL="180975" indent="-180975" algn="l" defTabSz="914400" rtl="0" eaLnBrk="1" latinLnBrk="0" hangingPunct="1">
              <a:lnSpc>
                <a:spcPct val="100000"/>
              </a:lnSpc>
              <a:spcBef>
                <a:spcPts val="600"/>
              </a:spcBef>
              <a:buClr>
                <a:schemeClr val="bg2"/>
              </a:buClr>
              <a:buFont typeface="Arial" panose="020B0604020202020204" pitchFamily="34" charset="0"/>
              <a:buChar char="•"/>
              <a:defRPr sz="1400" kern="1200">
                <a:solidFill>
                  <a:schemeClr val="tx1"/>
                </a:solidFill>
                <a:latin typeface="+mn-lt"/>
                <a:ea typeface="+mn-ea"/>
                <a:cs typeface="+mn-cs"/>
              </a:defRPr>
            </a:lvl3pPr>
            <a:lvl4pPr marL="361950" indent="-180975" algn="l" defTabSz="914400" rtl="0" eaLnBrk="1" latinLnBrk="0" hangingPunct="1">
              <a:lnSpc>
                <a:spcPct val="100000"/>
              </a:lnSpc>
              <a:spcBef>
                <a:spcPts val="600"/>
              </a:spcBef>
              <a:buFont typeface="Arial" panose="020B0604020202020204" pitchFamily="34" charset="0"/>
              <a:buChar char="•"/>
              <a:defRPr sz="1200" kern="1200">
                <a:solidFill>
                  <a:schemeClr val="tx1"/>
                </a:solidFill>
                <a:latin typeface="+mn-lt"/>
                <a:ea typeface="+mn-ea"/>
                <a:cs typeface="+mn-cs"/>
              </a:defRPr>
            </a:lvl4pPr>
            <a:lvl5pPr marL="542925" indent="-180975" algn="l" defTabSz="914400" rtl="0" eaLnBrk="1" latinLnBrk="0" hangingPunct="1">
              <a:lnSpc>
                <a:spcPct val="100000"/>
              </a:lnSpc>
              <a:spcBef>
                <a:spcPts val="600"/>
              </a:spcBef>
              <a:buClr>
                <a:schemeClr val="tx1"/>
              </a:buClr>
              <a:buFont typeface="Trebuchet MS" panose="020B0603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3600" b="0" noProof="0">
              <a:solidFill>
                <a:srgbClr val="FFFFFF"/>
              </a:solidFill>
              <a:latin typeface="+mj-lt"/>
              <a:cs typeface="Arial" panose="020B0604020202020204" pitchFamily="34" charset="0"/>
            </a:endParaRPr>
          </a:p>
        </p:txBody>
      </p:sp>
      <p:sp>
        <p:nvSpPr>
          <p:cNvPr id="9" name="Text Placeholder 5">
            <a:extLst>
              <a:ext uri="{FF2B5EF4-FFF2-40B4-BE49-F238E27FC236}">
                <a16:creationId xmlns:a16="http://schemas.microsoft.com/office/drawing/2014/main" id="{82E14748-0D38-46CF-9BCF-4378CBC67FE5}"/>
              </a:ext>
            </a:extLst>
          </p:cNvPr>
          <p:cNvSpPr txBox="1">
            <a:spLocks/>
          </p:cNvSpPr>
          <p:nvPr/>
        </p:nvSpPr>
        <p:spPr>
          <a:xfrm>
            <a:off x="533400" y="5971962"/>
            <a:ext cx="2743200" cy="384721"/>
          </a:xfrm>
          <a:prstGeom prst="rect">
            <a:avLst/>
          </a:prstGeom>
        </p:spPr>
        <p:txBody>
          <a:bodyPr vert="horz" lIns="0" tIns="0" rIns="0" bIns="0" rtlCol="0">
            <a:normAutofit/>
          </a:bodyPr>
          <a:lstStyle>
            <a:lvl1pPr marL="0" indent="0" algn="l" defTabSz="914400" rtl="0" eaLnBrk="1" latinLnBrk="0" hangingPunct="1">
              <a:lnSpc>
                <a:spcPct val="100000"/>
              </a:lnSpc>
              <a:spcBef>
                <a:spcPts val="1000"/>
              </a:spcBef>
              <a:buFont typeface="Arial" panose="020B0604020202020204" pitchFamily="34" charset="0"/>
              <a:buNone/>
              <a:defRPr sz="2500" b="1" kern="1200">
                <a:solidFill>
                  <a:schemeClr val="bg1"/>
                </a:solidFill>
                <a:latin typeface="Arial" panose="020B0604020202020204" pitchFamily="34" charset="0"/>
                <a:ea typeface="+mn-ea"/>
                <a:cs typeface="Arial" panose="020B0604020202020204" pitchFamily="34" charset="0"/>
              </a:defRPr>
            </a:lvl1pPr>
            <a:lvl2pPr marL="0" indent="0" algn="l" defTabSz="914400" rtl="0" eaLnBrk="1" latinLnBrk="0" hangingPunct="1">
              <a:lnSpc>
                <a:spcPct val="100000"/>
              </a:lnSpc>
              <a:spcBef>
                <a:spcPts val="800"/>
              </a:spcBef>
              <a:spcAft>
                <a:spcPts val="400"/>
              </a:spcAft>
              <a:buFont typeface="Arial" panose="020B0604020202020204" pitchFamily="34" charset="0"/>
              <a:buNone/>
              <a:defRPr sz="1400" kern="1200">
                <a:solidFill>
                  <a:schemeClr val="tx1"/>
                </a:solidFill>
                <a:latin typeface="+mn-lt"/>
                <a:ea typeface="+mn-ea"/>
                <a:cs typeface="+mn-cs"/>
              </a:defRPr>
            </a:lvl2pPr>
            <a:lvl3pPr marL="180975" indent="-180975" algn="l" defTabSz="914400" rtl="0" eaLnBrk="1" latinLnBrk="0" hangingPunct="1">
              <a:lnSpc>
                <a:spcPct val="100000"/>
              </a:lnSpc>
              <a:spcBef>
                <a:spcPts val="600"/>
              </a:spcBef>
              <a:buClr>
                <a:schemeClr val="bg2"/>
              </a:buClr>
              <a:buFont typeface="Arial" panose="020B0604020202020204" pitchFamily="34" charset="0"/>
              <a:buChar char="•"/>
              <a:defRPr sz="1400" kern="1200">
                <a:solidFill>
                  <a:schemeClr val="tx1"/>
                </a:solidFill>
                <a:latin typeface="+mn-lt"/>
                <a:ea typeface="+mn-ea"/>
                <a:cs typeface="+mn-cs"/>
              </a:defRPr>
            </a:lvl3pPr>
            <a:lvl4pPr marL="361950" indent="-180975" algn="l" defTabSz="914400" rtl="0" eaLnBrk="1" latinLnBrk="0" hangingPunct="1">
              <a:lnSpc>
                <a:spcPct val="100000"/>
              </a:lnSpc>
              <a:spcBef>
                <a:spcPts val="600"/>
              </a:spcBef>
              <a:buFont typeface="Arial" panose="020B0604020202020204" pitchFamily="34" charset="0"/>
              <a:buChar char="•"/>
              <a:defRPr sz="1200" kern="1200">
                <a:solidFill>
                  <a:schemeClr val="tx1"/>
                </a:solidFill>
                <a:latin typeface="+mn-lt"/>
                <a:ea typeface="+mn-ea"/>
                <a:cs typeface="+mn-cs"/>
              </a:defRPr>
            </a:lvl4pPr>
            <a:lvl5pPr marL="542925" indent="-180975" algn="l" defTabSz="914400" rtl="0" eaLnBrk="1" latinLnBrk="0" hangingPunct="1">
              <a:lnSpc>
                <a:spcPct val="100000"/>
              </a:lnSpc>
              <a:spcBef>
                <a:spcPts val="600"/>
              </a:spcBef>
              <a:buClr>
                <a:schemeClr val="tx1"/>
              </a:buClr>
              <a:buFont typeface="Trebuchet MS" panose="020B0603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noProof="0">
                <a:latin typeface="+mj-lt"/>
              </a:rPr>
              <a:t>MEASURE LSS11</a:t>
            </a:r>
          </a:p>
        </p:txBody>
      </p:sp>
      <p:sp>
        <p:nvSpPr>
          <p:cNvPr id="10" name="TextBox 9">
            <a:extLst>
              <a:ext uri="{FF2B5EF4-FFF2-40B4-BE49-F238E27FC236}">
                <a16:creationId xmlns:a16="http://schemas.microsoft.com/office/drawing/2014/main" id="{1EA9EB18-02C2-4FF2-9093-FFBE8E7DC03B}"/>
              </a:ext>
            </a:extLst>
          </p:cNvPr>
          <p:cNvSpPr txBox="1"/>
          <p:nvPr/>
        </p:nvSpPr>
        <p:spPr>
          <a:xfrm>
            <a:off x="530280" y="4800136"/>
            <a:ext cx="6097772" cy="1077218"/>
          </a:xfrm>
          <a:prstGeom prst="rect">
            <a:avLst/>
          </a:prstGeom>
          <a:noFill/>
        </p:spPr>
        <p:txBody>
          <a:bodyPr wrap="square">
            <a:spAutoFit/>
          </a:bodyPr>
          <a:lstStyle/>
          <a:p>
            <a:r>
              <a:rPr lang="en-GB" sz="3200" noProof="0">
                <a:solidFill>
                  <a:schemeClr val="accent5"/>
                </a:solidFill>
                <a:latin typeface="+mj-lt"/>
                <a:cs typeface="Arial" panose="020B0604020202020204" pitchFamily="34" charset="0"/>
              </a:rPr>
              <a:t>Selecting and Defining Data for Measurement</a:t>
            </a:r>
            <a:endParaRPr lang="en-US" sz="3200" noProof="0">
              <a:solidFill>
                <a:schemeClr val="accent5"/>
              </a:solidFill>
              <a:latin typeface="+mj-lt"/>
              <a:cs typeface="Arial" panose="020B0604020202020204" pitchFamily="34" charset="0"/>
            </a:endParaRPr>
          </a:p>
        </p:txBody>
      </p:sp>
    </p:spTree>
    <p:extLst>
      <p:ext uri="{BB962C8B-B14F-4D97-AF65-F5344CB8AC3E}">
        <p14:creationId xmlns:p14="http://schemas.microsoft.com/office/powerpoint/2010/main" val="11946004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9F67DDA6-5A06-43D0-9B05-F1F76E6E784D}"/>
              </a:ext>
            </a:extLst>
          </p:cNvPr>
          <p:cNvSpPr/>
          <p:nvPr/>
        </p:nvSpPr>
        <p:spPr>
          <a:xfrm>
            <a:off x="317966" y="2828924"/>
            <a:ext cx="3551254" cy="3539978"/>
          </a:xfrm>
          <a:prstGeom prst="roundRect">
            <a:avLst/>
          </a:prstGeom>
          <a:solidFill>
            <a:schemeClr val="tx2"/>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fontAlgn="t">
              <a:lnSpc>
                <a:spcPts val="1500"/>
              </a:lnSpc>
              <a:buNone/>
            </a:pPr>
            <a:endParaRPr lang="en-US" sz="1600">
              <a:solidFill>
                <a:srgbClr val="002060"/>
              </a:solidFill>
              <a:latin typeface="+mj-lt"/>
            </a:endParaRPr>
          </a:p>
          <a:p>
            <a:pPr algn="ctr" fontAlgn="t">
              <a:buNone/>
            </a:pPr>
            <a:r>
              <a:rPr lang="en-US" sz="2000" b="1">
                <a:solidFill>
                  <a:schemeClr val="bg1"/>
                </a:solidFill>
                <a:latin typeface="+mj-lt"/>
              </a:rPr>
              <a:t>Understand the </a:t>
            </a:r>
          </a:p>
          <a:p>
            <a:pPr algn="ctr" fontAlgn="t">
              <a:buNone/>
            </a:pPr>
            <a:r>
              <a:rPr lang="en-US" sz="2000" b="1">
                <a:solidFill>
                  <a:schemeClr val="bg1"/>
                </a:solidFill>
                <a:latin typeface="+mj-lt"/>
              </a:rPr>
              <a:t>Process</a:t>
            </a:r>
          </a:p>
          <a:p>
            <a:pPr marL="457200" indent="-457200" fontAlgn="t">
              <a:lnSpc>
                <a:spcPts val="1500"/>
              </a:lnSpc>
              <a:buFont typeface="Arial" panose="020B0604020202020204" pitchFamily="34" charset="0"/>
              <a:buChar char="•"/>
            </a:pPr>
            <a:endParaRPr lang="en-GB" sz="1600" b="0" i="0">
              <a:solidFill>
                <a:schemeClr val="bg1"/>
              </a:solidFill>
              <a:effectLst/>
              <a:latin typeface="+mj-lt"/>
            </a:endParaRPr>
          </a:p>
          <a:p>
            <a:pPr fontAlgn="t">
              <a:lnSpc>
                <a:spcPts val="1500"/>
              </a:lnSpc>
            </a:pPr>
            <a:endParaRPr lang="en-GB" sz="1600" b="0" i="0">
              <a:solidFill>
                <a:schemeClr val="bg1"/>
              </a:solidFill>
              <a:effectLst/>
              <a:latin typeface="+mj-lt"/>
            </a:endParaRPr>
          </a:p>
          <a:p>
            <a:pPr marL="457200" indent="-457200" fontAlgn="t">
              <a:lnSpc>
                <a:spcPts val="1500"/>
              </a:lnSpc>
              <a:buFont typeface="Arial" panose="020B0604020202020204" pitchFamily="34" charset="0"/>
              <a:buChar char="•"/>
            </a:pPr>
            <a:r>
              <a:rPr lang="en-GB" sz="1600" b="0" i="0">
                <a:solidFill>
                  <a:schemeClr val="bg1"/>
                </a:solidFill>
                <a:effectLst/>
                <a:latin typeface="+mj-lt"/>
              </a:rPr>
              <a:t>Observe the process before measuring.</a:t>
            </a:r>
          </a:p>
          <a:p>
            <a:pPr fontAlgn="t">
              <a:lnSpc>
                <a:spcPts val="1500"/>
              </a:lnSpc>
            </a:pPr>
            <a:endParaRPr lang="en-GB" sz="1600" b="0" i="0">
              <a:solidFill>
                <a:schemeClr val="bg1"/>
              </a:solidFill>
              <a:effectLst/>
              <a:latin typeface="+mj-lt"/>
            </a:endParaRPr>
          </a:p>
          <a:p>
            <a:pPr marL="457200" indent="-457200" fontAlgn="t">
              <a:lnSpc>
                <a:spcPts val="1500"/>
              </a:lnSpc>
              <a:buFont typeface="Arial" panose="020B0604020202020204" pitchFamily="34" charset="0"/>
              <a:buChar char="•"/>
            </a:pPr>
            <a:r>
              <a:rPr lang="en-GB" sz="1600">
                <a:solidFill>
                  <a:schemeClr val="bg1"/>
                </a:solidFill>
                <a:latin typeface="+mj-lt"/>
              </a:rPr>
              <a:t>Identify where variation occurs.</a:t>
            </a:r>
          </a:p>
          <a:p>
            <a:pPr marL="457200" indent="-457200" fontAlgn="t">
              <a:lnSpc>
                <a:spcPts val="1500"/>
              </a:lnSpc>
              <a:buFont typeface="Arial" panose="020B0604020202020204" pitchFamily="34" charset="0"/>
              <a:buChar char="•"/>
            </a:pPr>
            <a:endParaRPr lang="en-GB" sz="1600">
              <a:solidFill>
                <a:schemeClr val="bg1"/>
              </a:solidFill>
              <a:latin typeface="+mj-lt"/>
            </a:endParaRPr>
          </a:p>
          <a:p>
            <a:pPr marL="457200" indent="-457200" fontAlgn="t">
              <a:lnSpc>
                <a:spcPts val="1500"/>
              </a:lnSpc>
              <a:buFont typeface="Arial" panose="020B0604020202020204" pitchFamily="34" charset="0"/>
              <a:buChar char="•"/>
            </a:pPr>
            <a:r>
              <a:rPr lang="en-GB" sz="1600">
                <a:solidFill>
                  <a:schemeClr val="bg1"/>
                </a:solidFill>
                <a:latin typeface="+mj-lt"/>
              </a:rPr>
              <a:t>Understand what is happening.</a:t>
            </a:r>
          </a:p>
          <a:p>
            <a:pPr fontAlgn="t">
              <a:lnSpc>
                <a:spcPts val="1500"/>
              </a:lnSpc>
            </a:pPr>
            <a:endParaRPr lang="en-GB" sz="1600">
              <a:solidFill>
                <a:schemeClr val="bg1"/>
              </a:solidFill>
              <a:latin typeface="+mj-lt"/>
            </a:endParaRPr>
          </a:p>
        </p:txBody>
      </p:sp>
      <p:sp>
        <p:nvSpPr>
          <p:cNvPr id="2" name="Title 3">
            <a:extLst>
              <a:ext uri="{FF2B5EF4-FFF2-40B4-BE49-F238E27FC236}">
                <a16:creationId xmlns:a16="http://schemas.microsoft.com/office/drawing/2014/main" id="{AE7772CC-11A9-4F75-8821-C4DC344EA058}"/>
              </a:ext>
            </a:extLst>
          </p:cNvPr>
          <p:cNvSpPr txBox="1">
            <a:spLocks/>
          </p:cNvSpPr>
          <p:nvPr/>
        </p:nvSpPr>
        <p:spPr>
          <a:xfrm>
            <a:off x="406730" y="208932"/>
            <a:ext cx="10783118" cy="1085172"/>
          </a:xfrm>
          <a:prstGeom prst="rect">
            <a:avLst/>
          </a:prstGeom>
        </p:spPr>
        <p:txBody>
          <a:bodyPr/>
          <a:lstStyle>
            <a:lvl1pPr algn="l" defTabSz="914400" rtl="0" eaLnBrk="1" latinLnBrk="0" hangingPunct="1">
              <a:lnSpc>
                <a:spcPct val="100000"/>
              </a:lnSpc>
              <a:spcBef>
                <a:spcPct val="0"/>
              </a:spcBef>
              <a:buNone/>
              <a:defRPr sz="2400" kern="1200">
                <a:solidFill>
                  <a:schemeClr val="tx1"/>
                </a:solidFill>
                <a:latin typeface="+mj-lt"/>
                <a:ea typeface="+mj-ea"/>
                <a:cs typeface="+mj-cs"/>
              </a:defRPr>
            </a:lvl1pPr>
          </a:lstStyle>
          <a:p>
            <a:r>
              <a:rPr lang="en-US" sz="3200" b="1" noProof="0">
                <a:solidFill>
                  <a:srgbClr val="FFC000"/>
                </a:solidFill>
                <a:cs typeface="Arial" panose="020B0604020202020204" pitchFamily="34" charset="0"/>
              </a:rPr>
              <a:t>Data Collection Tips</a:t>
            </a:r>
            <a:br>
              <a:rPr lang="en-US" b="1" noProof="0">
                <a:solidFill>
                  <a:srgbClr val="FFC000"/>
                </a:solidFill>
                <a:cs typeface="Arial" panose="020B0604020202020204" pitchFamily="34" charset="0"/>
              </a:rPr>
            </a:br>
            <a:endParaRPr lang="en-US" b="1" noProof="0">
              <a:solidFill>
                <a:srgbClr val="FFC000"/>
              </a:solidFill>
              <a:cs typeface="Arial" panose="020B0604020202020204" pitchFamily="34" charset="0"/>
            </a:endParaRPr>
          </a:p>
        </p:txBody>
      </p:sp>
      <p:sp>
        <p:nvSpPr>
          <p:cNvPr id="4" name="Rectangle: Rounded Corners 3">
            <a:extLst>
              <a:ext uri="{FF2B5EF4-FFF2-40B4-BE49-F238E27FC236}">
                <a16:creationId xmlns:a16="http://schemas.microsoft.com/office/drawing/2014/main" id="{793A46BC-0F1B-4231-822B-3E91831BB559}"/>
              </a:ext>
            </a:extLst>
          </p:cNvPr>
          <p:cNvSpPr/>
          <p:nvPr/>
        </p:nvSpPr>
        <p:spPr>
          <a:xfrm>
            <a:off x="4403706" y="2828922"/>
            <a:ext cx="3547876" cy="3539977"/>
          </a:xfrm>
          <a:prstGeom prst="roundRect">
            <a:avLst/>
          </a:prstGeom>
          <a:solidFill>
            <a:schemeClr val="accent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endParaRPr lang="en-US" sz="1600" noProof="0">
              <a:solidFill>
                <a:schemeClr val="bg1"/>
              </a:solidFill>
              <a:latin typeface="+mj-lt"/>
            </a:endParaRPr>
          </a:p>
        </p:txBody>
      </p:sp>
      <p:sp>
        <p:nvSpPr>
          <p:cNvPr id="7" name="TextBox 6">
            <a:extLst>
              <a:ext uri="{FF2B5EF4-FFF2-40B4-BE49-F238E27FC236}">
                <a16:creationId xmlns:a16="http://schemas.microsoft.com/office/drawing/2014/main" id="{3EE30B6A-6FCA-4873-88ED-61A201C8CE84}"/>
              </a:ext>
            </a:extLst>
          </p:cNvPr>
          <p:cNvSpPr txBox="1"/>
          <p:nvPr/>
        </p:nvSpPr>
        <p:spPr>
          <a:xfrm>
            <a:off x="4585904" y="3260082"/>
            <a:ext cx="3183477" cy="2369880"/>
          </a:xfrm>
          <a:prstGeom prst="rect">
            <a:avLst/>
          </a:prstGeom>
          <a:noFill/>
        </p:spPr>
        <p:txBody>
          <a:bodyPr wrap="square">
            <a:spAutoFit/>
          </a:bodyPr>
          <a:lstStyle>
            <a:defPPr>
              <a:defRPr lang="en-US"/>
            </a:defPPr>
            <a:lvl1pPr marL="285750" indent="-285750">
              <a:buFont typeface="Arial" panose="020B0604020202020204" pitchFamily="34" charset="0"/>
              <a:buChar char="•"/>
              <a:defRPr sz="1600"/>
            </a:lvl1pPr>
          </a:lstStyle>
          <a:p>
            <a:pPr marL="0" indent="0" algn="ctr" fontAlgn="t">
              <a:buNone/>
            </a:pPr>
            <a:r>
              <a:rPr lang="en-GB" sz="2000" b="1">
                <a:solidFill>
                  <a:schemeClr val="bg1"/>
                </a:solidFill>
                <a:latin typeface="+mj-lt"/>
              </a:rPr>
              <a:t>Define the Purpose</a:t>
            </a:r>
          </a:p>
          <a:p>
            <a:pPr marL="0" indent="0">
              <a:buNone/>
            </a:pPr>
            <a:endParaRPr lang="en-GB">
              <a:solidFill>
                <a:schemeClr val="bg1"/>
              </a:solidFill>
              <a:latin typeface="+mj-lt"/>
              <a:cs typeface="Arial" panose="020B0604020202020204" pitchFamily="34" charset="0"/>
            </a:endParaRPr>
          </a:p>
          <a:p>
            <a:r>
              <a:rPr lang="en-GB" noProof="0">
                <a:solidFill>
                  <a:schemeClr val="bg1"/>
                </a:solidFill>
                <a:latin typeface="+mj-lt"/>
                <a:cs typeface="Arial" panose="020B0604020202020204" pitchFamily="34" charset="0"/>
              </a:rPr>
              <a:t>What question am I trying to answer?</a:t>
            </a:r>
          </a:p>
          <a:p>
            <a:endParaRPr lang="en-GB">
              <a:solidFill>
                <a:schemeClr val="bg1"/>
              </a:solidFill>
              <a:latin typeface="+mj-lt"/>
              <a:cs typeface="Arial" panose="020B0604020202020204" pitchFamily="34" charset="0"/>
            </a:endParaRPr>
          </a:p>
          <a:p>
            <a:r>
              <a:rPr lang="en-GB" noProof="0">
                <a:solidFill>
                  <a:schemeClr val="bg1"/>
                </a:solidFill>
                <a:latin typeface="+mj-lt"/>
                <a:cs typeface="Arial" panose="020B0604020202020204" pitchFamily="34" charset="0"/>
              </a:rPr>
              <a:t>What decision will this data support?</a:t>
            </a:r>
          </a:p>
          <a:p>
            <a:endParaRPr lang="en-GB">
              <a:solidFill>
                <a:schemeClr val="bg1"/>
              </a:solidFill>
              <a:latin typeface="+mj-lt"/>
              <a:cs typeface="Arial" panose="020B0604020202020204" pitchFamily="34" charset="0"/>
            </a:endParaRPr>
          </a:p>
          <a:p>
            <a:r>
              <a:rPr lang="en-GB" noProof="0">
                <a:solidFill>
                  <a:schemeClr val="bg1"/>
                </a:solidFill>
                <a:latin typeface="+mj-lt"/>
                <a:cs typeface="Arial" panose="020B0604020202020204" pitchFamily="34" charset="0"/>
              </a:rPr>
              <a:t>How will I use the data?</a:t>
            </a:r>
            <a:endParaRPr lang="en-US" noProof="0">
              <a:solidFill>
                <a:schemeClr val="bg1"/>
              </a:solidFill>
              <a:latin typeface="+mj-lt"/>
              <a:cs typeface="Arial" panose="020B0604020202020204" pitchFamily="34" charset="0"/>
            </a:endParaRPr>
          </a:p>
        </p:txBody>
      </p:sp>
      <p:sp>
        <p:nvSpPr>
          <p:cNvPr id="14" name="Flowchart: Connector 13">
            <a:extLst>
              <a:ext uri="{FF2B5EF4-FFF2-40B4-BE49-F238E27FC236}">
                <a16:creationId xmlns:a16="http://schemas.microsoft.com/office/drawing/2014/main" id="{1EF736C8-1EBB-DB52-CFDC-2928B0EFB4A8}"/>
              </a:ext>
            </a:extLst>
          </p:cNvPr>
          <p:cNvSpPr/>
          <p:nvPr/>
        </p:nvSpPr>
        <p:spPr>
          <a:xfrm>
            <a:off x="5277643" y="1357620"/>
            <a:ext cx="1800000" cy="1800000"/>
          </a:xfrm>
          <a:prstGeom prst="flowChartConnector">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mj-lt"/>
            </a:endParaRPr>
          </a:p>
        </p:txBody>
      </p:sp>
      <p:pic>
        <p:nvPicPr>
          <p:cNvPr id="12" name="Graphic 11" descr="Questions with solid fill">
            <a:extLst>
              <a:ext uri="{FF2B5EF4-FFF2-40B4-BE49-F238E27FC236}">
                <a16:creationId xmlns:a16="http://schemas.microsoft.com/office/drawing/2014/main" id="{4E453B26-3E55-E63A-76C6-CF7A1BEC697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26825" y="1693404"/>
            <a:ext cx="1101634" cy="1101634"/>
          </a:xfrm>
          <a:prstGeom prst="rect">
            <a:avLst/>
          </a:prstGeom>
        </p:spPr>
      </p:pic>
      <p:sp>
        <p:nvSpPr>
          <p:cNvPr id="18" name="Rectangle: Rounded Corners 17">
            <a:extLst>
              <a:ext uri="{FF2B5EF4-FFF2-40B4-BE49-F238E27FC236}">
                <a16:creationId xmlns:a16="http://schemas.microsoft.com/office/drawing/2014/main" id="{1B947E16-CAB5-FA89-4EF3-6AC11DC152F3}"/>
              </a:ext>
            </a:extLst>
          </p:cNvPr>
          <p:cNvSpPr/>
          <p:nvPr/>
        </p:nvSpPr>
        <p:spPr>
          <a:xfrm>
            <a:off x="4697561" y="6141032"/>
            <a:ext cx="3030279" cy="508035"/>
          </a:xfrm>
          <a:prstGeom prst="roundRect">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accent1"/>
                </a:solidFill>
                <a:latin typeface="+mj-lt"/>
              </a:rPr>
              <a:t>Focus </a:t>
            </a:r>
            <a:r>
              <a:rPr lang="en-US" sz="1400">
                <a:solidFill>
                  <a:schemeClr val="accent1"/>
                </a:solidFill>
                <a:latin typeface="+mj-lt"/>
              </a:rPr>
              <a:t>= purpose and intent</a:t>
            </a:r>
          </a:p>
        </p:txBody>
      </p:sp>
      <p:sp>
        <p:nvSpPr>
          <p:cNvPr id="5" name="Rectangle: Rounded Corners 4">
            <a:extLst>
              <a:ext uri="{FF2B5EF4-FFF2-40B4-BE49-F238E27FC236}">
                <a16:creationId xmlns:a16="http://schemas.microsoft.com/office/drawing/2014/main" id="{F1A63E78-0582-4F2C-9F5A-2A87DA7FB88D}"/>
              </a:ext>
            </a:extLst>
          </p:cNvPr>
          <p:cNvSpPr/>
          <p:nvPr/>
        </p:nvSpPr>
        <p:spPr>
          <a:xfrm>
            <a:off x="8406113" y="2833537"/>
            <a:ext cx="3547876" cy="3539977"/>
          </a:xfrm>
          <a:prstGeom prst="roundRect">
            <a:avLst/>
          </a:prstGeom>
          <a:solidFill>
            <a:schemeClr val="accent3"/>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t"/>
            <a:r>
              <a:rPr lang="en-GB" sz="2000" b="1">
                <a:solidFill>
                  <a:schemeClr val="bg1"/>
                </a:solidFill>
                <a:latin typeface="+mj-lt"/>
              </a:rPr>
              <a:t>Collect Valuable Data</a:t>
            </a:r>
          </a:p>
          <a:p>
            <a:pPr algn="ctr" fontAlgn="t"/>
            <a:endParaRPr lang="en-GB" sz="2000" b="1">
              <a:solidFill>
                <a:schemeClr val="bg1"/>
              </a:solidFill>
              <a:latin typeface="+mj-lt"/>
            </a:endParaRPr>
          </a:p>
          <a:p>
            <a:pPr marL="285750" indent="-285750" fontAlgn="t">
              <a:buFont typeface="Arial" panose="020B0604020202020204" pitchFamily="34" charset="0"/>
              <a:buChar char="•"/>
            </a:pPr>
            <a:r>
              <a:rPr lang="en-GB" sz="1600">
                <a:solidFill>
                  <a:schemeClr val="bg1"/>
                </a:solidFill>
                <a:latin typeface="+mj-lt"/>
                <a:cs typeface="Arial" panose="020B0604020202020204" pitchFamily="34" charset="0"/>
              </a:rPr>
              <a:t>Link data to customer requirements.</a:t>
            </a:r>
          </a:p>
          <a:p>
            <a:pPr marL="285750" indent="-285750" fontAlgn="t">
              <a:buFont typeface="Arial" panose="020B0604020202020204" pitchFamily="34" charset="0"/>
              <a:buChar char="•"/>
            </a:pPr>
            <a:endParaRPr lang="en-GB" sz="1600">
              <a:solidFill>
                <a:schemeClr val="bg1"/>
              </a:solidFill>
              <a:latin typeface="+mj-lt"/>
              <a:cs typeface="Arial" panose="020B0604020202020204" pitchFamily="34" charset="0"/>
            </a:endParaRPr>
          </a:p>
          <a:p>
            <a:pPr marL="285750" indent="-285750" fontAlgn="t">
              <a:buFont typeface="Arial" panose="020B0604020202020204" pitchFamily="34" charset="0"/>
              <a:buChar char="•"/>
            </a:pPr>
            <a:r>
              <a:rPr lang="en-GB" sz="1600">
                <a:solidFill>
                  <a:schemeClr val="bg1"/>
                </a:solidFill>
                <a:latin typeface="+mj-lt"/>
                <a:cs typeface="Arial" panose="020B0604020202020204" pitchFamily="34" charset="0"/>
              </a:rPr>
              <a:t>Only collect what is necessary.</a:t>
            </a:r>
          </a:p>
          <a:p>
            <a:pPr marL="285750" indent="-285750" fontAlgn="t">
              <a:buFont typeface="Arial" panose="020B0604020202020204" pitchFamily="34" charset="0"/>
              <a:buChar char="•"/>
            </a:pPr>
            <a:endParaRPr lang="en-GB" sz="1600">
              <a:solidFill>
                <a:schemeClr val="bg1"/>
              </a:solidFill>
              <a:latin typeface="+mj-lt"/>
              <a:cs typeface="Arial" panose="020B0604020202020204" pitchFamily="34" charset="0"/>
            </a:endParaRPr>
          </a:p>
          <a:p>
            <a:pPr marL="285750" indent="-285750" fontAlgn="t">
              <a:buFont typeface="Arial" panose="020B0604020202020204" pitchFamily="34" charset="0"/>
              <a:buChar char="•"/>
            </a:pPr>
            <a:r>
              <a:rPr lang="en-GB" sz="1600">
                <a:solidFill>
                  <a:schemeClr val="bg1"/>
                </a:solidFill>
                <a:latin typeface="+mj-lt"/>
                <a:cs typeface="Arial" panose="020B0604020202020204" pitchFamily="34" charset="0"/>
              </a:rPr>
              <a:t>Avoid collecting data “just in case”.</a:t>
            </a:r>
            <a:endParaRPr lang="en-US" sz="1600">
              <a:solidFill>
                <a:schemeClr val="bg1"/>
              </a:solidFill>
              <a:latin typeface="+mj-lt"/>
              <a:cs typeface="Arial" panose="020B0604020202020204" pitchFamily="34" charset="0"/>
            </a:endParaRPr>
          </a:p>
        </p:txBody>
      </p:sp>
      <p:sp>
        <p:nvSpPr>
          <p:cNvPr id="17" name="Flowchart: Connector 16">
            <a:extLst>
              <a:ext uri="{FF2B5EF4-FFF2-40B4-BE49-F238E27FC236}">
                <a16:creationId xmlns:a16="http://schemas.microsoft.com/office/drawing/2014/main" id="{AD49753E-096D-25DE-0367-F95A801097DB}"/>
              </a:ext>
            </a:extLst>
          </p:cNvPr>
          <p:cNvSpPr/>
          <p:nvPr/>
        </p:nvSpPr>
        <p:spPr>
          <a:xfrm>
            <a:off x="9360005" y="1357620"/>
            <a:ext cx="1800000" cy="1800000"/>
          </a:xfrm>
          <a:prstGeom prst="flowChartConnector">
            <a:avLst/>
          </a:prstGeom>
          <a:solidFill>
            <a:schemeClr val="accent3"/>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mj-lt"/>
            </a:endParaRPr>
          </a:p>
        </p:txBody>
      </p:sp>
      <p:pic>
        <p:nvPicPr>
          <p:cNvPr id="21" name="Graphic 20" descr="Rating with solid fill">
            <a:extLst>
              <a:ext uri="{FF2B5EF4-FFF2-40B4-BE49-F238E27FC236}">
                <a16:creationId xmlns:a16="http://schemas.microsoft.com/office/drawing/2014/main" id="{0516125E-A33F-F6CC-FB1B-65A8A34AB3A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647388" y="1698019"/>
            <a:ext cx="1219221" cy="1219221"/>
          </a:xfrm>
          <a:prstGeom prst="rect">
            <a:avLst/>
          </a:prstGeom>
        </p:spPr>
      </p:pic>
      <p:sp>
        <p:nvSpPr>
          <p:cNvPr id="19" name="Rectangle: Rounded Corners 18">
            <a:extLst>
              <a:ext uri="{FF2B5EF4-FFF2-40B4-BE49-F238E27FC236}">
                <a16:creationId xmlns:a16="http://schemas.microsoft.com/office/drawing/2014/main" id="{4337AAF1-167B-062F-DED8-EF147AC7E2AE}"/>
              </a:ext>
            </a:extLst>
          </p:cNvPr>
          <p:cNvSpPr/>
          <p:nvPr/>
        </p:nvSpPr>
        <p:spPr>
          <a:xfrm>
            <a:off x="8664911" y="6145646"/>
            <a:ext cx="3030279" cy="508035"/>
          </a:xfrm>
          <a:prstGeom prst="roundRect">
            <a:avLst/>
          </a:prstGeom>
          <a:solidFill>
            <a:schemeClr val="bg1"/>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accent3"/>
                </a:solidFill>
                <a:latin typeface="+mj-lt"/>
              </a:rPr>
              <a:t>Focus </a:t>
            </a:r>
            <a:r>
              <a:rPr lang="en-US" sz="1400">
                <a:solidFill>
                  <a:schemeClr val="accent3"/>
                </a:solidFill>
                <a:latin typeface="+mj-lt"/>
              </a:rPr>
              <a:t>= value and efficiency</a:t>
            </a:r>
          </a:p>
        </p:txBody>
      </p:sp>
      <p:sp>
        <p:nvSpPr>
          <p:cNvPr id="6" name="Flowchart: Connector 5">
            <a:extLst>
              <a:ext uri="{FF2B5EF4-FFF2-40B4-BE49-F238E27FC236}">
                <a16:creationId xmlns:a16="http://schemas.microsoft.com/office/drawing/2014/main" id="{273178E1-1B6C-18D8-C12E-821A35616BB6}"/>
              </a:ext>
            </a:extLst>
          </p:cNvPr>
          <p:cNvSpPr/>
          <p:nvPr/>
        </p:nvSpPr>
        <p:spPr>
          <a:xfrm>
            <a:off x="1193593" y="1387856"/>
            <a:ext cx="1800000" cy="1800000"/>
          </a:xfrm>
          <a:prstGeom prst="flowChartConnector">
            <a:avLst/>
          </a:prstGeom>
          <a:solidFill>
            <a:schemeClr val="tx2"/>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mj-lt"/>
            </a:endParaRPr>
          </a:p>
        </p:txBody>
      </p:sp>
      <p:pic>
        <p:nvPicPr>
          <p:cNvPr id="10" name="Graphic 9" descr="Target Audience with solid fill">
            <a:extLst>
              <a:ext uri="{FF2B5EF4-FFF2-40B4-BE49-F238E27FC236}">
                <a16:creationId xmlns:a16="http://schemas.microsoft.com/office/drawing/2014/main" id="{3D4D8F3F-0116-18B3-65D7-B374EE067A3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513076" y="1733673"/>
            <a:ext cx="1138684" cy="1138684"/>
          </a:xfrm>
          <a:prstGeom prst="rect">
            <a:avLst/>
          </a:prstGeom>
        </p:spPr>
      </p:pic>
      <p:sp>
        <p:nvSpPr>
          <p:cNvPr id="16" name="Rectangle: Rounded Corners 15">
            <a:extLst>
              <a:ext uri="{FF2B5EF4-FFF2-40B4-BE49-F238E27FC236}">
                <a16:creationId xmlns:a16="http://schemas.microsoft.com/office/drawing/2014/main" id="{ECA0058B-4035-E767-71D4-D152E45512BB}"/>
              </a:ext>
            </a:extLst>
          </p:cNvPr>
          <p:cNvSpPr/>
          <p:nvPr/>
        </p:nvSpPr>
        <p:spPr>
          <a:xfrm>
            <a:off x="567278" y="6141032"/>
            <a:ext cx="3030279" cy="508035"/>
          </a:xfrm>
          <a:prstGeom prst="roundRect">
            <a:avLst/>
          </a:prstGeom>
          <a:solidFill>
            <a:schemeClr val="bg1"/>
          </a:solid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solidFill>
                  <a:schemeClr val="tx2"/>
                </a:solidFill>
                <a:latin typeface="+mj-lt"/>
              </a:rPr>
              <a:t>Focus </a:t>
            </a:r>
            <a:r>
              <a:rPr lang="en-GB" sz="1400" dirty="0">
                <a:solidFill>
                  <a:schemeClr val="tx2"/>
                </a:solidFill>
                <a:latin typeface="+mj-lt"/>
              </a:rPr>
              <a:t>= don’t jump straight to data</a:t>
            </a:r>
            <a:endParaRPr lang="en-US" sz="1400" dirty="0">
              <a:solidFill>
                <a:schemeClr val="tx2"/>
              </a:solidFill>
              <a:latin typeface="+mj-lt"/>
            </a:endParaRPr>
          </a:p>
        </p:txBody>
      </p:sp>
    </p:spTree>
    <p:extLst>
      <p:ext uri="{BB962C8B-B14F-4D97-AF65-F5344CB8AC3E}">
        <p14:creationId xmlns:p14="http://schemas.microsoft.com/office/powerpoint/2010/main" val="26858073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p:bldP spid="14" grpId="0" animBg="1"/>
      <p:bldP spid="18" grpId="0" animBg="1"/>
      <p:bldP spid="5" grpId="0" animBg="1"/>
      <p:bldP spid="17" grpId="0" animBg="1"/>
      <p:bldP spid="19" grpId="0" animBg="1"/>
      <p:bldP spid="1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428CA143-BB51-4311-85DD-F77502370847}"/>
              </a:ext>
            </a:extLst>
          </p:cNvPr>
          <p:cNvSpPr txBox="1">
            <a:spLocks/>
          </p:cNvSpPr>
          <p:nvPr/>
        </p:nvSpPr>
        <p:spPr>
          <a:xfrm>
            <a:off x="304800" y="350199"/>
            <a:ext cx="11182759" cy="1085172"/>
          </a:xfrm>
          <a:prstGeom prst="rect">
            <a:avLst/>
          </a:prstGeom>
        </p:spPr>
        <p:txBody>
          <a:bodyPr>
            <a:normAutofit/>
          </a:bodyPr>
          <a:lstStyle>
            <a:lvl1pPr algn="l" defTabSz="914400" rtl="0" eaLnBrk="1" latinLnBrk="0" hangingPunct="1">
              <a:lnSpc>
                <a:spcPct val="100000"/>
              </a:lnSpc>
              <a:spcBef>
                <a:spcPct val="0"/>
              </a:spcBef>
              <a:buNone/>
              <a:defRPr sz="2400" kern="1200">
                <a:solidFill>
                  <a:schemeClr val="tx1"/>
                </a:solidFill>
                <a:latin typeface="+mj-lt"/>
                <a:ea typeface="+mj-ea"/>
                <a:cs typeface="+mj-cs"/>
              </a:defRPr>
            </a:lvl1pPr>
          </a:lstStyle>
          <a:p>
            <a:r>
              <a:rPr lang="en-GB" sz="3200" b="1">
                <a:solidFill>
                  <a:srgbClr val="FFC000"/>
                </a:solidFill>
                <a:cs typeface="Arial" panose="020B0604020202020204" pitchFamily="34" charset="0"/>
              </a:rPr>
              <a:t>Activity: W</a:t>
            </a:r>
            <a:r>
              <a:rPr lang="en-US" sz="3200" b="1">
                <a:solidFill>
                  <a:srgbClr val="FFC000"/>
                </a:solidFill>
                <a:cs typeface="Arial" panose="020B0604020202020204" pitchFamily="34" charset="0"/>
              </a:rPr>
              <a:t>hat will you measure?</a:t>
            </a:r>
            <a:endParaRPr lang="en-US" sz="3200" b="1" noProof="0">
              <a:solidFill>
                <a:srgbClr val="FFC000"/>
              </a:solidFill>
              <a:cs typeface="Arial" panose="020B0604020202020204" pitchFamily="34" charset="0"/>
            </a:endParaRPr>
          </a:p>
        </p:txBody>
      </p:sp>
      <p:sp>
        <p:nvSpPr>
          <p:cNvPr id="7" name="Content Placeholder 1">
            <a:extLst>
              <a:ext uri="{FF2B5EF4-FFF2-40B4-BE49-F238E27FC236}">
                <a16:creationId xmlns:a16="http://schemas.microsoft.com/office/drawing/2014/main" id="{E0CC8262-4824-BADE-71F7-6B84AE7FF91C}"/>
              </a:ext>
            </a:extLst>
          </p:cNvPr>
          <p:cNvSpPr txBox="1">
            <a:spLocks/>
          </p:cNvSpPr>
          <p:nvPr/>
        </p:nvSpPr>
        <p:spPr>
          <a:xfrm>
            <a:off x="1715678" y="1434189"/>
            <a:ext cx="3216908" cy="4540127"/>
          </a:xfrm>
          <a:prstGeom prst="rect">
            <a:avLst/>
          </a:prstGeom>
          <a:solidFill>
            <a:schemeClr val="bg1"/>
          </a:solidFill>
          <a:ln w="38100">
            <a:solidFill>
              <a:schemeClr val="accent4"/>
            </a:solidFill>
          </a:ln>
        </p:spPr>
        <p:txBody>
          <a:bodyPr vert="horz" lIns="0" tIns="0" rIns="0" bIns="0" rtlCol="0" anchor="t">
            <a:normAutofit lnSpcReduction="10000"/>
          </a:bodyPr>
          <a:lstStyle>
            <a:lvl1pPr marL="0" indent="0" algn="l" defTabSz="914400" rtl="0" eaLnBrk="1" latinLnBrk="0" hangingPunct="1">
              <a:lnSpc>
                <a:spcPct val="100000"/>
              </a:lnSpc>
              <a:spcBef>
                <a:spcPts val="1000"/>
              </a:spcBef>
              <a:buFont typeface="Arial" panose="020B0604020202020204" pitchFamily="34" charset="0"/>
              <a:buNone/>
              <a:defRPr sz="1600" b="1" kern="1200">
                <a:solidFill>
                  <a:schemeClr val="bg2"/>
                </a:solidFill>
                <a:latin typeface="+mn-lt"/>
                <a:ea typeface="+mn-ea"/>
                <a:cs typeface="+mn-cs"/>
              </a:defRPr>
            </a:lvl1pPr>
            <a:lvl2pPr marL="0" indent="0" algn="l" defTabSz="914400" rtl="0" eaLnBrk="1" latinLnBrk="0" hangingPunct="1">
              <a:lnSpc>
                <a:spcPct val="100000"/>
              </a:lnSpc>
              <a:spcBef>
                <a:spcPts val="800"/>
              </a:spcBef>
              <a:spcAft>
                <a:spcPts val="400"/>
              </a:spcAft>
              <a:buFont typeface="Arial" panose="020B0604020202020204" pitchFamily="34" charset="0"/>
              <a:buNone/>
              <a:defRPr sz="1400" kern="1200">
                <a:solidFill>
                  <a:schemeClr val="tx1"/>
                </a:solidFill>
                <a:latin typeface="+mn-lt"/>
                <a:ea typeface="+mn-ea"/>
                <a:cs typeface="+mn-cs"/>
              </a:defRPr>
            </a:lvl2pPr>
            <a:lvl3pPr marL="180975" indent="-180975" algn="l" defTabSz="914400" rtl="0" eaLnBrk="1" latinLnBrk="0" hangingPunct="1">
              <a:lnSpc>
                <a:spcPct val="100000"/>
              </a:lnSpc>
              <a:spcBef>
                <a:spcPts val="600"/>
              </a:spcBef>
              <a:buClr>
                <a:schemeClr val="bg2"/>
              </a:buClr>
              <a:buFont typeface="Arial" panose="020B0604020202020204" pitchFamily="34" charset="0"/>
              <a:buChar char="•"/>
              <a:defRPr sz="1400" kern="1200">
                <a:solidFill>
                  <a:schemeClr val="tx1"/>
                </a:solidFill>
                <a:latin typeface="+mn-lt"/>
                <a:ea typeface="+mn-ea"/>
                <a:cs typeface="+mn-cs"/>
              </a:defRPr>
            </a:lvl3pPr>
            <a:lvl4pPr marL="361950" indent="-180975" algn="l" defTabSz="914400" rtl="0" eaLnBrk="1" latinLnBrk="0" hangingPunct="1">
              <a:lnSpc>
                <a:spcPct val="100000"/>
              </a:lnSpc>
              <a:spcBef>
                <a:spcPts val="600"/>
              </a:spcBef>
              <a:buFont typeface="Arial" panose="020B0604020202020204" pitchFamily="34" charset="0"/>
              <a:buChar char="•"/>
              <a:defRPr sz="1200" kern="1200">
                <a:solidFill>
                  <a:schemeClr val="tx1"/>
                </a:solidFill>
                <a:latin typeface="+mn-lt"/>
                <a:ea typeface="+mn-ea"/>
                <a:cs typeface="+mn-cs"/>
              </a:defRPr>
            </a:lvl4pPr>
            <a:lvl5pPr marL="542925" indent="-180975" algn="l" defTabSz="914400" rtl="0" eaLnBrk="1" latinLnBrk="0" hangingPunct="1">
              <a:lnSpc>
                <a:spcPct val="100000"/>
              </a:lnSpc>
              <a:spcBef>
                <a:spcPts val="600"/>
              </a:spcBef>
              <a:buClr>
                <a:schemeClr val="tx1"/>
              </a:buClr>
              <a:buFont typeface="Trebuchet MS" panose="020B0603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2000">
              <a:solidFill>
                <a:schemeClr val="accent4"/>
              </a:solidFill>
              <a:cs typeface="Arial" panose="020B0604020202020204" pitchFamily="34" charset="0"/>
            </a:endParaRPr>
          </a:p>
          <a:p>
            <a:pPr algn="ctr"/>
            <a:endParaRPr lang="en-US" sz="2000">
              <a:solidFill>
                <a:schemeClr val="accent4"/>
              </a:solidFill>
              <a:cs typeface="Arial" panose="020B0604020202020204" pitchFamily="34" charset="0"/>
            </a:endParaRPr>
          </a:p>
          <a:p>
            <a:pPr algn="ctr"/>
            <a:endParaRPr lang="en-US" sz="2000">
              <a:solidFill>
                <a:schemeClr val="accent4"/>
              </a:solidFill>
              <a:cs typeface="Arial" panose="020B0604020202020204" pitchFamily="34" charset="0"/>
            </a:endParaRPr>
          </a:p>
          <a:p>
            <a:pPr algn="ctr"/>
            <a:r>
              <a:rPr lang="en-US" sz="2000">
                <a:solidFill>
                  <a:schemeClr val="accent4"/>
                </a:solidFill>
                <a:cs typeface="Arial" panose="020B0604020202020204" pitchFamily="34" charset="0"/>
              </a:rPr>
              <a:t>Start with your goal</a:t>
            </a:r>
          </a:p>
          <a:p>
            <a:pPr marL="180975"/>
            <a:r>
              <a:rPr lang="en-GB" b="0" noProof="0">
                <a:solidFill>
                  <a:srgbClr val="002060"/>
                </a:solidFill>
                <a:cs typeface="Arial" panose="020B0604020202020204" pitchFamily="34" charset="0"/>
              </a:rPr>
              <a:t>Think about a project you might undertake:</a:t>
            </a:r>
          </a:p>
          <a:p>
            <a:pPr marL="466725" indent="-285750">
              <a:buFont typeface="Arial" panose="020B0604020202020204" pitchFamily="34" charset="0"/>
              <a:buChar char="•"/>
            </a:pPr>
            <a:r>
              <a:rPr lang="en-GB" b="0" noProof="0">
                <a:solidFill>
                  <a:srgbClr val="002060"/>
                </a:solidFill>
                <a:cs typeface="Arial" panose="020B0604020202020204" pitchFamily="34" charset="0"/>
              </a:rPr>
              <a:t>What is your goal?</a:t>
            </a:r>
          </a:p>
          <a:p>
            <a:pPr marL="466725" indent="-285750">
              <a:buFont typeface="Arial" panose="020B0604020202020204" pitchFamily="34" charset="0"/>
              <a:buChar char="•"/>
            </a:pPr>
            <a:r>
              <a:rPr lang="en-GB" b="0" noProof="0">
                <a:solidFill>
                  <a:srgbClr val="002060"/>
                </a:solidFill>
                <a:cs typeface="Arial" panose="020B0604020202020204" pitchFamily="34" charset="0"/>
              </a:rPr>
              <a:t>What are you trying to improve?</a:t>
            </a:r>
          </a:p>
          <a:p>
            <a:pPr marL="466725" indent="-285750">
              <a:buFont typeface="Arial" panose="020B0604020202020204" pitchFamily="34" charset="0"/>
              <a:buChar char="•"/>
            </a:pPr>
            <a:r>
              <a:rPr lang="en-GB" b="0" noProof="0">
                <a:solidFill>
                  <a:srgbClr val="002060"/>
                </a:solidFill>
                <a:cs typeface="Arial" panose="020B0604020202020204" pitchFamily="34" charset="0"/>
              </a:rPr>
              <a:t>What matters most to the customer?</a:t>
            </a:r>
          </a:p>
          <a:p>
            <a:pPr marL="180975"/>
            <a:endParaRPr lang="en-GB" noProof="0">
              <a:solidFill>
                <a:schemeClr val="accent4"/>
              </a:solidFill>
              <a:cs typeface="Arial" panose="020B0604020202020204" pitchFamily="34" charset="0"/>
            </a:endParaRPr>
          </a:p>
          <a:p>
            <a:pPr marL="180975"/>
            <a:r>
              <a:rPr lang="en-GB" noProof="0">
                <a:solidFill>
                  <a:schemeClr val="accent4"/>
                </a:solidFill>
                <a:cs typeface="Arial" panose="020B0604020202020204" pitchFamily="34" charset="0"/>
              </a:rPr>
              <a:t>Focus: Outcome, impact, cost, time.</a:t>
            </a:r>
            <a:endParaRPr lang="en-US" sz="2800" noProof="0">
              <a:solidFill>
                <a:schemeClr val="accent4"/>
              </a:solidFill>
              <a:cs typeface="Arial" panose="020B0604020202020204" pitchFamily="34" charset="0"/>
            </a:endParaRPr>
          </a:p>
          <a:p>
            <a:endParaRPr lang="en-US" sz="1800" noProof="0">
              <a:solidFill>
                <a:schemeClr val="bg1"/>
              </a:solidFill>
              <a:cs typeface="Arial" panose="020B0604020202020204" pitchFamily="34" charset="0"/>
            </a:endParaRPr>
          </a:p>
        </p:txBody>
      </p:sp>
      <p:sp>
        <p:nvSpPr>
          <p:cNvPr id="12" name="Content Placeholder 1">
            <a:extLst>
              <a:ext uri="{FF2B5EF4-FFF2-40B4-BE49-F238E27FC236}">
                <a16:creationId xmlns:a16="http://schemas.microsoft.com/office/drawing/2014/main" id="{F525112A-FF25-6F50-3A7C-FE5CE7E0A01B}"/>
              </a:ext>
            </a:extLst>
          </p:cNvPr>
          <p:cNvSpPr txBox="1">
            <a:spLocks/>
          </p:cNvSpPr>
          <p:nvPr/>
        </p:nvSpPr>
        <p:spPr>
          <a:xfrm>
            <a:off x="6491642" y="1435369"/>
            <a:ext cx="3216907" cy="4537764"/>
          </a:xfrm>
          <a:prstGeom prst="rect">
            <a:avLst/>
          </a:prstGeom>
          <a:solidFill>
            <a:schemeClr val="bg1"/>
          </a:solidFill>
          <a:ln w="38100">
            <a:solidFill>
              <a:schemeClr val="tx2"/>
            </a:solidFill>
          </a:ln>
        </p:spPr>
        <p:txBody>
          <a:bodyPr vert="horz" lIns="0" tIns="0" rIns="0" bIns="0" rtlCol="0" anchor="t">
            <a:normAutofit/>
          </a:bodyPr>
          <a:lstStyle>
            <a:lvl1pPr marL="0" indent="0" algn="l" defTabSz="914400" rtl="0" eaLnBrk="1" latinLnBrk="0" hangingPunct="1">
              <a:lnSpc>
                <a:spcPct val="100000"/>
              </a:lnSpc>
              <a:spcBef>
                <a:spcPts val="1000"/>
              </a:spcBef>
              <a:buFont typeface="Arial" panose="020B0604020202020204" pitchFamily="34" charset="0"/>
              <a:buNone/>
              <a:defRPr sz="1600" b="1" kern="1200">
                <a:solidFill>
                  <a:schemeClr val="bg2"/>
                </a:solidFill>
                <a:latin typeface="+mn-lt"/>
                <a:ea typeface="+mn-ea"/>
                <a:cs typeface="+mn-cs"/>
              </a:defRPr>
            </a:lvl1pPr>
            <a:lvl2pPr marL="0" indent="0" algn="l" defTabSz="914400" rtl="0" eaLnBrk="1" latinLnBrk="0" hangingPunct="1">
              <a:lnSpc>
                <a:spcPct val="100000"/>
              </a:lnSpc>
              <a:spcBef>
                <a:spcPts val="800"/>
              </a:spcBef>
              <a:spcAft>
                <a:spcPts val="400"/>
              </a:spcAft>
              <a:buFont typeface="Arial" panose="020B0604020202020204" pitchFamily="34" charset="0"/>
              <a:buNone/>
              <a:defRPr sz="1400" kern="1200">
                <a:solidFill>
                  <a:schemeClr val="tx1"/>
                </a:solidFill>
                <a:latin typeface="+mn-lt"/>
                <a:ea typeface="+mn-ea"/>
                <a:cs typeface="+mn-cs"/>
              </a:defRPr>
            </a:lvl2pPr>
            <a:lvl3pPr marL="180975" indent="-180975" algn="l" defTabSz="914400" rtl="0" eaLnBrk="1" latinLnBrk="0" hangingPunct="1">
              <a:lnSpc>
                <a:spcPct val="100000"/>
              </a:lnSpc>
              <a:spcBef>
                <a:spcPts val="600"/>
              </a:spcBef>
              <a:buClr>
                <a:schemeClr val="bg2"/>
              </a:buClr>
              <a:buFont typeface="Arial" panose="020B0604020202020204" pitchFamily="34" charset="0"/>
              <a:buChar char="•"/>
              <a:defRPr sz="1400" kern="1200">
                <a:solidFill>
                  <a:schemeClr val="tx1"/>
                </a:solidFill>
                <a:latin typeface="+mn-lt"/>
                <a:ea typeface="+mn-ea"/>
                <a:cs typeface="+mn-cs"/>
              </a:defRPr>
            </a:lvl3pPr>
            <a:lvl4pPr marL="361950" indent="-180975" algn="l" defTabSz="914400" rtl="0" eaLnBrk="1" latinLnBrk="0" hangingPunct="1">
              <a:lnSpc>
                <a:spcPct val="100000"/>
              </a:lnSpc>
              <a:spcBef>
                <a:spcPts val="600"/>
              </a:spcBef>
              <a:buFont typeface="Arial" panose="020B0604020202020204" pitchFamily="34" charset="0"/>
              <a:buChar char="•"/>
              <a:defRPr sz="1200" kern="1200">
                <a:solidFill>
                  <a:schemeClr val="tx1"/>
                </a:solidFill>
                <a:latin typeface="+mn-lt"/>
                <a:ea typeface="+mn-ea"/>
                <a:cs typeface="+mn-cs"/>
              </a:defRPr>
            </a:lvl4pPr>
            <a:lvl5pPr marL="542925" indent="-180975" algn="l" defTabSz="914400" rtl="0" eaLnBrk="1" latinLnBrk="0" hangingPunct="1">
              <a:lnSpc>
                <a:spcPct val="100000"/>
              </a:lnSpc>
              <a:spcBef>
                <a:spcPts val="600"/>
              </a:spcBef>
              <a:buClr>
                <a:schemeClr val="tx1"/>
              </a:buClr>
              <a:buFont typeface="Trebuchet MS" panose="020B0603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R="0" lvl="0" algn="ctr" fontAlgn="t">
              <a:spcAft>
                <a:spcPts val="0"/>
              </a:spcAft>
              <a:buClrTx/>
              <a:buSzTx/>
              <a:tabLst/>
              <a:defRPr/>
            </a:pPr>
            <a:endParaRPr lang="en-US" sz="2000">
              <a:solidFill>
                <a:schemeClr val="accent4"/>
              </a:solidFill>
              <a:cs typeface="Arial" panose="020B0604020202020204" pitchFamily="34" charset="0"/>
            </a:endParaRPr>
          </a:p>
          <a:p>
            <a:pPr marR="0" lvl="0" algn="ctr" fontAlgn="t">
              <a:spcAft>
                <a:spcPts val="0"/>
              </a:spcAft>
              <a:buClrTx/>
              <a:buSzTx/>
              <a:tabLst/>
              <a:defRPr/>
            </a:pPr>
            <a:endParaRPr lang="en-US" sz="2000">
              <a:solidFill>
                <a:schemeClr val="accent4"/>
              </a:solidFill>
              <a:cs typeface="Arial" panose="020B0604020202020204" pitchFamily="34" charset="0"/>
            </a:endParaRPr>
          </a:p>
          <a:p>
            <a:pPr marR="0" lvl="0" algn="ctr" fontAlgn="t">
              <a:spcAft>
                <a:spcPts val="0"/>
              </a:spcAft>
              <a:buClrTx/>
              <a:buSzTx/>
              <a:tabLst/>
              <a:defRPr/>
            </a:pPr>
            <a:endParaRPr lang="en-US" sz="2000">
              <a:solidFill>
                <a:schemeClr val="tx2"/>
              </a:solidFill>
              <a:cs typeface="Arial" panose="020B0604020202020204" pitchFamily="34" charset="0"/>
            </a:endParaRPr>
          </a:p>
          <a:p>
            <a:pPr marR="0" lvl="0" algn="ctr" fontAlgn="t">
              <a:spcAft>
                <a:spcPts val="0"/>
              </a:spcAft>
              <a:buClrTx/>
              <a:buSzTx/>
              <a:tabLst/>
              <a:defRPr/>
            </a:pPr>
            <a:r>
              <a:rPr lang="en-US" sz="2000">
                <a:solidFill>
                  <a:schemeClr val="tx2"/>
                </a:solidFill>
                <a:cs typeface="Arial" panose="020B0604020202020204" pitchFamily="34" charset="0"/>
              </a:rPr>
              <a:t>Supporting analysis</a:t>
            </a:r>
          </a:p>
          <a:p>
            <a:pPr marL="180975" marR="0" lvl="0" defTabSz="914400" rtl="0" eaLnBrk="1" fontAlgn="t" latinLnBrk="0" hangingPunct="1">
              <a:lnSpc>
                <a:spcPct val="100000"/>
              </a:lnSpc>
              <a:spcBef>
                <a:spcPts val="1000"/>
              </a:spcBef>
              <a:spcAft>
                <a:spcPts val="0"/>
              </a:spcAft>
              <a:buClrTx/>
              <a:buSzTx/>
              <a:buFontTx/>
              <a:buNone/>
              <a:tabLst/>
              <a:defRPr/>
            </a:pPr>
            <a:r>
              <a:rPr lang="en-US" b="0">
                <a:solidFill>
                  <a:srgbClr val="002060"/>
                </a:solidFill>
                <a:cs typeface="Arial" panose="020B0604020202020204" pitchFamily="34" charset="0"/>
              </a:rPr>
              <a:t>Think about what other metrics will support your analysis?</a:t>
            </a:r>
          </a:p>
          <a:p>
            <a:pPr marL="466725" marR="0" lvl="0" indent="-285750" fontAlgn="t">
              <a:spcAft>
                <a:spcPts val="0"/>
              </a:spcAft>
              <a:buClrTx/>
              <a:buSzTx/>
              <a:buFont typeface="Arial" panose="020B0604020202020204" pitchFamily="34" charset="0"/>
              <a:buChar char="•"/>
              <a:tabLst/>
              <a:defRPr/>
            </a:pPr>
            <a:r>
              <a:rPr lang="en-US" b="0">
                <a:solidFill>
                  <a:srgbClr val="002060"/>
                </a:solidFill>
                <a:cs typeface="Arial" panose="020B0604020202020204" pitchFamily="34" charset="0"/>
              </a:rPr>
              <a:t>Cause and effect measures (what drives the outcome?).</a:t>
            </a:r>
          </a:p>
          <a:p>
            <a:pPr marL="466725" marR="0" lvl="0" indent="-285750" fontAlgn="t">
              <a:spcAft>
                <a:spcPts val="0"/>
              </a:spcAft>
              <a:buClrTx/>
              <a:buSzTx/>
              <a:buFont typeface="Arial" panose="020B0604020202020204" pitchFamily="34" charset="0"/>
              <a:buChar char="•"/>
              <a:tabLst/>
              <a:defRPr/>
            </a:pPr>
            <a:r>
              <a:rPr lang="en-US" b="0">
                <a:solidFill>
                  <a:srgbClr val="002060"/>
                </a:solidFill>
                <a:cs typeface="Arial" panose="020B0604020202020204" pitchFamily="34" charset="0"/>
              </a:rPr>
              <a:t>Stratification – breaking data into groups to find patterns.</a:t>
            </a:r>
          </a:p>
          <a:p>
            <a:pPr marL="466725" marR="0" lvl="0" indent="-285750" fontAlgn="t">
              <a:spcAft>
                <a:spcPts val="0"/>
              </a:spcAft>
              <a:buClrTx/>
              <a:buSzTx/>
              <a:buFont typeface="Arial" panose="020B0604020202020204" pitchFamily="34" charset="0"/>
              <a:buChar char="•"/>
              <a:tabLst/>
              <a:defRPr/>
            </a:pPr>
            <a:endParaRPr lang="en-US" b="0">
              <a:solidFill>
                <a:srgbClr val="002060"/>
              </a:solidFill>
              <a:cs typeface="Arial" panose="020B0604020202020204" pitchFamily="34" charset="0"/>
            </a:endParaRPr>
          </a:p>
          <a:p>
            <a:pPr marL="180975" lvl="0" fontAlgn="t">
              <a:defRPr/>
            </a:pPr>
            <a:r>
              <a:rPr lang="en-GB">
                <a:solidFill>
                  <a:schemeClr val="tx2"/>
                </a:solidFill>
                <a:cs typeface="Arial" panose="020B0604020202020204" pitchFamily="34" charset="0"/>
              </a:rPr>
              <a:t>Focus: Drivers of performance (cause &amp; effect) and variation.</a:t>
            </a:r>
            <a:endParaRPr lang="en-US" b="0">
              <a:solidFill>
                <a:schemeClr val="tx2"/>
              </a:solidFill>
              <a:cs typeface="Arial" panose="020B0604020202020204" pitchFamily="34" charset="0"/>
            </a:endParaRPr>
          </a:p>
        </p:txBody>
      </p:sp>
      <p:pic>
        <p:nvPicPr>
          <p:cNvPr id="14" name="Graphic 13" descr="Bullseye with solid fill">
            <a:extLst>
              <a:ext uri="{FF2B5EF4-FFF2-40B4-BE49-F238E27FC236}">
                <a16:creationId xmlns:a16="http://schemas.microsoft.com/office/drawing/2014/main" id="{6EE56C35-0E1A-69AF-D3B5-147E60480C3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66932" y="1434189"/>
            <a:ext cx="914400" cy="914400"/>
          </a:xfrm>
          <a:prstGeom prst="rect">
            <a:avLst/>
          </a:prstGeom>
        </p:spPr>
      </p:pic>
      <p:pic>
        <p:nvPicPr>
          <p:cNvPr id="16" name="Graphic 15" descr="Research with solid fill">
            <a:extLst>
              <a:ext uri="{FF2B5EF4-FFF2-40B4-BE49-F238E27FC236}">
                <a16:creationId xmlns:a16="http://schemas.microsoft.com/office/drawing/2014/main" id="{64B30FA9-FE99-977A-37A1-8B6CBBED6DF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503738" y="1434189"/>
            <a:ext cx="914400" cy="914400"/>
          </a:xfrm>
          <a:prstGeom prst="rect">
            <a:avLst/>
          </a:prstGeom>
        </p:spPr>
      </p:pic>
      <p:sp>
        <p:nvSpPr>
          <p:cNvPr id="17" name="Arrow: Right 16">
            <a:extLst>
              <a:ext uri="{FF2B5EF4-FFF2-40B4-BE49-F238E27FC236}">
                <a16:creationId xmlns:a16="http://schemas.microsoft.com/office/drawing/2014/main" id="{AEA404BF-443D-A141-3FCF-89CD94C691BF}"/>
              </a:ext>
            </a:extLst>
          </p:cNvPr>
          <p:cNvSpPr/>
          <p:nvPr/>
        </p:nvSpPr>
        <p:spPr>
          <a:xfrm>
            <a:off x="5128181" y="3168502"/>
            <a:ext cx="1291473" cy="1085172"/>
          </a:xfrm>
          <a:prstGeom prst="rightArrow">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BC29477E-3B2F-ECAE-CA20-6E2A50980FDA}"/>
              </a:ext>
            </a:extLst>
          </p:cNvPr>
          <p:cNvSpPr txBox="1"/>
          <p:nvPr/>
        </p:nvSpPr>
        <p:spPr>
          <a:xfrm>
            <a:off x="3138845" y="6317818"/>
            <a:ext cx="5279293" cy="379965"/>
          </a:xfrm>
          <a:prstGeom prst="rect">
            <a:avLst/>
          </a:prstGeom>
          <a:solidFill>
            <a:schemeClr val="accent4"/>
          </a:solidFill>
        </p:spPr>
        <p:txBody>
          <a:bodyPr wrap="square">
            <a:spAutoFit/>
          </a:bodyPr>
          <a:lstStyle/>
          <a:p>
            <a:r>
              <a:rPr lang="en-GB">
                <a:solidFill>
                  <a:schemeClr val="bg1"/>
                </a:solidFill>
              </a:rPr>
              <a:t>Start with the goal, then measure what drives it.</a:t>
            </a:r>
            <a:endParaRPr lang="en-US">
              <a:solidFill>
                <a:schemeClr val="bg1"/>
              </a:solidFill>
            </a:endParaRPr>
          </a:p>
        </p:txBody>
      </p:sp>
    </p:spTree>
    <p:extLst>
      <p:ext uri="{BB962C8B-B14F-4D97-AF65-F5344CB8AC3E}">
        <p14:creationId xmlns:p14="http://schemas.microsoft.com/office/powerpoint/2010/main" val="466873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2" grpId="0" animBg="1"/>
      <p:bldP spid="17" grpId="0" animBg="1"/>
      <p:bldP spid="19"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Rectangle: Rounded Corners 58">
            <a:extLst>
              <a:ext uri="{FF2B5EF4-FFF2-40B4-BE49-F238E27FC236}">
                <a16:creationId xmlns:a16="http://schemas.microsoft.com/office/drawing/2014/main" id="{C76BF780-D10F-506D-3CFA-614C95798423}"/>
              </a:ext>
            </a:extLst>
          </p:cNvPr>
          <p:cNvSpPr/>
          <p:nvPr/>
        </p:nvSpPr>
        <p:spPr>
          <a:xfrm>
            <a:off x="8128569" y="2632013"/>
            <a:ext cx="3801932" cy="2546498"/>
          </a:xfrm>
          <a:prstGeom prst="roundRect">
            <a:avLst/>
          </a:prstGeom>
          <a:solidFill>
            <a:schemeClr val="bg1"/>
          </a:solidFill>
          <a:ln w="381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sp>
        <p:nvSpPr>
          <p:cNvPr id="58" name="Rectangle: Rounded Corners 57">
            <a:extLst>
              <a:ext uri="{FF2B5EF4-FFF2-40B4-BE49-F238E27FC236}">
                <a16:creationId xmlns:a16="http://schemas.microsoft.com/office/drawing/2014/main" id="{C76BF780-D10F-506D-3CFA-614C95798423}"/>
              </a:ext>
            </a:extLst>
          </p:cNvPr>
          <p:cNvSpPr/>
          <p:nvPr/>
        </p:nvSpPr>
        <p:spPr>
          <a:xfrm>
            <a:off x="4140131" y="2632013"/>
            <a:ext cx="3801932" cy="2546498"/>
          </a:xfrm>
          <a:prstGeom prst="roundRect">
            <a:avLst/>
          </a:prstGeom>
          <a:solidFill>
            <a:schemeClr val="bg1"/>
          </a:solidFill>
          <a:ln w="381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sp>
        <p:nvSpPr>
          <p:cNvPr id="57" name="Rectangle: Rounded Corners 56">
            <a:extLst>
              <a:ext uri="{FF2B5EF4-FFF2-40B4-BE49-F238E27FC236}">
                <a16:creationId xmlns:a16="http://schemas.microsoft.com/office/drawing/2014/main" id="{7A530863-0776-21CA-D9CF-43106D2D9694}"/>
              </a:ext>
            </a:extLst>
          </p:cNvPr>
          <p:cNvSpPr/>
          <p:nvPr/>
        </p:nvSpPr>
        <p:spPr>
          <a:xfrm>
            <a:off x="193236" y="2628500"/>
            <a:ext cx="3801932" cy="2546498"/>
          </a:xfrm>
          <a:prstGeom prst="roundRect">
            <a:avLst/>
          </a:prstGeom>
          <a:solidFill>
            <a:schemeClr val="bg1"/>
          </a:solidFill>
          <a:ln w="381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sp>
        <p:nvSpPr>
          <p:cNvPr id="2" name="Text Placeholder 1">
            <a:extLst>
              <a:ext uri="{FF2B5EF4-FFF2-40B4-BE49-F238E27FC236}">
                <a16:creationId xmlns:a16="http://schemas.microsoft.com/office/drawing/2014/main" id="{809ECD0C-1B37-6C65-FE22-EC0C45DC69F0}"/>
              </a:ext>
            </a:extLst>
          </p:cNvPr>
          <p:cNvSpPr>
            <a:spLocks noGrp="1"/>
          </p:cNvSpPr>
          <p:nvPr>
            <p:ph type="body" sz="quarter" idx="10"/>
          </p:nvPr>
        </p:nvSpPr>
        <p:spPr>
          <a:xfrm>
            <a:off x="533399" y="388529"/>
            <a:ext cx="8514907" cy="923330"/>
          </a:xfrm>
        </p:spPr>
        <p:txBody>
          <a:bodyPr>
            <a:normAutofit/>
          </a:bodyPr>
          <a:lstStyle/>
          <a:p>
            <a:r>
              <a:rPr lang="en-GB" sz="3200">
                <a:latin typeface="+mj-lt"/>
              </a:rPr>
              <a:t>Example Stratification - Operations</a:t>
            </a:r>
            <a:endParaRPr lang="en-US" sz="3200">
              <a:latin typeface="+mj-lt"/>
            </a:endParaRPr>
          </a:p>
        </p:txBody>
      </p:sp>
      <p:sp>
        <p:nvSpPr>
          <p:cNvPr id="5" name="Rectangle: Rounded Corners 4">
            <a:extLst>
              <a:ext uri="{FF2B5EF4-FFF2-40B4-BE49-F238E27FC236}">
                <a16:creationId xmlns:a16="http://schemas.microsoft.com/office/drawing/2014/main" id="{40B11DF9-93EB-DFF6-5F70-785311629644}"/>
              </a:ext>
            </a:extLst>
          </p:cNvPr>
          <p:cNvSpPr/>
          <p:nvPr/>
        </p:nvSpPr>
        <p:spPr>
          <a:xfrm>
            <a:off x="216083" y="1355186"/>
            <a:ext cx="11975917" cy="640152"/>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a:solidFill>
                  <a:srgbClr val="172859"/>
                </a:solidFill>
                <a:latin typeface="+mj-lt"/>
              </a:rPr>
              <a:t>Problem:</a:t>
            </a:r>
            <a:r>
              <a:rPr lang="en-GB" sz="1600">
                <a:solidFill>
                  <a:srgbClr val="172859"/>
                </a:solidFill>
                <a:latin typeface="+mj-lt"/>
              </a:rPr>
              <a:t> You are analyzing appointment delays. You find that 30% of the appointments are late. </a:t>
            </a:r>
          </a:p>
          <a:p>
            <a:r>
              <a:rPr lang="en-GB" sz="1600" b="1">
                <a:solidFill>
                  <a:srgbClr val="172859"/>
                </a:solidFill>
                <a:latin typeface="+mj-lt"/>
              </a:rPr>
              <a:t>Action:</a:t>
            </a:r>
            <a:r>
              <a:rPr lang="en-GB" sz="1600">
                <a:solidFill>
                  <a:srgbClr val="172859"/>
                </a:solidFill>
                <a:latin typeface="+mj-lt"/>
              </a:rPr>
              <a:t> Instead of assuming it is the same everywhere, you split the data using stratification to group the data.</a:t>
            </a:r>
            <a:endParaRPr lang="en-US" sz="1600">
              <a:solidFill>
                <a:srgbClr val="172859"/>
              </a:solidFill>
              <a:latin typeface="+mj-lt"/>
            </a:endParaRPr>
          </a:p>
        </p:txBody>
      </p:sp>
      <p:grpSp>
        <p:nvGrpSpPr>
          <p:cNvPr id="48" name="Group 47">
            <a:extLst>
              <a:ext uri="{FF2B5EF4-FFF2-40B4-BE49-F238E27FC236}">
                <a16:creationId xmlns:a16="http://schemas.microsoft.com/office/drawing/2014/main" id="{B1D7B75F-23B6-F199-9FE0-5BDFC97234B6}"/>
              </a:ext>
            </a:extLst>
          </p:cNvPr>
          <p:cNvGrpSpPr/>
          <p:nvPr/>
        </p:nvGrpSpPr>
        <p:grpSpPr>
          <a:xfrm>
            <a:off x="311005" y="2724826"/>
            <a:ext cx="3471396" cy="1633594"/>
            <a:chOff x="236577" y="3558572"/>
            <a:chExt cx="4314158" cy="1633594"/>
          </a:xfrm>
        </p:grpSpPr>
        <p:pic>
          <p:nvPicPr>
            <p:cNvPr id="9" name="Graphic 8" descr="Mortgage with solid fill">
              <a:extLst>
                <a:ext uri="{FF2B5EF4-FFF2-40B4-BE49-F238E27FC236}">
                  <a16:creationId xmlns:a16="http://schemas.microsoft.com/office/drawing/2014/main" id="{372C4AAD-040E-64B0-91F8-643394C08D9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6577" y="3558574"/>
              <a:ext cx="1304260" cy="1355651"/>
            </a:xfrm>
            <a:prstGeom prst="rect">
              <a:avLst/>
            </a:prstGeom>
          </p:spPr>
        </p:pic>
        <p:pic>
          <p:nvPicPr>
            <p:cNvPr id="10" name="Graphic 9" descr="Mortgage with solid fill">
              <a:extLst>
                <a:ext uri="{FF2B5EF4-FFF2-40B4-BE49-F238E27FC236}">
                  <a16:creationId xmlns:a16="http://schemas.microsoft.com/office/drawing/2014/main" id="{20A5623B-BED8-C09A-0D96-9DFE9665252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01322" y="3558572"/>
              <a:ext cx="1304260" cy="1355651"/>
            </a:xfrm>
            <a:prstGeom prst="rect">
              <a:avLst/>
            </a:prstGeom>
          </p:spPr>
        </p:pic>
        <p:pic>
          <p:nvPicPr>
            <p:cNvPr id="11" name="Graphic 10" descr="Mortgage with solid fill">
              <a:extLst>
                <a:ext uri="{FF2B5EF4-FFF2-40B4-BE49-F238E27FC236}">
                  <a16:creationId xmlns:a16="http://schemas.microsoft.com/office/drawing/2014/main" id="{3CD6CB37-815A-6B84-D4E8-A3CEA8631DE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225431" y="3558572"/>
              <a:ext cx="1304260" cy="1355651"/>
            </a:xfrm>
            <a:prstGeom prst="rect">
              <a:avLst/>
            </a:prstGeom>
          </p:spPr>
        </p:pic>
        <p:sp>
          <p:nvSpPr>
            <p:cNvPr id="12" name="Rectangle: Rounded Corners 11">
              <a:extLst>
                <a:ext uri="{FF2B5EF4-FFF2-40B4-BE49-F238E27FC236}">
                  <a16:creationId xmlns:a16="http://schemas.microsoft.com/office/drawing/2014/main" id="{3789A11A-1199-6862-B5F0-596916DE8EC1}"/>
                </a:ext>
              </a:extLst>
            </p:cNvPr>
            <p:cNvSpPr/>
            <p:nvPr/>
          </p:nvSpPr>
          <p:spPr>
            <a:xfrm>
              <a:off x="236577" y="4763391"/>
              <a:ext cx="1304260" cy="428775"/>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a:latin typeface="+mj-lt"/>
                </a:rPr>
                <a:t>A = 10% Late</a:t>
              </a:r>
              <a:endParaRPr lang="en-US" sz="1400">
                <a:latin typeface="+mj-lt"/>
              </a:endParaRPr>
            </a:p>
          </p:txBody>
        </p:sp>
        <p:sp>
          <p:nvSpPr>
            <p:cNvPr id="13" name="Rectangle: Rounded Corners 12">
              <a:extLst>
                <a:ext uri="{FF2B5EF4-FFF2-40B4-BE49-F238E27FC236}">
                  <a16:creationId xmlns:a16="http://schemas.microsoft.com/office/drawing/2014/main" id="{2502E6FF-1ACE-08EA-C428-ED3FDEF871A8}"/>
                </a:ext>
              </a:extLst>
            </p:cNvPr>
            <p:cNvSpPr/>
            <p:nvPr/>
          </p:nvSpPr>
          <p:spPr>
            <a:xfrm>
              <a:off x="1722035" y="4763390"/>
              <a:ext cx="1325304" cy="428775"/>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a:latin typeface="+mj-lt"/>
                </a:rPr>
                <a:t>B = 45% Late</a:t>
              </a:r>
              <a:endParaRPr lang="en-US" sz="1400">
                <a:latin typeface="+mj-lt"/>
              </a:endParaRPr>
            </a:p>
          </p:txBody>
        </p:sp>
        <p:sp>
          <p:nvSpPr>
            <p:cNvPr id="14" name="Rectangle: Rounded Corners 13">
              <a:extLst>
                <a:ext uri="{FF2B5EF4-FFF2-40B4-BE49-F238E27FC236}">
                  <a16:creationId xmlns:a16="http://schemas.microsoft.com/office/drawing/2014/main" id="{07EA36B1-142E-AA5A-78B5-EB33EFF8E535}"/>
                </a:ext>
              </a:extLst>
            </p:cNvPr>
            <p:cNvSpPr/>
            <p:nvPr/>
          </p:nvSpPr>
          <p:spPr>
            <a:xfrm>
              <a:off x="3246475" y="4763389"/>
              <a:ext cx="1304260" cy="428775"/>
            </a:xfrm>
            <a:prstGeom prst="round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a:latin typeface="+mj-lt"/>
                </a:rPr>
                <a:t>C = 35% Late</a:t>
              </a:r>
              <a:endParaRPr lang="en-US" sz="1400">
                <a:latin typeface="+mj-lt"/>
              </a:endParaRPr>
            </a:p>
          </p:txBody>
        </p:sp>
      </p:grpSp>
      <p:sp>
        <p:nvSpPr>
          <p:cNvPr id="15" name="TextBox 14">
            <a:extLst>
              <a:ext uri="{FF2B5EF4-FFF2-40B4-BE49-F238E27FC236}">
                <a16:creationId xmlns:a16="http://schemas.microsoft.com/office/drawing/2014/main" id="{0C0AEA31-81D3-8E58-D4A8-9441CAD780ED}"/>
              </a:ext>
            </a:extLst>
          </p:cNvPr>
          <p:cNvSpPr txBox="1"/>
          <p:nvPr/>
        </p:nvSpPr>
        <p:spPr>
          <a:xfrm>
            <a:off x="261499" y="4494568"/>
            <a:ext cx="3559246" cy="307777"/>
          </a:xfrm>
          <a:prstGeom prst="rect">
            <a:avLst/>
          </a:prstGeom>
          <a:noFill/>
        </p:spPr>
        <p:txBody>
          <a:bodyPr wrap="square" rtlCol="0">
            <a:spAutoFit/>
          </a:bodyPr>
          <a:lstStyle/>
          <a:p>
            <a:r>
              <a:rPr lang="en-GB" sz="1400" b="1">
                <a:solidFill>
                  <a:srgbClr val="172859"/>
                </a:solidFill>
                <a:latin typeface="+mj-lt"/>
              </a:rPr>
              <a:t>Insight: </a:t>
            </a:r>
            <a:r>
              <a:rPr lang="en-GB" sz="1400">
                <a:solidFill>
                  <a:srgbClr val="172859"/>
                </a:solidFill>
                <a:latin typeface="+mj-lt"/>
              </a:rPr>
              <a:t>Issue is much worse at Project B. </a:t>
            </a:r>
            <a:endParaRPr lang="en-US" sz="1400">
              <a:solidFill>
                <a:srgbClr val="172859"/>
              </a:solidFill>
              <a:latin typeface="+mj-lt"/>
            </a:endParaRPr>
          </a:p>
        </p:txBody>
      </p:sp>
      <p:sp>
        <p:nvSpPr>
          <p:cNvPr id="28" name="TextBox 27">
            <a:extLst>
              <a:ext uri="{FF2B5EF4-FFF2-40B4-BE49-F238E27FC236}">
                <a16:creationId xmlns:a16="http://schemas.microsoft.com/office/drawing/2014/main" id="{59CE7E6A-B08D-465F-B053-CC4A7B42C149}"/>
              </a:ext>
            </a:extLst>
          </p:cNvPr>
          <p:cNvSpPr txBox="1"/>
          <p:nvPr/>
        </p:nvSpPr>
        <p:spPr>
          <a:xfrm>
            <a:off x="4258836" y="4494568"/>
            <a:ext cx="3683227" cy="523220"/>
          </a:xfrm>
          <a:prstGeom prst="rect">
            <a:avLst/>
          </a:prstGeom>
          <a:noFill/>
        </p:spPr>
        <p:txBody>
          <a:bodyPr wrap="square" rtlCol="0">
            <a:spAutoFit/>
          </a:bodyPr>
          <a:lstStyle/>
          <a:p>
            <a:r>
              <a:rPr lang="en-GB" sz="1400" b="1">
                <a:solidFill>
                  <a:srgbClr val="172859"/>
                </a:solidFill>
                <a:latin typeface="+mj-lt"/>
              </a:rPr>
              <a:t>Insight:</a:t>
            </a:r>
            <a:r>
              <a:rPr lang="en-GB" sz="1400">
                <a:solidFill>
                  <a:srgbClr val="172859"/>
                </a:solidFill>
                <a:latin typeface="+mj-lt"/>
              </a:rPr>
              <a:t> Performance varies significantly by person.</a:t>
            </a:r>
            <a:endParaRPr lang="en-US" sz="1400">
              <a:solidFill>
                <a:srgbClr val="172859"/>
              </a:solidFill>
              <a:latin typeface="+mj-lt"/>
            </a:endParaRPr>
          </a:p>
        </p:txBody>
      </p:sp>
      <p:grpSp>
        <p:nvGrpSpPr>
          <p:cNvPr id="49" name="Group 48">
            <a:extLst>
              <a:ext uri="{FF2B5EF4-FFF2-40B4-BE49-F238E27FC236}">
                <a16:creationId xmlns:a16="http://schemas.microsoft.com/office/drawing/2014/main" id="{D8347767-B5D2-84EE-DC1A-B0E6954F49EA}"/>
              </a:ext>
            </a:extLst>
          </p:cNvPr>
          <p:cNvGrpSpPr/>
          <p:nvPr/>
        </p:nvGrpSpPr>
        <p:grpSpPr>
          <a:xfrm>
            <a:off x="4350813" y="2846101"/>
            <a:ext cx="3474750" cy="1549075"/>
            <a:chOff x="4850543" y="3520219"/>
            <a:chExt cx="4271513" cy="1671943"/>
          </a:xfrm>
        </p:grpSpPr>
        <p:sp>
          <p:nvSpPr>
            <p:cNvPr id="21" name="Rectangle: Rounded Corners 20">
              <a:extLst>
                <a:ext uri="{FF2B5EF4-FFF2-40B4-BE49-F238E27FC236}">
                  <a16:creationId xmlns:a16="http://schemas.microsoft.com/office/drawing/2014/main" id="{F948B6B8-08EC-88CB-7994-A06455489EF2}"/>
                </a:ext>
              </a:extLst>
            </p:cNvPr>
            <p:cNvSpPr/>
            <p:nvPr/>
          </p:nvSpPr>
          <p:spPr>
            <a:xfrm>
              <a:off x="7817796" y="4763387"/>
              <a:ext cx="1304260" cy="428775"/>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a:latin typeface="+mj-lt"/>
                </a:rPr>
                <a:t>3 = 50% Late</a:t>
              </a:r>
              <a:endParaRPr lang="en-US" sz="1400">
                <a:latin typeface="+mj-lt"/>
              </a:endParaRPr>
            </a:p>
          </p:txBody>
        </p:sp>
        <p:sp>
          <p:nvSpPr>
            <p:cNvPr id="22" name="Rectangle: Rounded Corners 21">
              <a:extLst>
                <a:ext uri="{FF2B5EF4-FFF2-40B4-BE49-F238E27FC236}">
                  <a16:creationId xmlns:a16="http://schemas.microsoft.com/office/drawing/2014/main" id="{0B5D3C25-852F-EFE3-C6CE-F5BF59F20F4D}"/>
                </a:ext>
              </a:extLst>
            </p:cNvPr>
            <p:cNvSpPr/>
            <p:nvPr/>
          </p:nvSpPr>
          <p:spPr>
            <a:xfrm>
              <a:off x="6333006" y="4763387"/>
              <a:ext cx="1325304" cy="428775"/>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a:latin typeface="+mj-lt"/>
                </a:rPr>
                <a:t>2 = 40% Late</a:t>
              </a:r>
              <a:endParaRPr lang="en-US" sz="1400">
                <a:latin typeface="+mj-lt"/>
              </a:endParaRPr>
            </a:p>
          </p:txBody>
        </p:sp>
        <p:sp>
          <p:nvSpPr>
            <p:cNvPr id="23" name="Rectangle: Rounded Corners 22">
              <a:extLst>
                <a:ext uri="{FF2B5EF4-FFF2-40B4-BE49-F238E27FC236}">
                  <a16:creationId xmlns:a16="http://schemas.microsoft.com/office/drawing/2014/main" id="{DCB036F0-D7BA-58F2-002A-F0569BC1EEED}"/>
                </a:ext>
              </a:extLst>
            </p:cNvPr>
            <p:cNvSpPr/>
            <p:nvPr/>
          </p:nvSpPr>
          <p:spPr>
            <a:xfrm>
              <a:off x="4850543" y="4763386"/>
              <a:ext cx="1304260" cy="428775"/>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a:latin typeface="+mj-lt"/>
                </a:rPr>
                <a:t>1 = 5% Late</a:t>
              </a:r>
              <a:endParaRPr lang="en-US" sz="1400">
                <a:latin typeface="+mj-lt"/>
              </a:endParaRPr>
            </a:p>
          </p:txBody>
        </p:sp>
        <p:pic>
          <p:nvPicPr>
            <p:cNvPr id="25" name="Graphic 24" descr="User with solid fill">
              <a:extLst>
                <a:ext uri="{FF2B5EF4-FFF2-40B4-BE49-F238E27FC236}">
                  <a16:creationId xmlns:a16="http://schemas.microsoft.com/office/drawing/2014/main" id="{4F01BC92-9659-2BB1-031E-99925BBEBBD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045473" y="3960632"/>
              <a:ext cx="914400" cy="914400"/>
            </a:xfrm>
            <a:prstGeom prst="rect">
              <a:avLst/>
            </a:prstGeom>
          </p:spPr>
        </p:pic>
        <p:pic>
          <p:nvPicPr>
            <p:cNvPr id="26" name="Graphic 25" descr="User with solid fill">
              <a:extLst>
                <a:ext uri="{FF2B5EF4-FFF2-40B4-BE49-F238E27FC236}">
                  <a16:creationId xmlns:a16="http://schemas.microsoft.com/office/drawing/2014/main" id="{72B94799-B150-5030-949A-5E94221FDEB0}"/>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566258" y="3949999"/>
              <a:ext cx="914400" cy="914400"/>
            </a:xfrm>
            <a:prstGeom prst="rect">
              <a:avLst/>
            </a:prstGeom>
          </p:spPr>
        </p:pic>
        <p:pic>
          <p:nvPicPr>
            <p:cNvPr id="27" name="Graphic 26" descr="User with solid fill">
              <a:extLst>
                <a:ext uri="{FF2B5EF4-FFF2-40B4-BE49-F238E27FC236}">
                  <a16:creationId xmlns:a16="http://schemas.microsoft.com/office/drawing/2014/main" id="{0809A35C-FE02-AD34-CB7E-7229AA02E54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047068" y="3961926"/>
              <a:ext cx="914400" cy="914400"/>
            </a:xfrm>
            <a:prstGeom prst="rect">
              <a:avLst/>
            </a:prstGeom>
          </p:spPr>
        </p:pic>
        <p:sp>
          <p:nvSpPr>
            <p:cNvPr id="29" name="Rectangle: Rounded Corners 28">
              <a:extLst>
                <a:ext uri="{FF2B5EF4-FFF2-40B4-BE49-F238E27FC236}">
                  <a16:creationId xmlns:a16="http://schemas.microsoft.com/office/drawing/2014/main" id="{B5E97A5E-0EDA-BE27-4C0C-02013E404DE8}"/>
                </a:ext>
              </a:extLst>
            </p:cNvPr>
            <p:cNvSpPr/>
            <p:nvPr/>
          </p:nvSpPr>
          <p:spPr>
            <a:xfrm>
              <a:off x="5300983" y="3520219"/>
              <a:ext cx="3274827" cy="428775"/>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latin typeface="+mj-lt"/>
                </a:rPr>
                <a:t>Project B</a:t>
              </a:r>
              <a:endParaRPr lang="en-US">
                <a:latin typeface="+mj-lt"/>
              </a:endParaRPr>
            </a:p>
          </p:txBody>
        </p:sp>
      </p:grpSp>
      <p:pic>
        <p:nvPicPr>
          <p:cNvPr id="45" name="Graphic 44" descr="Stopwatch with solid fill">
            <a:extLst>
              <a:ext uri="{FF2B5EF4-FFF2-40B4-BE49-F238E27FC236}">
                <a16:creationId xmlns:a16="http://schemas.microsoft.com/office/drawing/2014/main" id="{B28F5E53-320B-08A9-276C-7CB965093F18}"/>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362951" y="3052002"/>
            <a:ext cx="914400" cy="914400"/>
          </a:xfrm>
          <a:prstGeom prst="rect">
            <a:avLst/>
          </a:prstGeom>
        </p:spPr>
      </p:pic>
      <p:pic>
        <p:nvPicPr>
          <p:cNvPr id="46" name="Graphic 45" descr="Stopwatch with solid fill">
            <a:extLst>
              <a:ext uri="{FF2B5EF4-FFF2-40B4-BE49-F238E27FC236}">
                <a16:creationId xmlns:a16="http://schemas.microsoft.com/office/drawing/2014/main" id="{BEC9ADF3-D84A-1E1B-6C8D-961FFE9FAF7A}"/>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552074" y="3061853"/>
            <a:ext cx="914400" cy="914400"/>
          </a:xfrm>
          <a:prstGeom prst="rect">
            <a:avLst/>
          </a:prstGeom>
        </p:spPr>
      </p:pic>
      <p:pic>
        <p:nvPicPr>
          <p:cNvPr id="47" name="Graphic 46" descr="Stopwatch with solid fill">
            <a:extLst>
              <a:ext uri="{FF2B5EF4-FFF2-40B4-BE49-F238E27FC236}">
                <a16:creationId xmlns:a16="http://schemas.microsoft.com/office/drawing/2014/main" id="{8D096596-4F36-53DF-57B5-D30EA6830922}"/>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741197" y="3052002"/>
            <a:ext cx="914400" cy="914400"/>
          </a:xfrm>
          <a:prstGeom prst="rect">
            <a:avLst/>
          </a:prstGeom>
        </p:spPr>
      </p:pic>
      <p:sp>
        <p:nvSpPr>
          <p:cNvPr id="50" name="Rectangle: Rounded Corners 49">
            <a:extLst>
              <a:ext uri="{FF2B5EF4-FFF2-40B4-BE49-F238E27FC236}">
                <a16:creationId xmlns:a16="http://schemas.microsoft.com/office/drawing/2014/main" id="{D1EC1BA4-C28E-9863-AE28-F2C5052D4BD9}"/>
              </a:ext>
            </a:extLst>
          </p:cNvPr>
          <p:cNvSpPr/>
          <p:nvPr/>
        </p:nvSpPr>
        <p:spPr>
          <a:xfrm>
            <a:off x="8295413" y="3983488"/>
            <a:ext cx="1049475" cy="399319"/>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a:latin typeface="+mj-lt"/>
              </a:rPr>
              <a:t>Morning = 10% Late</a:t>
            </a:r>
            <a:endParaRPr lang="en-US" sz="1400">
              <a:latin typeface="+mj-lt"/>
            </a:endParaRPr>
          </a:p>
        </p:txBody>
      </p:sp>
      <p:sp>
        <p:nvSpPr>
          <p:cNvPr id="54" name="Rectangle: Rounded Corners 53">
            <a:extLst>
              <a:ext uri="{FF2B5EF4-FFF2-40B4-BE49-F238E27FC236}">
                <a16:creationId xmlns:a16="http://schemas.microsoft.com/office/drawing/2014/main" id="{7DEF925B-59E8-23F1-7BA1-5BA33F3D5365}"/>
              </a:ext>
            </a:extLst>
          </p:cNvPr>
          <p:cNvSpPr/>
          <p:nvPr/>
        </p:nvSpPr>
        <p:spPr>
          <a:xfrm>
            <a:off x="9486127" y="3992139"/>
            <a:ext cx="1089937" cy="399319"/>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a:latin typeface="+mj-lt"/>
              </a:rPr>
              <a:t>Afternoon= 25% Late</a:t>
            </a:r>
            <a:endParaRPr lang="en-US" sz="1400">
              <a:latin typeface="+mj-lt"/>
            </a:endParaRPr>
          </a:p>
        </p:txBody>
      </p:sp>
      <p:sp>
        <p:nvSpPr>
          <p:cNvPr id="55" name="Rectangle: Rounded Corners 54">
            <a:extLst>
              <a:ext uri="{FF2B5EF4-FFF2-40B4-BE49-F238E27FC236}">
                <a16:creationId xmlns:a16="http://schemas.microsoft.com/office/drawing/2014/main" id="{85864E70-670A-9CC1-6B47-09D68DE9CF4A}"/>
              </a:ext>
            </a:extLst>
          </p:cNvPr>
          <p:cNvSpPr/>
          <p:nvPr/>
        </p:nvSpPr>
        <p:spPr>
          <a:xfrm>
            <a:off x="10717334" y="3995856"/>
            <a:ext cx="1049475" cy="399319"/>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a:latin typeface="+mj-lt"/>
              </a:rPr>
              <a:t>Night = 60% Late</a:t>
            </a:r>
            <a:endParaRPr lang="en-US" sz="1400">
              <a:latin typeface="+mj-lt"/>
            </a:endParaRPr>
          </a:p>
        </p:txBody>
      </p:sp>
      <p:sp>
        <p:nvSpPr>
          <p:cNvPr id="56" name="TextBox 55">
            <a:extLst>
              <a:ext uri="{FF2B5EF4-FFF2-40B4-BE49-F238E27FC236}">
                <a16:creationId xmlns:a16="http://schemas.microsoft.com/office/drawing/2014/main" id="{74BB651A-2CC1-61BE-282C-D98A9B3FAE4B}"/>
              </a:ext>
            </a:extLst>
          </p:cNvPr>
          <p:cNvSpPr txBox="1"/>
          <p:nvPr/>
        </p:nvSpPr>
        <p:spPr>
          <a:xfrm>
            <a:off x="8295413" y="4475348"/>
            <a:ext cx="4314158" cy="307777"/>
          </a:xfrm>
          <a:prstGeom prst="rect">
            <a:avLst/>
          </a:prstGeom>
          <a:noFill/>
        </p:spPr>
        <p:txBody>
          <a:bodyPr wrap="square" rtlCol="0">
            <a:spAutoFit/>
          </a:bodyPr>
          <a:lstStyle/>
          <a:p>
            <a:r>
              <a:rPr lang="en-GB" sz="1400" b="1">
                <a:solidFill>
                  <a:srgbClr val="172859"/>
                </a:solidFill>
                <a:latin typeface="+mj-lt"/>
              </a:rPr>
              <a:t>Insight:</a:t>
            </a:r>
            <a:r>
              <a:rPr lang="en-GB" sz="1400">
                <a:solidFill>
                  <a:srgbClr val="172859"/>
                </a:solidFill>
                <a:latin typeface="+mj-lt"/>
              </a:rPr>
              <a:t> Delays increase later in the day.</a:t>
            </a:r>
            <a:endParaRPr lang="en-US" sz="1400">
              <a:solidFill>
                <a:srgbClr val="172859"/>
              </a:solidFill>
              <a:latin typeface="+mj-lt"/>
            </a:endParaRPr>
          </a:p>
        </p:txBody>
      </p:sp>
      <p:sp>
        <p:nvSpPr>
          <p:cNvPr id="62" name="Rectangle: Rounded Corners 61">
            <a:extLst>
              <a:ext uri="{FF2B5EF4-FFF2-40B4-BE49-F238E27FC236}">
                <a16:creationId xmlns:a16="http://schemas.microsoft.com/office/drawing/2014/main" id="{E2743326-D95B-E2F2-BAF1-24C609E2145C}"/>
              </a:ext>
            </a:extLst>
          </p:cNvPr>
          <p:cNvSpPr/>
          <p:nvPr/>
        </p:nvSpPr>
        <p:spPr>
          <a:xfrm>
            <a:off x="5499215" y="2433636"/>
            <a:ext cx="1081414" cy="369259"/>
          </a:xfrm>
          <a:prstGeom prst="round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latin typeface="+mj-lt"/>
              </a:rPr>
              <a:t>Where?</a:t>
            </a:r>
            <a:endParaRPr lang="en-US">
              <a:latin typeface="+mj-lt"/>
            </a:endParaRPr>
          </a:p>
        </p:txBody>
      </p:sp>
      <p:sp>
        <p:nvSpPr>
          <p:cNvPr id="63" name="Rectangle: Rounded Corners 62">
            <a:extLst>
              <a:ext uri="{FF2B5EF4-FFF2-40B4-BE49-F238E27FC236}">
                <a16:creationId xmlns:a16="http://schemas.microsoft.com/office/drawing/2014/main" id="{24DA1D23-691E-8097-8C04-2AC16262E981}"/>
              </a:ext>
            </a:extLst>
          </p:cNvPr>
          <p:cNvSpPr/>
          <p:nvPr/>
        </p:nvSpPr>
        <p:spPr>
          <a:xfrm>
            <a:off x="1503781" y="2433636"/>
            <a:ext cx="1081414" cy="369259"/>
          </a:xfrm>
          <a:prstGeom prst="round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latin typeface="+mj-lt"/>
              </a:rPr>
              <a:t>What?</a:t>
            </a:r>
            <a:endParaRPr lang="en-US">
              <a:latin typeface="+mj-lt"/>
            </a:endParaRPr>
          </a:p>
        </p:txBody>
      </p:sp>
      <p:sp>
        <p:nvSpPr>
          <p:cNvPr id="64" name="Rectangle: Rounded Corners 63">
            <a:extLst>
              <a:ext uri="{FF2B5EF4-FFF2-40B4-BE49-F238E27FC236}">
                <a16:creationId xmlns:a16="http://schemas.microsoft.com/office/drawing/2014/main" id="{EC815FB1-F8C3-9200-3678-98E48A55E230}"/>
              </a:ext>
            </a:extLst>
          </p:cNvPr>
          <p:cNvSpPr/>
          <p:nvPr/>
        </p:nvSpPr>
        <p:spPr>
          <a:xfrm>
            <a:off x="9486127" y="2425178"/>
            <a:ext cx="1081414" cy="369259"/>
          </a:xfrm>
          <a:prstGeom prst="round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latin typeface="+mj-lt"/>
              </a:rPr>
              <a:t>When?</a:t>
            </a:r>
            <a:endParaRPr lang="en-US">
              <a:latin typeface="+mj-lt"/>
            </a:endParaRPr>
          </a:p>
        </p:txBody>
      </p:sp>
      <p:sp>
        <p:nvSpPr>
          <p:cNvPr id="65" name="TextBox 64">
            <a:extLst>
              <a:ext uri="{FF2B5EF4-FFF2-40B4-BE49-F238E27FC236}">
                <a16:creationId xmlns:a16="http://schemas.microsoft.com/office/drawing/2014/main" id="{86A6CAA5-2238-2884-1930-C56136F54A1A}"/>
              </a:ext>
            </a:extLst>
          </p:cNvPr>
          <p:cNvSpPr txBox="1"/>
          <p:nvPr/>
        </p:nvSpPr>
        <p:spPr>
          <a:xfrm>
            <a:off x="216083" y="5480001"/>
            <a:ext cx="11714418" cy="584775"/>
          </a:xfrm>
          <a:prstGeom prst="rect">
            <a:avLst/>
          </a:prstGeom>
          <a:noFill/>
        </p:spPr>
        <p:txBody>
          <a:bodyPr wrap="square">
            <a:spAutoFit/>
          </a:bodyPr>
          <a:lstStyle/>
          <a:p>
            <a:r>
              <a:rPr lang="en-GB" sz="1600">
                <a:solidFill>
                  <a:srgbClr val="172859"/>
                </a:solidFill>
                <a:latin typeface="+mj-lt"/>
              </a:rPr>
              <a:t>Hidden patterns that averages don’t show where the problem is happening, who it affects and when it occurs. Stratification in this example can indicate high risk projects, variation in advisor performance and peak issues.</a:t>
            </a:r>
            <a:endParaRPr lang="en-US" sz="1600">
              <a:solidFill>
                <a:srgbClr val="172859"/>
              </a:solidFill>
              <a:latin typeface="+mj-lt"/>
            </a:endParaRPr>
          </a:p>
        </p:txBody>
      </p:sp>
    </p:spTree>
    <p:extLst>
      <p:ext uri="{BB962C8B-B14F-4D97-AF65-F5344CB8AC3E}">
        <p14:creationId xmlns:p14="http://schemas.microsoft.com/office/powerpoint/2010/main" val="13803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6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animBg="1"/>
      <p:bldP spid="58" grpId="0" animBg="1"/>
      <p:bldP spid="57" grpId="0" animBg="1"/>
      <p:bldP spid="15" grpId="0"/>
      <p:bldP spid="28" grpId="0"/>
      <p:bldP spid="50" grpId="0" animBg="1"/>
      <p:bldP spid="54" grpId="0" animBg="1"/>
      <p:bldP spid="55" grpId="0" animBg="1"/>
      <p:bldP spid="56" grpId="0"/>
      <p:bldP spid="62" grpId="0" animBg="1"/>
      <p:bldP spid="63" grpId="0" animBg="1"/>
      <p:bldP spid="64" grpId="0" animBg="1"/>
      <p:bldP spid="6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8CAD2C-134F-1C92-3AA4-694971894A7B}"/>
            </a:ext>
          </a:extLst>
        </p:cNvPr>
        <p:cNvGrpSpPr/>
        <p:nvPr/>
      </p:nvGrpSpPr>
      <p:grpSpPr>
        <a:xfrm>
          <a:off x="0" y="0"/>
          <a:ext cx="0" cy="0"/>
          <a:chOff x="0" y="0"/>
          <a:chExt cx="0" cy="0"/>
        </a:xfrm>
      </p:grpSpPr>
      <p:sp>
        <p:nvSpPr>
          <p:cNvPr id="59" name="Rectangle: Rounded Corners 58">
            <a:extLst>
              <a:ext uri="{FF2B5EF4-FFF2-40B4-BE49-F238E27FC236}">
                <a16:creationId xmlns:a16="http://schemas.microsoft.com/office/drawing/2014/main" id="{83615B02-40BC-7267-628A-80F479A0DD1A}"/>
              </a:ext>
            </a:extLst>
          </p:cNvPr>
          <p:cNvSpPr/>
          <p:nvPr/>
        </p:nvSpPr>
        <p:spPr>
          <a:xfrm>
            <a:off x="8105723" y="2919092"/>
            <a:ext cx="3801932" cy="2546498"/>
          </a:xfrm>
          <a:prstGeom prst="roundRect">
            <a:avLst/>
          </a:prstGeom>
          <a:solidFill>
            <a:schemeClr val="bg1"/>
          </a:solidFill>
          <a:ln w="381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Rounded Corners 57">
            <a:extLst>
              <a:ext uri="{FF2B5EF4-FFF2-40B4-BE49-F238E27FC236}">
                <a16:creationId xmlns:a16="http://schemas.microsoft.com/office/drawing/2014/main" id="{EE4E2E3D-3359-CBA2-1F6A-9D98412D2384}"/>
              </a:ext>
            </a:extLst>
          </p:cNvPr>
          <p:cNvSpPr/>
          <p:nvPr/>
        </p:nvSpPr>
        <p:spPr>
          <a:xfrm>
            <a:off x="4117285" y="2919092"/>
            <a:ext cx="3801932" cy="2546498"/>
          </a:xfrm>
          <a:prstGeom prst="roundRect">
            <a:avLst/>
          </a:prstGeom>
          <a:solidFill>
            <a:schemeClr val="bg1"/>
          </a:solidFill>
          <a:ln w="381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Rounded Corners 56">
            <a:extLst>
              <a:ext uri="{FF2B5EF4-FFF2-40B4-BE49-F238E27FC236}">
                <a16:creationId xmlns:a16="http://schemas.microsoft.com/office/drawing/2014/main" id="{F37513CE-251A-3B6D-7DE4-7C190D6B64CF}"/>
              </a:ext>
            </a:extLst>
          </p:cNvPr>
          <p:cNvSpPr/>
          <p:nvPr/>
        </p:nvSpPr>
        <p:spPr>
          <a:xfrm>
            <a:off x="170390" y="2915579"/>
            <a:ext cx="3801932" cy="2546498"/>
          </a:xfrm>
          <a:prstGeom prst="roundRect">
            <a:avLst/>
          </a:prstGeom>
          <a:solidFill>
            <a:schemeClr val="bg1"/>
          </a:solidFill>
          <a:ln w="381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Placeholder 1">
            <a:extLst>
              <a:ext uri="{FF2B5EF4-FFF2-40B4-BE49-F238E27FC236}">
                <a16:creationId xmlns:a16="http://schemas.microsoft.com/office/drawing/2014/main" id="{C3DB95D4-B5FD-C35A-B415-E736A85C9E94}"/>
              </a:ext>
            </a:extLst>
          </p:cNvPr>
          <p:cNvSpPr>
            <a:spLocks noGrp="1"/>
          </p:cNvSpPr>
          <p:nvPr>
            <p:ph type="body" sz="quarter" idx="10"/>
          </p:nvPr>
        </p:nvSpPr>
        <p:spPr>
          <a:xfrm>
            <a:off x="533399" y="219670"/>
            <a:ext cx="8514907" cy="923330"/>
          </a:xfrm>
        </p:spPr>
        <p:txBody>
          <a:bodyPr>
            <a:normAutofit lnSpcReduction="10000"/>
          </a:bodyPr>
          <a:lstStyle/>
          <a:p>
            <a:r>
              <a:rPr lang="en-GB" sz="3200">
                <a:latin typeface="+mj-lt"/>
              </a:rPr>
              <a:t>Example of Stratification - Shared Services &amp; Enabling Functions</a:t>
            </a:r>
            <a:endParaRPr lang="en-US" sz="3200">
              <a:latin typeface="+mj-lt"/>
            </a:endParaRPr>
          </a:p>
        </p:txBody>
      </p:sp>
      <p:sp>
        <p:nvSpPr>
          <p:cNvPr id="5" name="Rectangle: Rounded Corners 4">
            <a:extLst>
              <a:ext uri="{FF2B5EF4-FFF2-40B4-BE49-F238E27FC236}">
                <a16:creationId xmlns:a16="http://schemas.microsoft.com/office/drawing/2014/main" id="{C2F0EBE1-8DC8-A41E-921C-C1A7F8D09C72}"/>
              </a:ext>
            </a:extLst>
          </p:cNvPr>
          <p:cNvSpPr/>
          <p:nvPr/>
        </p:nvSpPr>
        <p:spPr>
          <a:xfrm>
            <a:off x="347595" y="1593795"/>
            <a:ext cx="11714418" cy="640152"/>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GB" sz="1600" b="1" dirty="0">
                <a:solidFill>
                  <a:srgbClr val="172859"/>
                </a:solidFill>
              </a:rPr>
              <a:t>Problem:</a:t>
            </a:r>
            <a:r>
              <a:rPr lang="en-GB" sz="1600" dirty="0">
                <a:solidFill>
                  <a:srgbClr val="172859"/>
                </a:solidFill>
              </a:rPr>
              <a:t> You are analyzing delays in completing service desk requests. You find: 25% of Service Requests are completed outside of the policy turnaround times.</a:t>
            </a:r>
          </a:p>
          <a:p>
            <a:r>
              <a:rPr lang="en-GB" sz="1600" dirty="0">
                <a:solidFill>
                  <a:srgbClr val="172859"/>
                </a:solidFill>
              </a:rPr>
              <a:t> </a:t>
            </a:r>
          </a:p>
          <a:p>
            <a:r>
              <a:rPr lang="en-GB" sz="1600" b="1" dirty="0">
                <a:solidFill>
                  <a:srgbClr val="172859"/>
                </a:solidFill>
              </a:rPr>
              <a:t>Action:</a:t>
            </a:r>
            <a:r>
              <a:rPr lang="en-GB" sz="1600" dirty="0">
                <a:solidFill>
                  <a:srgbClr val="172859"/>
                </a:solidFill>
              </a:rPr>
              <a:t> Instead of assuming it is the same everywhere, you split the data using stratification to group the data.</a:t>
            </a:r>
            <a:endParaRPr lang="en-US" sz="1600" dirty="0">
              <a:solidFill>
                <a:srgbClr val="172859"/>
              </a:solidFill>
            </a:endParaRPr>
          </a:p>
        </p:txBody>
      </p:sp>
      <p:grpSp>
        <p:nvGrpSpPr>
          <p:cNvPr id="48" name="Group 47">
            <a:extLst>
              <a:ext uri="{FF2B5EF4-FFF2-40B4-BE49-F238E27FC236}">
                <a16:creationId xmlns:a16="http://schemas.microsoft.com/office/drawing/2014/main" id="{6A13A714-657E-0FC1-FB6A-052E6668E903}"/>
              </a:ext>
            </a:extLst>
          </p:cNvPr>
          <p:cNvGrpSpPr/>
          <p:nvPr/>
        </p:nvGrpSpPr>
        <p:grpSpPr>
          <a:xfrm>
            <a:off x="288159" y="3011905"/>
            <a:ext cx="3471396" cy="1633594"/>
            <a:chOff x="236577" y="3558572"/>
            <a:chExt cx="4314158" cy="1633594"/>
          </a:xfrm>
        </p:grpSpPr>
        <p:pic>
          <p:nvPicPr>
            <p:cNvPr id="9" name="Graphic 8" descr="Mortgage with solid fill">
              <a:extLst>
                <a:ext uri="{FF2B5EF4-FFF2-40B4-BE49-F238E27FC236}">
                  <a16:creationId xmlns:a16="http://schemas.microsoft.com/office/drawing/2014/main" id="{674335B4-FCEC-09B4-F2B5-AC06CC05519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6577" y="3558574"/>
              <a:ext cx="1304260" cy="1355651"/>
            </a:xfrm>
            <a:prstGeom prst="rect">
              <a:avLst/>
            </a:prstGeom>
          </p:spPr>
        </p:pic>
        <p:pic>
          <p:nvPicPr>
            <p:cNvPr id="10" name="Graphic 9" descr="Mortgage with solid fill">
              <a:extLst>
                <a:ext uri="{FF2B5EF4-FFF2-40B4-BE49-F238E27FC236}">
                  <a16:creationId xmlns:a16="http://schemas.microsoft.com/office/drawing/2014/main" id="{197FD27C-0E77-4B00-5007-EBEC43631C3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01322" y="3558572"/>
              <a:ext cx="1304260" cy="1355651"/>
            </a:xfrm>
            <a:prstGeom prst="rect">
              <a:avLst/>
            </a:prstGeom>
          </p:spPr>
        </p:pic>
        <p:pic>
          <p:nvPicPr>
            <p:cNvPr id="11" name="Graphic 10" descr="Mortgage with solid fill">
              <a:extLst>
                <a:ext uri="{FF2B5EF4-FFF2-40B4-BE49-F238E27FC236}">
                  <a16:creationId xmlns:a16="http://schemas.microsoft.com/office/drawing/2014/main" id="{B9622861-E813-E817-3187-DCEE66D4B71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225431" y="3558572"/>
              <a:ext cx="1304260" cy="1355651"/>
            </a:xfrm>
            <a:prstGeom prst="rect">
              <a:avLst/>
            </a:prstGeom>
          </p:spPr>
        </p:pic>
        <p:sp>
          <p:nvSpPr>
            <p:cNvPr id="12" name="Rectangle: Rounded Corners 11">
              <a:extLst>
                <a:ext uri="{FF2B5EF4-FFF2-40B4-BE49-F238E27FC236}">
                  <a16:creationId xmlns:a16="http://schemas.microsoft.com/office/drawing/2014/main" id="{15D47631-25FF-26A6-B598-964E595C80F2}"/>
                </a:ext>
              </a:extLst>
            </p:cNvPr>
            <p:cNvSpPr/>
            <p:nvPr/>
          </p:nvSpPr>
          <p:spPr>
            <a:xfrm>
              <a:off x="236577" y="4763391"/>
              <a:ext cx="1304260" cy="428775"/>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a:t>HR= </a:t>
              </a:r>
              <a:br>
                <a:rPr lang="en-GB" sz="1400"/>
              </a:br>
              <a:r>
                <a:rPr lang="en-GB" sz="1400"/>
                <a:t>15% Late</a:t>
              </a:r>
              <a:endParaRPr lang="en-US" sz="1400"/>
            </a:p>
          </p:txBody>
        </p:sp>
        <p:sp>
          <p:nvSpPr>
            <p:cNvPr id="13" name="Rectangle: Rounded Corners 12">
              <a:extLst>
                <a:ext uri="{FF2B5EF4-FFF2-40B4-BE49-F238E27FC236}">
                  <a16:creationId xmlns:a16="http://schemas.microsoft.com/office/drawing/2014/main" id="{95CA6984-0680-C9ED-08DB-9BB9B55EAB73}"/>
                </a:ext>
              </a:extLst>
            </p:cNvPr>
            <p:cNvSpPr/>
            <p:nvPr/>
          </p:nvSpPr>
          <p:spPr>
            <a:xfrm>
              <a:off x="1722035" y="4763390"/>
              <a:ext cx="1325304" cy="428775"/>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a:t>FINANCE = 55% Late</a:t>
              </a:r>
              <a:endParaRPr lang="en-US" sz="1400"/>
            </a:p>
          </p:txBody>
        </p:sp>
        <p:sp>
          <p:nvSpPr>
            <p:cNvPr id="14" name="Rectangle: Rounded Corners 13">
              <a:extLst>
                <a:ext uri="{FF2B5EF4-FFF2-40B4-BE49-F238E27FC236}">
                  <a16:creationId xmlns:a16="http://schemas.microsoft.com/office/drawing/2014/main" id="{278C154C-A3F5-324D-1320-DEC673C78907}"/>
                </a:ext>
              </a:extLst>
            </p:cNvPr>
            <p:cNvSpPr/>
            <p:nvPr/>
          </p:nvSpPr>
          <p:spPr>
            <a:xfrm>
              <a:off x="3246475" y="4763389"/>
              <a:ext cx="1304260" cy="428775"/>
            </a:xfrm>
            <a:prstGeom prst="round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a:t>IT = </a:t>
              </a:r>
              <a:br>
                <a:rPr lang="en-GB" sz="1400"/>
              </a:br>
              <a:r>
                <a:rPr lang="en-GB" sz="1400"/>
                <a:t>20% Late</a:t>
              </a:r>
              <a:endParaRPr lang="en-US" sz="1400"/>
            </a:p>
          </p:txBody>
        </p:sp>
      </p:grpSp>
      <p:sp>
        <p:nvSpPr>
          <p:cNvPr id="15" name="TextBox 14">
            <a:extLst>
              <a:ext uri="{FF2B5EF4-FFF2-40B4-BE49-F238E27FC236}">
                <a16:creationId xmlns:a16="http://schemas.microsoft.com/office/drawing/2014/main" id="{F1A699D2-9009-128B-919C-6F10260E328C}"/>
              </a:ext>
            </a:extLst>
          </p:cNvPr>
          <p:cNvSpPr txBox="1"/>
          <p:nvPr/>
        </p:nvSpPr>
        <p:spPr>
          <a:xfrm>
            <a:off x="347595" y="4741714"/>
            <a:ext cx="3559246" cy="738664"/>
          </a:xfrm>
          <a:prstGeom prst="rect">
            <a:avLst/>
          </a:prstGeom>
          <a:noFill/>
        </p:spPr>
        <p:txBody>
          <a:bodyPr wrap="square" rtlCol="0">
            <a:spAutoFit/>
          </a:bodyPr>
          <a:lstStyle/>
          <a:p>
            <a:r>
              <a:rPr lang="en-GB" sz="1400" b="1">
                <a:solidFill>
                  <a:srgbClr val="172859"/>
                </a:solidFill>
              </a:rPr>
              <a:t>Insight: </a:t>
            </a:r>
            <a:r>
              <a:rPr lang="en-US" sz="1400">
                <a:solidFill>
                  <a:srgbClr val="172859"/>
                </a:solidFill>
              </a:rPr>
              <a:t>Delays are significantly higher in Finance.</a:t>
            </a:r>
          </a:p>
          <a:p>
            <a:r>
              <a:rPr lang="en-GB" sz="1400" b="1">
                <a:solidFill>
                  <a:srgbClr val="172859"/>
                </a:solidFill>
              </a:rPr>
              <a:t> </a:t>
            </a:r>
            <a:endParaRPr lang="en-US" sz="1400">
              <a:solidFill>
                <a:srgbClr val="172859"/>
              </a:solidFill>
            </a:endParaRPr>
          </a:p>
        </p:txBody>
      </p:sp>
      <p:sp>
        <p:nvSpPr>
          <p:cNvPr id="28" name="TextBox 27">
            <a:extLst>
              <a:ext uri="{FF2B5EF4-FFF2-40B4-BE49-F238E27FC236}">
                <a16:creationId xmlns:a16="http://schemas.microsoft.com/office/drawing/2014/main" id="{C45B462D-753E-52DB-F71B-2C2623377540}"/>
              </a:ext>
            </a:extLst>
          </p:cNvPr>
          <p:cNvSpPr txBox="1"/>
          <p:nvPr/>
        </p:nvSpPr>
        <p:spPr>
          <a:xfrm>
            <a:off x="4378169" y="4781644"/>
            <a:ext cx="3424547" cy="523220"/>
          </a:xfrm>
          <a:prstGeom prst="rect">
            <a:avLst/>
          </a:prstGeom>
          <a:noFill/>
        </p:spPr>
        <p:txBody>
          <a:bodyPr wrap="square" rtlCol="0">
            <a:spAutoFit/>
          </a:bodyPr>
          <a:lstStyle/>
          <a:p>
            <a:r>
              <a:rPr lang="en-GB" sz="1400" b="1">
                <a:solidFill>
                  <a:srgbClr val="172859"/>
                </a:solidFill>
              </a:rPr>
              <a:t>Insight:</a:t>
            </a:r>
            <a:r>
              <a:rPr lang="en-GB" sz="1400">
                <a:solidFill>
                  <a:srgbClr val="172859"/>
                </a:solidFill>
              </a:rPr>
              <a:t> Performance varies significantly by person.</a:t>
            </a:r>
            <a:endParaRPr lang="en-US" sz="1400">
              <a:solidFill>
                <a:srgbClr val="172859"/>
              </a:solidFill>
            </a:endParaRPr>
          </a:p>
        </p:txBody>
      </p:sp>
      <p:grpSp>
        <p:nvGrpSpPr>
          <p:cNvPr id="49" name="Group 48">
            <a:extLst>
              <a:ext uri="{FF2B5EF4-FFF2-40B4-BE49-F238E27FC236}">
                <a16:creationId xmlns:a16="http://schemas.microsoft.com/office/drawing/2014/main" id="{FCCD7D36-B1EE-4F45-ED64-75FDAC6DA7C3}"/>
              </a:ext>
            </a:extLst>
          </p:cNvPr>
          <p:cNvGrpSpPr/>
          <p:nvPr/>
        </p:nvGrpSpPr>
        <p:grpSpPr>
          <a:xfrm>
            <a:off x="4327967" y="3127991"/>
            <a:ext cx="3474750" cy="1554263"/>
            <a:chOff x="4850543" y="3514619"/>
            <a:chExt cx="4271513" cy="1677543"/>
          </a:xfrm>
        </p:grpSpPr>
        <p:sp>
          <p:nvSpPr>
            <p:cNvPr id="21" name="Rectangle: Rounded Corners 20">
              <a:extLst>
                <a:ext uri="{FF2B5EF4-FFF2-40B4-BE49-F238E27FC236}">
                  <a16:creationId xmlns:a16="http://schemas.microsoft.com/office/drawing/2014/main" id="{B3C08180-8907-E6C4-7D43-5017A5FFB773}"/>
                </a:ext>
              </a:extLst>
            </p:cNvPr>
            <p:cNvSpPr/>
            <p:nvPr/>
          </p:nvSpPr>
          <p:spPr>
            <a:xfrm>
              <a:off x="7817796" y="4763387"/>
              <a:ext cx="1304260" cy="428775"/>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a:t>3 = 20% Late</a:t>
              </a:r>
              <a:endParaRPr lang="en-US" sz="1400"/>
            </a:p>
          </p:txBody>
        </p:sp>
        <p:sp>
          <p:nvSpPr>
            <p:cNvPr id="22" name="Rectangle: Rounded Corners 21">
              <a:extLst>
                <a:ext uri="{FF2B5EF4-FFF2-40B4-BE49-F238E27FC236}">
                  <a16:creationId xmlns:a16="http://schemas.microsoft.com/office/drawing/2014/main" id="{7EFDF0D0-5218-F318-4D57-3A163023ABD2}"/>
                </a:ext>
              </a:extLst>
            </p:cNvPr>
            <p:cNvSpPr/>
            <p:nvPr/>
          </p:nvSpPr>
          <p:spPr>
            <a:xfrm>
              <a:off x="6333006" y="4763387"/>
              <a:ext cx="1325304" cy="428775"/>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a:t>2 = 15% Late</a:t>
              </a:r>
              <a:endParaRPr lang="en-US" sz="1400"/>
            </a:p>
          </p:txBody>
        </p:sp>
        <p:sp>
          <p:nvSpPr>
            <p:cNvPr id="23" name="Rectangle: Rounded Corners 22">
              <a:extLst>
                <a:ext uri="{FF2B5EF4-FFF2-40B4-BE49-F238E27FC236}">
                  <a16:creationId xmlns:a16="http://schemas.microsoft.com/office/drawing/2014/main" id="{C98CD248-0127-C544-BD68-F8060D948443}"/>
                </a:ext>
              </a:extLst>
            </p:cNvPr>
            <p:cNvSpPr/>
            <p:nvPr/>
          </p:nvSpPr>
          <p:spPr>
            <a:xfrm>
              <a:off x="4850543" y="4763386"/>
              <a:ext cx="1304260" cy="428775"/>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a:t>1 = 5% Late</a:t>
              </a:r>
              <a:endParaRPr lang="en-US" sz="1400"/>
            </a:p>
          </p:txBody>
        </p:sp>
        <p:pic>
          <p:nvPicPr>
            <p:cNvPr id="25" name="Graphic 24" descr="User with solid fill">
              <a:extLst>
                <a:ext uri="{FF2B5EF4-FFF2-40B4-BE49-F238E27FC236}">
                  <a16:creationId xmlns:a16="http://schemas.microsoft.com/office/drawing/2014/main" id="{703EBB04-6DB8-E42A-F9EE-ECAC9207072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045473" y="3960632"/>
              <a:ext cx="914400" cy="914400"/>
            </a:xfrm>
            <a:prstGeom prst="rect">
              <a:avLst/>
            </a:prstGeom>
          </p:spPr>
        </p:pic>
        <p:pic>
          <p:nvPicPr>
            <p:cNvPr id="26" name="Graphic 25" descr="User with solid fill">
              <a:extLst>
                <a:ext uri="{FF2B5EF4-FFF2-40B4-BE49-F238E27FC236}">
                  <a16:creationId xmlns:a16="http://schemas.microsoft.com/office/drawing/2014/main" id="{E943E593-CFFA-67D1-2FD1-96CCE49FC320}"/>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566258" y="3949999"/>
              <a:ext cx="914400" cy="914400"/>
            </a:xfrm>
            <a:prstGeom prst="rect">
              <a:avLst/>
            </a:prstGeom>
          </p:spPr>
        </p:pic>
        <p:pic>
          <p:nvPicPr>
            <p:cNvPr id="27" name="Graphic 26" descr="User with solid fill">
              <a:extLst>
                <a:ext uri="{FF2B5EF4-FFF2-40B4-BE49-F238E27FC236}">
                  <a16:creationId xmlns:a16="http://schemas.microsoft.com/office/drawing/2014/main" id="{026FAFCC-00A5-6C7E-763A-98119E49BA3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047068" y="3961926"/>
              <a:ext cx="914400" cy="914400"/>
            </a:xfrm>
            <a:prstGeom prst="rect">
              <a:avLst/>
            </a:prstGeom>
          </p:spPr>
        </p:pic>
        <p:sp>
          <p:nvSpPr>
            <p:cNvPr id="29" name="Rectangle: Rounded Corners 28">
              <a:extLst>
                <a:ext uri="{FF2B5EF4-FFF2-40B4-BE49-F238E27FC236}">
                  <a16:creationId xmlns:a16="http://schemas.microsoft.com/office/drawing/2014/main" id="{00C497B2-4ED0-0A50-BA34-EFD17146F4D2}"/>
                </a:ext>
              </a:extLst>
            </p:cNvPr>
            <p:cNvSpPr/>
            <p:nvPr/>
          </p:nvSpPr>
          <p:spPr>
            <a:xfrm>
              <a:off x="5300983" y="3514619"/>
              <a:ext cx="3274827" cy="428775"/>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t>Finance</a:t>
              </a:r>
              <a:endParaRPr lang="en-US"/>
            </a:p>
          </p:txBody>
        </p:sp>
      </p:grpSp>
      <p:pic>
        <p:nvPicPr>
          <p:cNvPr id="45" name="Graphic 44" descr="Stopwatch with solid fill">
            <a:extLst>
              <a:ext uri="{FF2B5EF4-FFF2-40B4-BE49-F238E27FC236}">
                <a16:creationId xmlns:a16="http://schemas.microsoft.com/office/drawing/2014/main" id="{61A7C099-51C0-2F34-ACA9-277FA2BB085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340105" y="3339081"/>
            <a:ext cx="914400" cy="914400"/>
          </a:xfrm>
          <a:prstGeom prst="rect">
            <a:avLst/>
          </a:prstGeom>
        </p:spPr>
      </p:pic>
      <p:pic>
        <p:nvPicPr>
          <p:cNvPr id="46" name="Graphic 45" descr="Stopwatch with solid fill">
            <a:extLst>
              <a:ext uri="{FF2B5EF4-FFF2-40B4-BE49-F238E27FC236}">
                <a16:creationId xmlns:a16="http://schemas.microsoft.com/office/drawing/2014/main" id="{21549C01-C92C-38AE-AE1F-3A07BFFECBC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529228" y="3348932"/>
            <a:ext cx="914400" cy="914400"/>
          </a:xfrm>
          <a:prstGeom prst="rect">
            <a:avLst/>
          </a:prstGeom>
        </p:spPr>
      </p:pic>
      <p:pic>
        <p:nvPicPr>
          <p:cNvPr id="47" name="Graphic 46" descr="Stopwatch with solid fill">
            <a:extLst>
              <a:ext uri="{FF2B5EF4-FFF2-40B4-BE49-F238E27FC236}">
                <a16:creationId xmlns:a16="http://schemas.microsoft.com/office/drawing/2014/main" id="{59C8158A-FEFC-51B9-4E00-B57748A686B9}"/>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718351" y="3339081"/>
            <a:ext cx="914400" cy="914400"/>
          </a:xfrm>
          <a:prstGeom prst="rect">
            <a:avLst/>
          </a:prstGeom>
        </p:spPr>
      </p:pic>
      <p:sp>
        <p:nvSpPr>
          <p:cNvPr id="50" name="Rectangle: Rounded Corners 49">
            <a:extLst>
              <a:ext uri="{FF2B5EF4-FFF2-40B4-BE49-F238E27FC236}">
                <a16:creationId xmlns:a16="http://schemas.microsoft.com/office/drawing/2014/main" id="{B1FAE9F7-2C39-FCFD-3DBC-D9E4BFD9400C}"/>
              </a:ext>
            </a:extLst>
          </p:cNvPr>
          <p:cNvSpPr/>
          <p:nvPr/>
        </p:nvSpPr>
        <p:spPr>
          <a:xfrm>
            <a:off x="8272567" y="4270567"/>
            <a:ext cx="1049475" cy="428775"/>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a:t>Payroll = 60% Late</a:t>
            </a:r>
            <a:endParaRPr lang="en-US" sz="1400"/>
          </a:p>
        </p:txBody>
      </p:sp>
      <p:sp>
        <p:nvSpPr>
          <p:cNvPr id="54" name="Rectangle: Rounded Corners 53">
            <a:extLst>
              <a:ext uri="{FF2B5EF4-FFF2-40B4-BE49-F238E27FC236}">
                <a16:creationId xmlns:a16="http://schemas.microsoft.com/office/drawing/2014/main" id="{BF547068-95CB-5E37-F81F-223EED0CD1EA}"/>
              </a:ext>
            </a:extLst>
          </p:cNvPr>
          <p:cNvSpPr/>
          <p:nvPr/>
        </p:nvSpPr>
        <p:spPr>
          <a:xfrm>
            <a:off x="9463281" y="4279218"/>
            <a:ext cx="1049475" cy="428775"/>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a:t>Expense = 15% Late</a:t>
            </a:r>
            <a:endParaRPr lang="en-US" sz="1400"/>
          </a:p>
        </p:txBody>
      </p:sp>
      <p:sp>
        <p:nvSpPr>
          <p:cNvPr id="55" name="Rectangle: Rounded Corners 54">
            <a:extLst>
              <a:ext uri="{FF2B5EF4-FFF2-40B4-BE49-F238E27FC236}">
                <a16:creationId xmlns:a16="http://schemas.microsoft.com/office/drawing/2014/main" id="{1512BD5A-198D-E057-46E8-9CA14AFC369C}"/>
              </a:ext>
            </a:extLst>
          </p:cNvPr>
          <p:cNvSpPr/>
          <p:nvPr/>
        </p:nvSpPr>
        <p:spPr>
          <a:xfrm>
            <a:off x="10694488" y="4282935"/>
            <a:ext cx="1049475" cy="428775"/>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a:t>Invoice = 20% Late</a:t>
            </a:r>
            <a:endParaRPr lang="en-US" sz="1400"/>
          </a:p>
        </p:txBody>
      </p:sp>
      <p:sp>
        <p:nvSpPr>
          <p:cNvPr id="56" name="TextBox 55">
            <a:extLst>
              <a:ext uri="{FF2B5EF4-FFF2-40B4-BE49-F238E27FC236}">
                <a16:creationId xmlns:a16="http://schemas.microsoft.com/office/drawing/2014/main" id="{24ACD91B-ED10-8E48-FC73-83BC2B382883}"/>
              </a:ext>
            </a:extLst>
          </p:cNvPr>
          <p:cNvSpPr txBox="1"/>
          <p:nvPr/>
        </p:nvSpPr>
        <p:spPr>
          <a:xfrm>
            <a:off x="8340105" y="4778473"/>
            <a:ext cx="3544704" cy="523220"/>
          </a:xfrm>
          <a:prstGeom prst="rect">
            <a:avLst/>
          </a:prstGeom>
          <a:noFill/>
        </p:spPr>
        <p:txBody>
          <a:bodyPr wrap="square" rtlCol="0">
            <a:spAutoFit/>
          </a:bodyPr>
          <a:lstStyle/>
          <a:p>
            <a:r>
              <a:rPr lang="en-GB" sz="1400" b="1">
                <a:solidFill>
                  <a:srgbClr val="172859"/>
                </a:solidFill>
              </a:rPr>
              <a:t>Insight: </a:t>
            </a:r>
            <a:r>
              <a:rPr lang="en-GB" sz="1400">
                <a:solidFill>
                  <a:srgbClr val="172859"/>
                </a:solidFill>
              </a:rPr>
              <a:t>Payroll-related requests have the highest delays.</a:t>
            </a:r>
            <a:endParaRPr lang="en-US" sz="1400">
              <a:solidFill>
                <a:srgbClr val="172859"/>
              </a:solidFill>
            </a:endParaRPr>
          </a:p>
        </p:txBody>
      </p:sp>
      <p:sp>
        <p:nvSpPr>
          <p:cNvPr id="61" name="TextBox 60">
            <a:extLst>
              <a:ext uri="{FF2B5EF4-FFF2-40B4-BE49-F238E27FC236}">
                <a16:creationId xmlns:a16="http://schemas.microsoft.com/office/drawing/2014/main" id="{A62C1801-1FD9-C478-ECFD-C18227A777DB}"/>
              </a:ext>
            </a:extLst>
          </p:cNvPr>
          <p:cNvSpPr txBox="1"/>
          <p:nvPr/>
        </p:nvSpPr>
        <p:spPr>
          <a:xfrm>
            <a:off x="510007" y="5720914"/>
            <a:ext cx="11714418" cy="338554"/>
          </a:xfrm>
          <a:prstGeom prst="rect">
            <a:avLst/>
          </a:prstGeom>
          <a:noFill/>
        </p:spPr>
        <p:txBody>
          <a:bodyPr wrap="square">
            <a:spAutoFit/>
          </a:bodyPr>
          <a:lstStyle/>
          <a:p>
            <a:r>
              <a:rPr lang="en-GB" sz="1600">
                <a:solidFill>
                  <a:srgbClr val="172859"/>
                </a:solidFill>
              </a:rPr>
              <a:t>Different groups perform very differently. Averages hide this.</a:t>
            </a:r>
            <a:endParaRPr lang="en-US" sz="1600">
              <a:solidFill>
                <a:srgbClr val="172859"/>
              </a:solidFill>
            </a:endParaRPr>
          </a:p>
        </p:txBody>
      </p:sp>
      <p:sp>
        <p:nvSpPr>
          <p:cNvPr id="62" name="Rectangle: Rounded Corners 61">
            <a:extLst>
              <a:ext uri="{FF2B5EF4-FFF2-40B4-BE49-F238E27FC236}">
                <a16:creationId xmlns:a16="http://schemas.microsoft.com/office/drawing/2014/main" id="{CD3BB672-6716-D67B-3C26-8C1FF2A8ED6B}"/>
              </a:ext>
            </a:extLst>
          </p:cNvPr>
          <p:cNvSpPr/>
          <p:nvPr/>
        </p:nvSpPr>
        <p:spPr>
          <a:xfrm>
            <a:off x="5477544" y="2674291"/>
            <a:ext cx="1081414" cy="369259"/>
          </a:xfrm>
          <a:prstGeom prst="round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solidFill>
                  <a:schemeClr val="bg1"/>
                </a:solidFill>
              </a:rPr>
              <a:t>Where?</a:t>
            </a:r>
            <a:endParaRPr lang="en-US">
              <a:solidFill>
                <a:schemeClr val="bg1"/>
              </a:solidFill>
            </a:endParaRPr>
          </a:p>
        </p:txBody>
      </p:sp>
      <p:sp>
        <p:nvSpPr>
          <p:cNvPr id="63" name="Rectangle: Rounded Corners 62">
            <a:extLst>
              <a:ext uri="{FF2B5EF4-FFF2-40B4-BE49-F238E27FC236}">
                <a16:creationId xmlns:a16="http://schemas.microsoft.com/office/drawing/2014/main" id="{53B95ED0-72CE-8C21-9CEA-E7EE9119AF9B}"/>
              </a:ext>
            </a:extLst>
          </p:cNvPr>
          <p:cNvSpPr/>
          <p:nvPr/>
        </p:nvSpPr>
        <p:spPr>
          <a:xfrm>
            <a:off x="1494337" y="2662738"/>
            <a:ext cx="1081414" cy="369259"/>
          </a:xfrm>
          <a:prstGeom prst="round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solidFill>
                  <a:schemeClr val="bg1"/>
                </a:solidFill>
              </a:rPr>
              <a:t>What?</a:t>
            </a:r>
            <a:endParaRPr lang="en-US">
              <a:solidFill>
                <a:schemeClr val="bg1"/>
              </a:solidFill>
            </a:endParaRPr>
          </a:p>
        </p:txBody>
      </p:sp>
      <p:sp>
        <p:nvSpPr>
          <p:cNvPr id="64" name="Rectangle: Rounded Corners 63">
            <a:extLst>
              <a:ext uri="{FF2B5EF4-FFF2-40B4-BE49-F238E27FC236}">
                <a16:creationId xmlns:a16="http://schemas.microsoft.com/office/drawing/2014/main" id="{53C72669-EA6F-5C81-0E20-965BD2AD13C3}"/>
              </a:ext>
            </a:extLst>
          </p:cNvPr>
          <p:cNvSpPr/>
          <p:nvPr/>
        </p:nvSpPr>
        <p:spPr>
          <a:xfrm>
            <a:off x="9465982" y="2674291"/>
            <a:ext cx="1081414" cy="369259"/>
          </a:xfrm>
          <a:prstGeom prst="round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solidFill>
                  <a:schemeClr val="bg1"/>
                </a:solidFill>
              </a:rPr>
              <a:t>When?</a:t>
            </a:r>
            <a:endParaRPr lang="en-US">
              <a:solidFill>
                <a:schemeClr val="bg1"/>
              </a:solidFill>
            </a:endParaRPr>
          </a:p>
        </p:txBody>
      </p:sp>
    </p:spTree>
    <p:extLst>
      <p:ext uri="{BB962C8B-B14F-4D97-AF65-F5344CB8AC3E}">
        <p14:creationId xmlns:p14="http://schemas.microsoft.com/office/powerpoint/2010/main" val="2601510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animBg="1"/>
      <p:bldP spid="58" grpId="0" animBg="1"/>
      <p:bldP spid="57" grpId="0" animBg="1"/>
      <p:bldP spid="15" grpId="0"/>
      <p:bldP spid="28" grpId="0"/>
      <p:bldP spid="50" grpId="0" animBg="1"/>
      <p:bldP spid="54" grpId="0" animBg="1"/>
      <p:bldP spid="55" grpId="0" animBg="1"/>
      <p:bldP spid="56" grpId="0"/>
      <p:bldP spid="62" grpId="0" animBg="1"/>
      <p:bldP spid="63" grpId="0" animBg="1"/>
      <p:bldP spid="6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428CA143-BB51-4311-85DD-F77502370847}"/>
              </a:ext>
            </a:extLst>
          </p:cNvPr>
          <p:cNvSpPr txBox="1">
            <a:spLocks/>
          </p:cNvSpPr>
          <p:nvPr/>
        </p:nvSpPr>
        <p:spPr>
          <a:xfrm>
            <a:off x="704441" y="350199"/>
            <a:ext cx="10783118" cy="1085172"/>
          </a:xfrm>
          <a:prstGeom prst="rect">
            <a:avLst/>
          </a:prstGeom>
        </p:spPr>
        <p:txBody>
          <a:bodyPr>
            <a:normAutofit/>
          </a:bodyPr>
          <a:lstStyle>
            <a:lvl1pPr algn="l" defTabSz="914400" rtl="0" eaLnBrk="1" latinLnBrk="0" hangingPunct="1">
              <a:lnSpc>
                <a:spcPct val="100000"/>
              </a:lnSpc>
              <a:spcBef>
                <a:spcPct val="0"/>
              </a:spcBef>
              <a:buNone/>
              <a:defRPr sz="2400" kern="1200">
                <a:solidFill>
                  <a:schemeClr val="tx1"/>
                </a:solidFill>
                <a:latin typeface="+mj-lt"/>
                <a:ea typeface="+mj-ea"/>
                <a:cs typeface="+mj-cs"/>
              </a:defRPr>
            </a:lvl1pPr>
          </a:lstStyle>
          <a:p>
            <a:r>
              <a:rPr lang="en-US" sz="3200" b="1" noProof="0">
                <a:solidFill>
                  <a:srgbClr val="FFC000"/>
                </a:solidFill>
                <a:cs typeface="Arial" panose="020B0604020202020204" pitchFamily="34" charset="0"/>
              </a:rPr>
              <a:t>Question</a:t>
            </a:r>
          </a:p>
        </p:txBody>
      </p:sp>
      <p:sp>
        <p:nvSpPr>
          <p:cNvPr id="5" name="TextBox 4">
            <a:extLst>
              <a:ext uri="{FF2B5EF4-FFF2-40B4-BE49-F238E27FC236}">
                <a16:creationId xmlns:a16="http://schemas.microsoft.com/office/drawing/2014/main" id="{E69526A9-DA3B-F249-8162-ADA03340645E}"/>
              </a:ext>
            </a:extLst>
          </p:cNvPr>
          <p:cNvSpPr txBox="1"/>
          <p:nvPr/>
        </p:nvSpPr>
        <p:spPr>
          <a:xfrm>
            <a:off x="2190750" y="3251363"/>
            <a:ext cx="7810500" cy="1569660"/>
          </a:xfrm>
          <a:prstGeom prst="rect">
            <a:avLst/>
          </a:prstGeom>
          <a:noFill/>
        </p:spPr>
        <p:txBody>
          <a:bodyPr wrap="square" rtlCol="0">
            <a:spAutoFit/>
          </a:bodyPr>
          <a:lstStyle/>
          <a:p>
            <a:pPr algn="ctr"/>
            <a:r>
              <a:rPr lang="en-US" sz="2400" noProof="0">
                <a:solidFill>
                  <a:schemeClr val="accent4"/>
                </a:solidFill>
                <a:latin typeface="+mj-lt"/>
                <a:cs typeface="Arial" panose="020B0604020202020204" pitchFamily="34" charset="0"/>
              </a:rPr>
              <a:t>Think of an issue impacting your team. </a:t>
            </a:r>
          </a:p>
          <a:p>
            <a:pPr algn="ctr"/>
            <a:endParaRPr lang="en-US" sz="2400" noProof="0">
              <a:solidFill>
                <a:schemeClr val="accent4"/>
              </a:solidFill>
              <a:latin typeface="+mj-lt"/>
              <a:cs typeface="Arial" panose="020B0604020202020204" pitchFamily="34" charset="0"/>
            </a:endParaRPr>
          </a:p>
          <a:p>
            <a:pPr algn="ctr"/>
            <a:r>
              <a:rPr lang="en-US" sz="2400" noProof="0">
                <a:solidFill>
                  <a:schemeClr val="accent4"/>
                </a:solidFill>
                <a:latin typeface="+mj-lt"/>
                <a:cs typeface="Arial" panose="020B0604020202020204" pitchFamily="34" charset="0"/>
              </a:rPr>
              <a:t>If you were to gather the data, how might you stratify that data?  </a:t>
            </a:r>
          </a:p>
        </p:txBody>
      </p:sp>
      <p:pic>
        <p:nvPicPr>
          <p:cNvPr id="3" name="Graphic 2" descr="Thought bubble with solid fill">
            <a:extLst>
              <a:ext uri="{FF2B5EF4-FFF2-40B4-BE49-F238E27FC236}">
                <a16:creationId xmlns:a16="http://schemas.microsoft.com/office/drawing/2014/main" id="{BF494C80-F06D-4D00-A5C6-B93D1EAAE61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533400" y="1332883"/>
            <a:ext cx="2038350" cy="2038350"/>
          </a:xfrm>
          <a:prstGeom prst="rect">
            <a:avLst/>
          </a:prstGeom>
        </p:spPr>
      </p:pic>
      <p:pic>
        <p:nvPicPr>
          <p:cNvPr id="4" name="Graphic 3" descr="Thought bubble with solid fill">
            <a:extLst>
              <a:ext uri="{FF2B5EF4-FFF2-40B4-BE49-F238E27FC236}">
                <a16:creationId xmlns:a16="http://schemas.microsoft.com/office/drawing/2014/main" id="{4BB7B2D8-2BF5-FFDB-CCA4-A8CF3154A78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620250" y="1230394"/>
            <a:ext cx="2038350" cy="2038350"/>
          </a:xfrm>
          <a:prstGeom prst="rect">
            <a:avLst/>
          </a:prstGeom>
        </p:spPr>
      </p:pic>
    </p:spTree>
    <p:extLst>
      <p:ext uri="{BB962C8B-B14F-4D97-AF65-F5344CB8AC3E}">
        <p14:creationId xmlns:p14="http://schemas.microsoft.com/office/powerpoint/2010/main" val="18324652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8D3A1520-3560-7247-8EF4-BDA54252B5C8}"/>
              </a:ext>
            </a:extLst>
          </p:cNvPr>
          <p:cNvSpPr>
            <a:spLocks noGrp="1"/>
          </p:cNvSpPr>
          <p:nvPr>
            <p:ph type="body" sz="quarter" idx="12"/>
          </p:nvPr>
        </p:nvSpPr>
        <p:spPr>
          <a:xfrm>
            <a:off x="530280" y="3505200"/>
            <a:ext cx="914400" cy="492443"/>
          </a:xfrm>
        </p:spPr>
        <p:txBody>
          <a:bodyPr/>
          <a:lstStyle/>
          <a:p>
            <a:r>
              <a:rPr lang="en-US" sz="3200" noProof="0">
                <a:latin typeface="+mj-lt"/>
              </a:rPr>
              <a:t>04</a:t>
            </a:r>
          </a:p>
        </p:txBody>
      </p:sp>
      <p:sp>
        <p:nvSpPr>
          <p:cNvPr id="8" name="Text Placeholder 10">
            <a:extLst>
              <a:ext uri="{FF2B5EF4-FFF2-40B4-BE49-F238E27FC236}">
                <a16:creationId xmlns:a16="http://schemas.microsoft.com/office/drawing/2014/main" id="{9DCFBE6E-9A5F-431B-9E19-E69BAF936E44}"/>
              </a:ext>
            </a:extLst>
          </p:cNvPr>
          <p:cNvSpPr txBox="1">
            <a:spLocks/>
          </p:cNvSpPr>
          <p:nvPr/>
        </p:nvSpPr>
        <p:spPr>
          <a:xfrm>
            <a:off x="530280" y="4323356"/>
            <a:ext cx="5805974" cy="1322892"/>
          </a:xfrm>
          <a:prstGeom prst="rect">
            <a:avLst/>
          </a:prstGeom>
        </p:spPr>
        <p:txBody>
          <a:bodyPr>
            <a:noAutofit/>
          </a:bodyPr>
          <a:lstStyle>
            <a:lvl1pPr marL="0" indent="0" algn="l" defTabSz="914400" rtl="0" eaLnBrk="1" latinLnBrk="0" hangingPunct="1">
              <a:lnSpc>
                <a:spcPct val="100000"/>
              </a:lnSpc>
              <a:spcBef>
                <a:spcPts val="1000"/>
              </a:spcBef>
              <a:buFont typeface="Arial" panose="020B0604020202020204" pitchFamily="34" charset="0"/>
              <a:buNone/>
              <a:defRPr sz="1600" b="1" kern="1200">
                <a:solidFill>
                  <a:schemeClr val="bg2"/>
                </a:solidFill>
                <a:latin typeface="+mn-lt"/>
                <a:ea typeface="+mn-ea"/>
                <a:cs typeface="+mn-cs"/>
              </a:defRPr>
            </a:lvl1pPr>
            <a:lvl2pPr marL="0" indent="0" algn="l" defTabSz="914400" rtl="0" eaLnBrk="1" latinLnBrk="0" hangingPunct="1">
              <a:lnSpc>
                <a:spcPct val="100000"/>
              </a:lnSpc>
              <a:spcBef>
                <a:spcPts val="800"/>
              </a:spcBef>
              <a:spcAft>
                <a:spcPts val="400"/>
              </a:spcAft>
              <a:buFont typeface="Arial" panose="020B0604020202020204" pitchFamily="34" charset="0"/>
              <a:buNone/>
              <a:defRPr sz="1400" kern="1200">
                <a:solidFill>
                  <a:schemeClr val="tx1"/>
                </a:solidFill>
                <a:latin typeface="+mn-lt"/>
                <a:ea typeface="+mn-ea"/>
                <a:cs typeface="+mn-cs"/>
              </a:defRPr>
            </a:lvl2pPr>
            <a:lvl3pPr marL="180975" indent="-180975" algn="l" defTabSz="914400" rtl="0" eaLnBrk="1" latinLnBrk="0" hangingPunct="1">
              <a:lnSpc>
                <a:spcPct val="100000"/>
              </a:lnSpc>
              <a:spcBef>
                <a:spcPts val="600"/>
              </a:spcBef>
              <a:buClr>
                <a:schemeClr val="bg2"/>
              </a:buClr>
              <a:buFont typeface="Arial" panose="020B0604020202020204" pitchFamily="34" charset="0"/>
              <a:buChar char="•"/>
              <a:defRPr sz="1400" kern="1200">
                <a:solidFill>
                  <a:schemeClr val="tx1"/>
                </a:solidFill>
                <a:latin typeface="+mn-lt"/>
                <a:ea typeface="+mn-ea"/>
                <a:cs typeface="+mn-cs"/>
              </a:defRPr>
            </a:lvl3pPr>
            <a:lvl4pPr marL="361950" indent="-180975" algn="l" defTabSz="914400" rtl="0" eaLnBrk="1" latinLnBrk="0" hangingPunct="1">
              <a:lnSpc>
                <a:spcPct val="100000"/>
              </a:lnSpc>
              <a:spcBef>
                <a:spcPts val="600"/>
              </a:spcBef>
              <a:buFont typeface="Arial" panose="020B0604020202020204" pitchFamily="34" charset="0"/>
              <a:buChar char="•"/>
              <a:defRPr sz="1200" kern="1200">
                <a:solidFill>
                  <a:schemeClr val="tx1"/>
                </a:solidFill>
                <a:latin typeface="+mn-lt"/>
                <a:ea typeface="+mn-ea"/>
                <a:cs typeface="+mn-cs"/>
              </a:defRPr>
            </a:lvl4pPr>
            <a:lvl5pPr marL="542925" indent="-180975" algn="l" defTabSz="914400" rtl="0" eaLnBrk="1" latinLnBrk="0" hangingPunct="1">
              <a:lnSpc>
                <a:spcPct val="100000"/>
              </a:lnSpc>
              <a:spcBef>
                <a:spcPts val="600"/>
              </a:spcBef>
              <a:buClr>
                <a:schemeClr val="tx1"/>
              </a:buClr>
              <a:buFont typeface="Trebuchet MS" panose="020B0603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3600" b="0" noProof="0">
              <a:solidFill>
                <a:srgbClr val="FFFFFF"/>
              </a:solidFill>
              <a:latin typeface="+mj-lt"/>
              <a:cs typeface="Arial" panose="020B0604020202020204" pitchFamily="34" charset="0"/>
            </a:endParaRPr>
          </a:p>
        </p:txBody>
      </p:sp>
      <p:sp>
        <p:nvSpPr>
          <p:cNvPr id="9" name="Text Placeholder 5">
            <a:extLst>
              <a:ext uri="{FF2B5EF4-FFF2-40B4-BE49-F238E27FC236}">
                <a16:creationId xmlns:a16="http://schemas.microsoft.com/office/drawing/2014/main" id="{AE800785-293B-47C6-A612-B449D1957C91}"/>
              </a:ext>
            </a:extLst>
          </p:cNvPr>
          <p:cNvSpPr txBox="1">
            <a:spLocks/>
          </p:cNvSpPr>
          <p:nvPr/>
        </p:nvSpPr>
        <p:spPr>
          <a:xfrm>
            <a:off x="533400" y="5971962"/>
            <a:ext cx="2743200" cy="384721"/>
          </a:xfrm>
          <a:prstGeom prst="rect">
            <a:avLst/>
          </a:prstGeom>
        </p:spPr>
        <p:txBody>
          <a:bodyPr vert="horz" lIns="0" tIns="0" rIns="0" bIns="0" rtlCol="0">
            <a:normAutofit/>
          </a:bodyPr>
          <a:lstStyle>
            <a:lvl1pPr marL="0" indent="0" algn="l" defTabSz="914400" rtl="0" eaLnBrk="1" latinLnBrk="0" hangingPunct="1">
              <a:lnSpc>
                <a:spcPct val="100000"/>
              </a:lnSpc>
              <a:spcBef>
                <a:spcPts val="1000"/>
              </a:spcBef>
              <a:buFont typeface="Arial" panose="020B0604020202020204" pitchFamily="34" charset="0"/>
              <a:buNone/>
              <a:defRPr sz="2500" b="1" kern="1200">
                <a:solidFill>
                  <a:schemeClr val="bg1"/>
                </a:solidFill>
                <a:latin typeface="Arial" panose="020B0604020202020204" pitchFamily="34" charset="0"/>
                <a:ea typeface="+mn-ea"/>
                <a:cs typeface="Arial" panose="020B0604020202020204" pitchFamily="34" charset="0"/>
              </a:defRPr>
            </a:lvl1pPr>
            <a:lvl2pPr marL="0" indent="0" algn="l" defTabSz="914400" rtl="0" eaLnBrk="1" latinLnBrk="0" hangingPunct="1">
              <a:lnSpc>
                <a:spcPct val="100000"/>
              </a:lnSpc>
              <a:spcBef>
                <a:spcPts val="800"/>
              </a:spcBef>
              <a:spcAft>
                <a:spcPts val="400"/>
              </a:spcAft>
              <a:buFont typeface="Arial" panose="020B0604020202020204" pitchFamily="34" charset="0"/>
              <a:buNone/>
              <a:defRPr sz="1400" kern="1200">
                <a:solidFill>
                  <a:schemeClr val="tx1"/>
                </a:solidFill>
                <a:latin typeface="+mn-lt"/>
                <a:ea typeface="+mn-ea"/>
                <a:cs typeface="+mn-cs"/>
              </a:defRPr>
            </a:lvl2pPr>
            <a:lvl3pPr marL="180975" indent="-180975" algn="l" defTabSz="914400" rtl="0" eaLnBrk="1" latinLnBrk="0" hangingPunct="1">
              <a:lnSpc>
                <a:spcPct val="100000"/>
              </a:lnSpc>
              <a:spcBef>
                <a:spcPts val="600"/>
              </a:spcBef>
              <a:buClr>
                <a:schemeClr val="bg2"/>
              </a:buClr>
              <a:buFont typeface="Arial" panose="020B0604020202020204" pitchFamily="34" charset="0"/>
              <a:buChar char="•"/>
              <a:defRPr sz="1400" kern="1200">
                <a:solidFill>
                  <a:schemeClr val="tx1"/>
                </a:solidFill>
                <a:latin typeface="+mn-lt"/>
                <a:ea typeface="+mn-ea"/>
                <a:cs typeface="+mn-cs"/>
              </a:defRPr>
            </a:lvl3pPr>
            <a:lvl4pPr marL="361950" indent="-180975" algn="l" defTabSz="914400" rtl="0" eaLnBrk="1" latinLnBrk="0" hangingPunct="1">
              <a:lnSpc>
                <a:spcPct val="100000"/>
              </a:lnSpc>
              <a:spcBef>
                <a:spcPts val="600"/>
              </a:spcBef>
              <a:buFont typeface="Arial" panose="020B0604020202020204" pitchFamily="34" charset="0"/>
              <a:buChar char="•"/>
              <a:defRPr sz="1200" kern="1200">
                <a:solidFill>
                  <a:schemeClr val="tx1"/>
                </a:solidFill>
                <a:latin typeface="+mn-lt"/>
                <a:ea typeface="+mn-ea"/>
                <a:cs typeface="+mn-cs"/>
              </a:defRPr>
            </a:lvl4pPr>
            <a:lvl5pPr marL="542925" indent="-180975" algn="l" defTabSz="914400" rtl="0" eaLnBrk="1" latinLnBrk="0" hangingPunct="1">
              <a:lnSpc>
                <a:spcPct val="100000"/>
              </a:lnSpc>
              <a:spcBef>
                <a:spcPts val="600"/>
              </a:spcBef>
              <a:buClr>
                <a:schemeClr val="tx1"/>
              </a:buClr>
              <a:buFont typeface="Trebuchet MS" panose="020B0603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noProof="0">
                <a:latin typeface="+mj-lt"/>
              </a:rPr>
              <a:t>MEASURE LSS11</a:t>
            </a:r>
          </a:p>
        </p:txBody>
      </p:sp>
      <p:sp>
        <p:nvSpPr>
          <p:cNvPr id="10" name="TextBox 9">
            <a:extLst>
              <a:ext uri="{FF2B5EF4-FFF2-40B4-BE49-F238E27FC236}">
                <a16:creationId xmlns:a16="http://schemas.microsoft.com/office/drawing/2014/main" id="{759ACA74-E7FD-4503-8849-3F618C26F0E4}"/>
              </a:ext>
            </a:extLst>
          </p:cNvPr>
          <p:cNvSpPr txBox="1"/>
          <p:nvPr/>
        </p:nvSpPr>
        <p:spPr>
          <a:xfrm>
            <a:off x="530280" y="4800136"/>
            <a:ext cx="6097772" cy="584775"/>
          </a:xfrm>
          <a:prstGeom prst="rect">
            <a:avLst/>
          </a:prstGeom>
          <a:noFill/>
        </p:spPr>
        <p:txBody>
          <a:bodyPr wrap="square">
            <a:spAutoFit/>
          </a:bodyPr>
          <a:lstStyle/>
          <a:p>
            <a:r>
              <a:rPr lang="en-US" sz="3200" noProof="0">
                <a:solidFill>
                  <a:schemeClr val="accent5"/>
                </a:solidFill>
                <a:latin typeface="+mj-lt"/>
                <a:cs typeface="Arial" panose="020B0604020202020204" pitchFamily="34" charset="0"/>
              </a:rPr>
              <a:t>Operational Definitions</a:t>
            </a:r>
          </a:p>
        </p:txBody>
      </p:sp>
    </p:spTree>
    <p:extLst>
      <p:ext uri="{BB962C8B-B14F-4D97-AF65-F5344CB8AC3E}">
        <p14:creationId xmlns:p14="http://schemas.microsoft.com/office/powerpoint/2010/main" val="6412776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CD8ECE-7F05-2472-4D07-A5581692AFA8}"/>
            </a:ext>
          </a:extLst>
        </p:cNvPr>
        <p:cNvGrpSpPr/>
        <p:nvPr/>
      </p:nvGrpSpPr>
      <p:grpSpPr>
        <a:xfrm>
          <a:off x="0" y="0"/>
          <a:ext cx="0" cy="0"/>
          <a:chOff x="0" y="0"/>
          <a:chExt cx="0" cy="0"/>
        </a:xfrm>
      </p:grpSpPr>
      <p:sp>
        <p:nvSpPr>
          <p:cNvPr id="22" name="Rectangle: Rounded Corners 21">
            <a:extLst>
              <a:ext uri="{FF2B5EF4-FFF2-40B4-BE49-F238E27FC236}">
                <a16:creationId xmlns:a16="http://schemas.microsoft.com/office/drawing/2014/main" id="{606EE6EE-97A7-08E1-6116-A0D2561355EA}"/>
              </a:ext>
            </a:extLst>
          </p:cNvPr>
          <p:cNvSpPr/>
          <p:nvPr/>
        </p:nvSpPr>
        <p:spPr>
          <a:xfrm>
            <a:off x="9097403" y="2910659"/>
            <a:ext cx="2520000" cy="1568303"/>
          </a:xfrm>
          <a:prstGeom prst="roundRect">
            <a:avLst/>
          </a:prstGeom>
          <a:solidFill>
            <a:schemeClr val="bg1"/>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71475" indent="-285750">
              <a:buFont typeface="Arial" panose="020B0604020202020204" pitchFamily="34" charset="0"/>
              <a:buChar char="•"/>
            </a:pPr>
            <a:r>
              <a:rPr lang="en-GB" sz="1600">
                <a:solidFill>
                  <a:srgbClr val="172859"/>
                </a:solidFill>
                <a:latin typeface="+mj-lt"/>
              </a:rPr>
              <a:t>Consistent data</a:t>
            </a:r>
          </a:p>
          <a:p>
            <a:pPr marL="371475" indent="-285750">
              <a:buFont typeface="Arial" panose="020B0604020202020204" pitchFamily="34" charset="0"/>
              <a:buChar char="•"/>
            </a:pPr>
            <a:r>
              <a:rPr lang="en-GB" sz="1600">
                <a:solidFill>
                  <a:srgbClr val="172859"/>
                </a:solidFill>
                <a:latin typeface="+mj-lt"/>
              </a:rPr>
              <a:t>Reliable results</a:t>
            </a:r>
          </a:p>
          <a:p>
            <a:pPr marL="371475" indent="-285750">
              <a:buFont typeface="Arial" panose="020B0604020202020204" pitchFamily="34" charset="0"/>
              <a:buChar char="•"/>
            </a:pPr>
            <a:r>
              <a:rPr lang="en-GB" sz="1600">
                <a:solidFill>
                  <a:srgbClr val="172859"/>
                </a:solidFill>
                <a:latin typeface="+mj-lt"/>
              </a:rPr>
              <a:t>Repeatable outcomes</a:t>
            </a:r>
            <a:endParaRPr lang="en-US" sz="1600">
              <a:solidFill>
                <a:srgbClr val="172859"/>
              </a:solidFill>
              <a:latin typeface="+mj-lt"/>
            </a:endParaRPr>
          </a:p>
        </p:txBody>
      </p:sp>
      <p:sp>
        <p:nvSpPr>
          <p:cNvPr id="21" name="Rectangle: Rounded Corners 20">
            <a:extLst>
              <a:ext uri="{FF2B5EF4-FFF2-40B4-BE49-F238E27FC236}">
                <a16:creationId xmlns:a16="http://schemas.microsoft.com/office/drawing/2014/main" id="{16DE6785-792D-E47B-D5EF-6DA1409FE8A7}"/>
              </a:ext>
            </a:extLst>
          </p:cNvPr>
          <p:cNvSpPr/>
          <p:nvPr/>
        </p:nvSpPr>
        <p:spPr>
          <a:xfrm>
            <a:off x="4809379" y="2937242"/>
            <a:ext cx="2520000" cy="1568303"/>
          </a:xfrm>
          <a:prstGeom prst="roundRect">
            <a:avLst/>
          </a:prstGeom>
          <a:solidFill>
            <a:schemeClr val="bg1"/>
          </a:solid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71475" indent="-285750">
              <a:buFont typeface="Arial" panose="020B0604020202020204" pitchFamily="34" charset="0"/>
              <a:buChar char="•"/>
            </a:pPr>
            <a:r>
              <a:rPr lang="en-GB" sz="1600">
                <a:solidFill>
                  <a:srgbClr val="172859"/>
                </a:solidFill>
                <a:latin typeface="+mj-lt"/>
              </a:rPr>
              <a:t>Same method</a:t>
            </a:r>
          </a:p>
          <a:p>
            <a:pPr marL="371475" indent="-285750">
              <a:buFont typeface="Arial" panose="020B0604020202020204" pitchFamily="34" charset="0"/>
              <a:buChar char="•"/>
            </a:pPr>
            <a:r>
              <a:rPr lang="en-GB" sz="1600">
                <a:solidFill>
                  <a:srgbClr val="172859"/>
                </a:solidFill>
                <a:latin typeface="+mj-lt"/>
              </a:rPr>
              <a:t>Same source</a:t>
            </a:r>
          </a:p>
          <a:p>
            <a:pPr marL="371475" indent="-285750">
              <a:buFont typeface="Arial" panose="020B0604020202020204" pitchFamily="34" charset="0"/>
              <a:buChar char="•"/>
            </a:pPr>
            <a:r>
              <a:rPr lang="en-GB" sz="1600">
                <a:solidFill>
                  <a:srgbClr val="172859"/>
                </a:solidFill>
                <a:latin typeface="+mj-lt"/>
              </a:rPr>
              <a:t>Same rules</a:t>
            </a:r>
          </a:p>
          <a:p>
            <a:pPr marL="371475" indent="-285750">
              <a:buFont typeface="Arial" panose="020B0604020202020204" pitchFamily="34" charset="0"/>
              <a:buChar char="•"/>
            </a:pPr>
            <a:r>
              <a:rPr lang="en-GB" sz="1600">
                <a:solidFill>
                  <a:srgbClr val="172859"/>
                </a:solidFill>
                <a:latin typeface="+mj-lt"/>
              </a:rPr>
              <a:t>Same collection</a:t>
            </a:r>
            <a:endParaRPr lang="en-US" sz="1600">
              <a:solidFill>
                <a:srgbClr val="172859"/>
              </a:solidFill>
              <a:latin typeface="+mj-lt"/>
            </a:endParaRPr>
          </a:p>
        </p:txBody>
      </p:sp>
      <p:sp>
        <p:nvSpPr>
          <p:cNvPr id="18" name="Rectangle: Rounded Corners 17">
            <a:extLst>
              <a:ext uri="{FF2B5EF4-FFF2-40B4-BE49-F238E27FC236}">
                <a16:creationId xmlns:a16="http://schemas.microsoft.com/office/drawing/2014/main" id="{403CCE30-74C4-42A2-2589-002CED564FE7}"/>
              </a:ext>
            </a:extLst>
          </p:cNvPr>
          <p:cNvSpPr/>
          <p:nvPr/>
        </p:nvSpPr>
        <p:spPr>
          <a:xfrm>
            <a:off x="425662" y="2950534"/>
            <a:ext cx="2520000" cy="1568303"/>
          </a:xfrm>
          <a:prstGeom prst="roundRect">
            <a:avLst/>
          </a:prstGeom>
          <a:solidFill>
            <a:schemeClr val="bg1"/>
          </a:solid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71475" indent="-285750">
              <a:buFont typeface="Arial" panose="020B0604020202020204" pitchFamily="34" charset="0"/>
              <a:buChar char="•"/>
            </a:pPr>
            <a:r>
              <a:rPr lang="en-US" sz="1600">
                <a:solidFill>
                  <a:srgbClr val="172859"/>
                </a:solidFill>
                <a:latin typeface="+mj-lt"/>
              </a:rPr>
              <a:t>What?</a:t>
            </a:r>
          </a:p>
          <a:p>
            <a:pPr marL="371475" indent="-285750">
              <a:buFont typeface="Arial" panose="020B0604020202020204" pitchFamily="34" charset="0"/>
              <a:buChar char="•"/>
            </a:pPr>
            <a:r>
              <a:rPr lang="en-US" sz="1600">
                <a:solidFill>
                  <a:srgbClr val="172859"/>
                </a:solidFill>
                <a:latin typeface="+mj-lt"/>
              </a:rPr>
              <a:t>How?</a:t>
            </a:r>
          </a:p>
          <a:p>
            <a:pPr marL="371475" indent="-285750">
              <a:buFont typeface="Arial" panose="020B0604020202020204" pitchFamily="34" charset="0"/>
              <a:buChar char="•"/>
            </a:pPr>
            <a:r>
              <a:rPr lang="en-US" sz="1600">
                <a:solidFill>
                  <a:srgbClr val="172859"/>
                </a:solidFill>
                <a:latin typeface="+mj-lt"/>
              </a:rPr>
              <a:t>When?</a:t>
            </a:r>
          </a:p>
          <a:p>
            <a:pPr marL="371475" indent="-285750">
              <a:buFont typeface="Arial" panose="020B0604020202020204" pitchFamily="34" charset="0"/>
              <a:buChar char="•"/>
            </a:pPr>
            <a:r>
              <a:rPr lang="en-US" sz="1600">
                <a:solidFill>
                  <a:srgbClr val="172859"/>
                </a:solidFill>
                <a:latin typeface="+mj-lt"/>
              </a:rPr>
              <a:t>Where?</a:t>
            </a:r>
          </a:p>
          <a:p>
            <a:pPr marL="371475" indent="-285750">
              <a:buFont typeface="Arial" panose="020B0604020202020204" pitchFamily="34" charset="0"/>
              <a:buChar char="•"/>
            </a:pPr>
            <a:r>
              <a:rPr lang="en-US" sz="1600">
                <a:solidFill>
                  <a:srgbClr val="172859"/>
                </a:solidFill>
                <a:latin typeface="+mj-lt"/>
              </a:rPr>
              <a:t>Who?</a:t>
            </a:r>
          </a:p>
        </p:txBody>
      </p:sp>
      <p:sp>
        <p:nvSpPr>
          <p:cNvPr id="2" name="Title 3">
            <a:extLst>
              <a:ext uri="{FF2B5EF4-FFF2-40B4-BE49-F238E27FC236}">
                <a16:creationId xmlns:a16="http://schemas.microsoft.com/office/drawing/2014/main" id="{06569516-7315-4351-9127-9DAC09D97C28}"/>
              </a:ext>
            </a:extLst>
          </p:cNvPr>
          <p:cNvSpPr txBox="1">
            <a:spLocks/>
          </p:cNvSpPr>
          <p:nvPr/>
        </p:nvSpPr>
        <p:spPr>
          <a:xfrm>
            <a:off x="587832" y="295712"/>
            <a:ext cx="10783118" cy="1085172"/>
          </a:xfrm>
          <a:prstGeom prst="rect">
            <a:avLst/>
          </a:prstGeom>
        </p:spPr>
        <p:txBody>
          <a:bodyPr>
            <a:normAutofit/>
          </a:bodyPr>
          <a:lstStyle>
            <a:lvl1pPr algn="l" defTabSz="914400" rtl="0" eaLnBrk="1" latinLnBrk="0" hangingPunct="1">
              <a:lnSpc>
                <a:spcPct val="100000"/>
              </a:lnSpc>
              <a:spcBef>
                <a:spcPct val="0"/>
              </a:spcBef>
              <a:buNone/>
              <a:defRPr sz="2400" kern="1200">
                <a:solidFill>
                  <a:schemeClr val="tx1"/>
                </a:solidFill>
                <a:latin typeface="+mj-lt"/>
                <a:ea typeface="+mj-ea"/>
                <a:cs typeface="+mj-cs"/>
              </a:defRPr>
            </a:lvl1pPr>
          </a:lstStyle>
          <a:p>
            <a:r>
              <a:rPr lang="en-US" sz="3200" b="1" noProof="0">
                <a:solidFill>
                  <a:srgbClr val="FFC000"/>
                </a:solidFill>
                <a:cs typeface="Arial" panose="020B0604020202020204" pitchFamily="34" charset="0"/>
              </a:rPr>
              <a:t>Set your </a:t>
            </a:r>
            <a:r>
              <a:rPr lang="en-US" sz="3200" b="1">
                <a:solidFill>
                  <a:srgbClr val="FFC000"/>
                </a:solidFill>
                <a:cs typeface="Arial" panose="020B0604020202020204" pitchFamily="34" charset="0"/>
              </a:rPr>
              <a:t>O</a:t>
            </a:r>
            <a:r>
              <a:rPr lang="en-US" sz="3200" b="1" noProof="0" err="1">
                <a:solidFill>
                  <a:srgbClr val="FFC000"/>
                </a:solidFill>
                <a:cs typeface="Arial" panose="020B0604020202020204" pitchFamily="34" charset="0"/>
              </a:rPr>
              <a:t>perational</a:t>
            </a:r>
            <a:r>
              <a:rPr lang="en-US" sz="3200" b="1" noProof="0">
                <a:solidFill>
                  <a:srgbClr val="FFC000"/>
                </a:solidFill>
                <a:cs typeface="Arial" panose="020B0604020202020204" pitchFamily="34" charset="0"/>
              </a:rPr>
              <a:t> </a:t>
            </a:r>
            <a:r>
              <a:rPr lang="en-US" sz="3200" b="1">
                <a:solidFill>
                  <a:srgbClr val="FFC000"/>
                </a:solidFill>
                <a:cs typeface="Arial" panose="020B0604020202020204" pitchFamily="34" charset="0"/>
              </a:rPr>
              <a:t>D</a:t>
            </a:r>
            <a:r>
              <a:rPr lang="en-US" sz="3200" b="1" noProof="0" err="1">
                <a:solidFill>
                  <a:srgbClr val="FFC000"/>
                </a:solidFill>
                <a:cs typeface="Arial" panose="020B0604020202020204" pitchFamily="34" charset="0"/>
              </a:rPr>
              <a:t>efinition</a:t>
            </a:r>
            <a:endParaRPr lang="en-US" sz="3200" b="1" noProof="0">
              <a:solidFill>
                <a:srgbClr val="FFC000"/>
              </a:solidFill>
              <a:cs typeface="Arial" panose="020B0604020202020204" pitchFamily="34" charset="0"/>
            </a:endParaRPr>
          </a:p>
        </p:txBody>
      </p:sp>
      <p:sp>
        <p:nvSpPr>
          <p:cNvPr id="13" name="Rectangle: Rounded Corners 12">
            <a:extLst>
              <a:ext uri="{FF2B5EF4-FFF2-40B4-BE49-F238E27FC236}">
                <a16:creationId xmlns:a16="http://schemas.microsoft.com/office/drawing/2014/main" id="{8DB16223-9691-06DB-5586-2E3A9A40181D}"/>
              </a:ext>
            </a:extLst>
          </p:cNvPr>
          <p:cNvSpPr/>
          <p:nvPr/>
        </p:nvSpPr>
        <p:spPr>
          <a:xfrm>
            <a:off x="418213" y="2286492"/>
            <a:ext cx="2477386" cy="77617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a:latin typeface="+mj-lt"/>
              </a:rPr>
              <a:t>Measurement</a:t>
            </a:r>
            <a:endParaRPr lang="en-US" b="1">
              <a:latin typeface="+mj-lt"/>
            </a:endParaRPr>
          </a:p>
        </p:txBody>
      </p:sp>
      <p:sp>
        <p:nvSpPr>
          <p:cNvPr id="14" name="Rectangle: Rounded Corners 13">
            <a:extLst>
              <a:ext uri="{FF2B5EF4-FFF2-40B4-BE49-F238E27FC236}">
                <a16:creationId xmlns:a16="http://schemas.microsoft.com/office/drawing/2014/main" id="{C1F25C46-5F51-AC07-A4A3-E7FA8252BD0E}"/>
              </a:ext>
            </a:extLst>
          </p:cNvPr>
          <p:cNvSpPr/>
          <p:nvPr/>
        </p:nvSpPr>
        <p:spPr>
          <a:xfrm>
            <a:off x="4828511" y="2283833"/>
            <a:ext cx="2477387" cy="776177"/>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a:latin typeface="+mj-lt"/>
              </a:rPr>
              <a:t>Collection Process</a:t>
            </a:r>
            <a:endParaRPr lang="en-US" b="1">
              <a:latin typeface="+mj-lt"/>
            </a:endParaRPr>
          </a:p>
        </p:txBody>
      </p:sp>
      <p:sp>
        <p:nvSpPr>
          <p:cNvPr id="15" name="Rectangle: Rounded Corners 14">
            <a:extLst>
              <a:ext uri="{FF2B5EF4-FFF2-40B4-BE49-F238E27FC236}">
                <a16:creationId xmlns:a16="http://schemas.microsoft.com/office/drawing/2014/main" id="{5C82E4FC-F10F-4AE7-887E-52A3F40E3F45}"/>
              </a:ext>
            </a:extLst>
          </p:cNvPr>
          <p:cNvSpPr/>
          <p:nvPr/>
        </p:nvSpPr>
        <p:spPr>
          <a:xfrm>
            <a:off x="9112989" y="2271872"/>
            <a:ext cx="2477387" cy="776177"/>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a:latin typeface="+mj-lt"/>
              </a:rPr>
              <a:t>Consistent Output</a:t>
            </a:r>
            <a:endParaRPr lang="en-US" b="1">
              <a:latin typeface="+mj-lt"/>
            </a:endParaRPr>
          </a:p>
        </p:txBody>
      </p:sp>
      <p:sp>
        <p:nvSpPr>
          <p:cNvPr id="16" name="Arrow: Right 15">
            <a:extLst>
              <a:ext uri="{FF2B5EF4-FFF2-40B4-BE49-F238E27FC236}">
                <a16:creationId xmlns:a16="http://schemas.microsoft.com/office/drawing/2014/main" id="{7CFA7FDE-7CAE-3E0A-7F46-A05C609669BC}"/>
              </a:ext>
            </a:extLst>
          </p:cNvPr>
          <p:cNvSpPr/>
          <p:nvPr/>
        </p:nvSpPr>
        <p:spPr>
          <a:xfrm>
            <a:off x="3279921" y="3137898"/>
            <a:ext cx="1190847" cy="1087203"/>
          </a:xfrm>
          <a:prstGeom prst="rightArrow">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sp>
        <p:nvSpPr>
          <p:cNvPr id="24" name="TextBox 23">
            <a:extLst>
              <a:ext uri="{FF2B5EF4-FFF2-40B4-BE49-F238E27FC236}">
                <a16:creationId xmlns:a16="http://schemas.microsoft.com/office/drawing/2014/main" id="{BA0953CD-3B1C-01EB-485B-C04B23618A57}"/>
              </a:ext>
            </a:extLst>
          </p:cNvPr>
          <p:cNvSpPr txBox="1"/>
          <p:nvPr/>
        </p:nvSpPr>
        <p:spPr>
          <a:xfrm>
            <a:off x="587832" y="1367608"/>
            <a:ext cx="10697482" cy="646331"/>
          </a:xfrm>
          <a:prstGeom prst="rect">
            <a:avLst/>
          </a:prstGeom>
          <a:noFill/>
        </p:spPr>
        <p:txBody>
          <a:bodyPr wrap="square">
            <a:spAutoFit/>
          </a:bodyPr>
          <a:lstStyle/>
          <a:p>
            <a:r>
              <a:rPr lang="en-GB" sz="1800" b="0" noProof="0">
                <a:solidFill>
                  <a:srgbClr val="172859"/>
                </a:solidFill>
                <a:latin typeface="+mj-lt"/>
                <a:cs typeface="Arial" panose="020B0604020202020204" pitchFamily="34" charset="0"/>
              </a:rPr>
              <a:t>An operational definition clearly defines what is being measured and how it is measured. It ensures consistency so that different people collect data in the same way.</a:t>
            </a:r>
            <a:endParaRPr lang="en-US" sz="1800" b="0" noProof="0">
              <a:solidFill>
                <a:srgbClr val="172859"/>
              </a:solidFill>
              <a:latin typeface="+mj-lt"/>
              <a:cs typeface="Arial" panose="020B0604020202020204" pitchFamily="34" charset="0"/>
            </a:endParaRPr>
          </a:p>
        </p:txBody>
      </p:sp>
      <p:sp>
        <p:nvSpPr>
          <p:cNvPr id="25" name="Rectangle: Rounded Corners 24">
            <a:extLst>
              <a:ext uri="{FF2B5EF4-FFF2-40B4-BE49-F238E27FC236}">
                <a16:creationId xmlns:a16="http://schemas.microsoft.com/office/drawing/2014/main" id="{00431319-DD06-FC9E-0717-7A48F349EC0B}"/>
              </a:ext>
            </a:extLst>
          </p:cNvPr>
          <p:cNvSpPr/>
          <p:nvPr/>
        </p:nvSpPr>
        <p:spPr>
          <a:xfrm>
            <a:off x="502196" y="5345518"/>
            <a:ext cx="10783118" cy="1085172"/>
          </a:xfrm>
          <a:prstGeom prst="round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latin typeface="+mj-lt"/>
              </a:rPr>
              <a:t> </a:t>
            </a:r>
            <a:r>
              <a:rPr lang="en-GB" b="1">
                <a:latin typeface="+mj-lt"/>
              </a:rPr>
              <a:t>Benefits:</a:t>
            </a:r>
          </a:p>
          <a:p>
            <a:pPr marL="285750" indent="-285750">
              <a:buFont typeface="Arial" panose="020B0604020202020204" pitchFamily="34" charset="0"/>
              <a:buChar char="•"/>
            </a:pPr>
            <a:r>
              <a:rPr lang="en-GB">
                <a:latin typeface="+mj-lt"/>
              </a:rPr>
              <a:t>It removes ambiguity and makes it clear what needs to be collected.</a:t>
            </a:r>
          </a:p>
          <a:p>
            <a:pPr marL="285750" indent="-285750">
              <a:buFont typeface="Arial" panose="020B0604020202020204" pitchFamily="34" charset="0"/>
              <a:buChar char="•"/>
            </a:pPr>
            <a:r>
              <a:rPr lang="en-GB">
                <a:latin typeface="+mj-lt"/>
              </a:rPr>
              <a:t>Everyone understands and collects the same data to complete the same measures.</a:t>
            </a:r>
            <a:endParaRPr lang="en-US">
              <a:latin typeface="+mj-lt"/>
            </a:endParaRPr>
          </a:p>
        </p:txBody>
      </p:sp>
      <p:sp>
        <p:nvSpPr>
          <p:cNvPr id="26" name="Left Brace 25">
            <a:extLst>
              <a:ext uri="{FF2B5EF4-FFF2-40B4-BE49-F238E27FC236}">
                <a16:creationId xmlns:a16="http://schemas.microsoft.com/office/drawing/2014/main" id="{6F5A7D3B-DCFB-3F74-6EBD-43871F1C8813}"/>
              </a:ext>
            </a:extLst>
          </p:cNvPr>
          <p:cNvSpPr/>
          <p:nvPr/>
        </p:nvSpPr>
        <p:spPr>
          <a:xfrm rot="16200000">
            <a:off x="5526932" y="-257842"/>
            <a:ext cx="733646" cy="10366747"/>
          </a:xfrm>
          <a:prstGeom prst="leftBrace">
            <a:avLst>
              <a:gd name="adj1" fmla="val 8333"/>
              <a:gd name="adj2" fmla="val 51363"/>
            </a:avLst>
          </a:prstGeom>
          <a:ln w="38100">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mj-lt"/>
            </a:endParaRPr>
          </a:p>
        </p:txBody>
      </p:sp>
      <p:sp>
        <p:nvSpPr>
          <p:cNvPr id="27" name="Arrow: Right 26">
            <a:extLst>
              <a:ext uri="{FF2B5EF4-FFF2-40B4-BE49-F238E27FC236}">
                <a16:creationId xmlns:a16="http://schemas.microsoft.com/office/drawing/2014/main" id="{D908AF42-6D97-6A35-070A-FC9CAEF4E7BA}"/>
              </a:ext>
            </a:extLst>
          </p:cNvPr>
          <p:cNvSpPr/>
          <p:nvPr/>
        </p:nvSpPr>
        <p:spPr>
          <a:xfrm>
            <a:off x="7676930" y="3038227"/>
            <a:ext cx="1190847" cy="1087203"/>
          </a:xfrm>
          <a:prstGeom prst="rightArrow">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spTree>
    <p:extLst>
      <p:ext uri="{BB962C8B-B14F-4D97-AF65-F5344CB8AC3E}">
        <p14:creationId xmlns:p14="http://schemas.microsoft.com/office/powerpoint/2010/main" val="1544337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1" grpId="0" animBg="1"/>
      <p:bldP spid="18" grpId="0" animBg="1"/>
      <p:bldP spid="13" grpId="0" animBg="1"/>
      <p:bldP spid="14" grpId="0" animBg="1"/>
      <p:bldP spid="15" grpId="0" animBg="1"/>
      <p:bldP spid="16" grpId="0" animBg="1"/>
      <p:bldP spid="25" grpId="0" animBg="1"/>
      <p:bldP spid="26" grpId="0" animBg="1"/>
      <p:bldP spid="27"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8D3A1520-3560-7247-8EF4-BDA54252B5C8}"/>
              </a:ext>
            </a:extLst>
          </p:cNvPr>
          <p:cNvSpPr>
            <a:spLocks noGrp="1"/>
          </p:cNvSpPr>
          <p:nvPr>
            <p:ph type="body" sz="quarter" idx="12"/>
          </p:nvPr>
        </p:nvSpPr>
        <p:spPr>
          <a:xfrm>
            <a:off x="530280" y="3505200"/>
            <a:ext cx="914400" cy="492443"/>
          </a:xfrm>
        </p:spPr>
        <p:txBody>
          <a:bodyPr/>
          <a:lstStyle/>
          <a:p>
            <a:r>
              <a:rPr lang="en-US" sz="3200" noProof="0">
                <a:latin typeface="+mj-lt"/>
              </a:rPr>
              <a:t>05</a:t>
            </a:r>
          </a:p>
        </p:txBody>
      </p:sp>
      <p:sp>
        <p:nvSpPr>
          <p:cNvPr id="8" name="Text Placeholder 10">
            <a:extLst>
              <a:ext uri="{FF2B5EF4-FFF2-40B4-BE49-F238E27FC236}">
                <a16:creationId xmlns:a16="http://schemas.microsoft.com/office/drawing/2014/main" id="{9DCFBE6E-9A5F-431B-9E19-E69BAF936E44}"/>
              </a:ext>
            </a:extLst>
          </p:cNvPr>
          <p:cNvSpPr txBox="1">
            <a:spLocks/>
          </p:cNvSpPr>
          <p:nvPr/>
        </p:nvSpPr>
        <p:spPr>
          <a:xfrm>
            <a:off x="530280" y="4323356"/>
            <a:ext cx="5805974" cy="1322892"/>
          </a:xfrm>
          <a:prstGeom prst="rect">
            <a:avLst/>
          </a:prstGeom>
        </p:spPr>
        <p:txBody>
          <a:bodyPr>
            <a:noAutofit/>
          </a:bodyPr>
          <a:lstStyle>
            <a:lvl1pPr marL="0" indent="0" algn="l" defTabSz="914400" rtl="0" eaLnBrk="1" latinLnBrk="0" hangingPunct="1">
              <a:lnSpc>
                <a:spcPct val="100000"/>
              </a:lnSpc>
              <a:spcBef>
                <a:spcPts val="1000"/>
              </a:spcBef>
              <a:buFont typeface="Arial" panose="020B0604020202020204" pitchFamily="34" charset="0"/>
              <a:buNone/>
              <a:defRPr sz="1600" b="1" kern="1200">
                <a:solidFill>
                  <a:schemeClr val="bg2"/>
                </a:solidFill>
                <a:latin typeface="+mn-lt"/>
                <a:ea typeface="+mn-ea"/>
                <a:cs typeface="+mn-cs"/>
              </a:defRPr>
            </a:lvl1pPr>
            <a:lvl2pPr marL="0" indent="0" algn="l" defTabSz="914400" rtl="0" eaLnBrk="1" latinLnBrk="0" hangingPunct="1">
              <a:lnSpc>
                <a:spcPct val="100000"/>
              </a:lnSpc>
              <a:spcBef>
                <a:spcPts val="800"/>
              </a:spcBef>
              <a:spcAft>
                <a:spcPts val="400"/>
              </a:spcAft>
              <a:buFont typeface="Arial" panose="020B0604020202020204" pitchFamily="34" charset="0"/>
              <a:buNone/>
              <a:defRPr sz="1400" kern="1200">
                <a:solidFill>
                  <a:schemeClr val="tx1"/>
                </a:solidFill>
                <a:latin typeface="+mn-lt"/>
                <a:ea typeface="+mn-ea"/>
                <a:cs typeface="+mn-cs"/>
              </a:defRPr>
            </a:lvl2pPr>
            <a:lvl3pPr marL="180975" indent="-180975" algn="l" defTabSz="914400" rtl="0" eaLnBrk="1" latinLnBrk="0" hangingPunct="1">
              <a:lnSpc>
                <a:spcPct val="100000"/>
              </a:lnSpc>
              <a:spcBef>
                <a:spcPts val="600"/>
              </a:spcBef>
              <a:buClr>
                <a:schemeClr val="bg2"/>
              </a:buClr>
              <a:buFont typeface="Arial" panose="020B0604020202020204" pitchFamily="34" charset="0"/>
              <a:buChar char="•"/>
              <a:defRPr sz="1400" kern="1200">
                <a:solidFill>
                  <a:schemeClr val="tx1"/>
                </a:solidFill>
                <a:latin typeface="+mn-lt"/>
                <a:ea typeface="+mn-ea"/>
                <a:cs typeface="+mn-cs"/>
              </a:defRPr>
            </a:lvl3pPr>
            <a:lvl4pPr marL="361950" indent="-180975" algn="l" defTabSz="914400" rtl="0" eaLnBrk="1" latinLnBrk="0" hangingPunct="1">
              <a:lnSpc>
                <a:spcPct val="100000"/>
              </a:lnSpc>
              <a:spcBef>
                <a:spcPts val="600"/>
              </a:spcBef>
              <a:buFont typeface="Arial" panose="020B0604020202020204" pitchFamily="34" charset="0"/>
              <a:buChar char="•"/>
              <a:defRPr sz="1200" kern="1200">
                <a:solidFill>
                  <a:schemeClr val="tx1"/>
                </a:solidFill>
                <a:latin typeface="+mn-lt"/>
                <a:ea typeface="+mn-ea"/>
                <a:cs typeface="+mn-cs"/>
              </a:defRPr>
            </a:lvl4pPr>
            <a:lvl5pPr marL="542925" indent="-180975" algn="l" defTabSz="914400" rtl="0" eaLnBrk="1" latinLnBrk="0" hangingPunct="1">
              <a:lnSpc>
                <a:spcPct val="100000"/>
              </a:lnSpc>
              <a:spcBef>
                <a:spcPts val="600"/>
              </a:spcBef>
              <a:buClr>
                <a:schemeClr val="tx1"/>
              </a:buClr>
              <a:buFont typeface="Trebuchet MS" panose="020B0603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3600" b="0" noProof="0">
              <a:solidFill>
                <a:srgbClr val="FFFFFF"/>
              </a:solidFill>
              <a:latin typeface="+mj-lt"/>
              <a:cs typeface="Arial" panose="020B0604020202020204" pitchFamily="34" charset="0"/>
            </a:endParaRPr>
          </a:p>
        </p:txBody>
      </p:sp>
      <p:sp>
        <p:nvSpPr>
          <p:cNvPr id="9" name="Text Placeholder 5">
            <a:extLst>
              <a:ext uri="{FF2B5EF4-FFF2-40B4-BE49-F238E27FC236}">
                <a16:creationId xmlns:a16="http://schemas.microsoft.com/office/drawing/2014/main" id="{0EDF863E-4A29-4420-A9CF-2938402DCABD}"/>
              </a:ext>
            </a:extLst>
          </p:cNvPr>
          <p:cNvSpPr txBox="1">
            <a:spLocks/>
          </p:cNvSpPr>
          <p:nvPr/>
        </p:nvSpPr>
        <p:spPr>
          <a:xfrm>
            <a:off x="533400" y="5971962"/>
            <a:ext cx="2743200" cy="384721"/>
          </a:xfrm>
          <a:prstGeom prst="rect">
            <a:avLst/>
          </a:prstGeom>
        </p:spPr>
        <p:txBody>
          <a:bodyPr vert="horz" lIns="0" tIns="0" rIns="0" bIns="0" rtlCol="0">
            <a:normAutofit/>
          </a:bodyPr>
          <a:lstStyle>
            <a:lvl1pPr marL="0" indent="0" algn="l" defTabSz="914400" rtl="0" eaLnBrk="1" latinLnBrk="0" hangingPunct="1">
              <a:lnSpc>
                <a:spcPct val="100000"/>
              </a:lnSpc>
              <a:spcBef>
                <a:spcPts val="1000"/>
              </a:spcBef>
              <a:buFont typeface="Arial" panose="020B0604020202020204" pitchFamily="34" charset="0"/>
              <a:buNone/>
              <a:defRPr sz="2500" b="1" kern="1200">
                <a:solidFill>
                  <a:schemeClr val="bg1"/>
                </a:solidFill>
                <a:latin typeface="Arial" panose="020B0604020202020204" pitchFamily="34" charset="0"/>
                <a:ea typeface="+mn-ea"/>
                <a:cs typeface="Arial" panose="020B0604020202020204" pitchFamily="34" charset="0"/>
              </a:defRPr>
            </a:lvl1pPr>
            <a:lvl2pPr marL="0" indent="0" algn="l" defTabSz="914400" rtl="0" eaLnBrk="1" latinLnBrk="0" hangingPunct="1">
              <a:lnSpc>
                <a:spcPct val="100000"/>
              </a:lnSpc>
              <a:spcBef>
                <a:spcPts val="800"/>
              </a:spcBef>
              <a:spcAft>
                <a:spcPts val="400"/>
              </a:spcAft>
              <a:buFont typeface="Arial" panose="020B0604020202020204" pitchFamily="34" charset="0"/>
              <a:buNone/>
              <a:defRPr sz="1400" kern="1200">
                <a:solidFill>
                  <a:schemeClr val="tx1"/>
                </a:solidFill>
                <a:latin typeface="+mn-lt"/>
                <a:ea typeface="+mn-ea"/>
                <a:cs typeface="+mn-cs"/>
              </a:defRPr>
            </a:lvl2pPr>
            <a:lvl3pPr marL="180975" indent="-180975" algn="l" defTabSz="914400" rtl="0" eaLnBrk="1" latinLnBrk="0" hangingPunct="1">
              <a:lnSpc>
                <a:spcPct val="100000"/>
              </a:lnSpc>
              <a:spcBef>
                <a:spcPts val="600"/>
              </a:spcBef>
              <a:buClr>
                <a:schemeClr val="bg2"/>
              </a:buClr>
              <a:buFont typeface="Arial" panose="020B0604020202020204" pitchFamily="34" charset="0"/>
              <a:buChar char="•"/>
              <a:defRPr sz="1400" kern="1200">
                <a:solidFill>
                  <a:schemeClr val="tx1"/>
                </a:solidFill>
                <a:latin typeface="+mn-lt"/>
                <a:ea typeface="+mn-ea"/>
                <a:cs typeface="+mn-cs"/>
              </a:defRPr>
            </a:lvl3pPr>
            <a:lvl4pPr marL="361950" indent="-180975" algn="l" defTabSz="914400" rtl="0" eaLnBrk="1" latinLnBrk="0" hangingPunct="1">
              <a:lnSpc>
                <a:spcPct val="100000"/>
              </a:lnSpc>
              <a:spcBef>
                <a:spcPts val="600"/>
              </a:spcBef>
              <a:buFont typeface="Arial" panose="020B0604020202020204" pitchFamily="34" charset="0"/>
              <a:buChar char="•"/>
              <a:defRPr sz="1200" kern="1200">
                <a:solidFill>
                  <a:schemeClr val="tx1"/>
                </a:solidFill>
                <a:latin typeface="+mn-lt"/>
                <a:ea typeface="+mn-ea"/>
                <a:cs typeface="+mn-cs"/>
              </a:defRPr>
            </a:lvl4pPr>
            <a:lvl5pPr marL="542925" indent="-180975" algn="l" defTabSz="914400" rtl="0" eaLnBrk="1" latinLnBrk="0" hangingPunct="1">
              <a:lnSpc>
                <a:spcPct val="100000"/>
              </a:lnSpc>
              <a:spcBef>
                <a:spcPts val="600"/>
              </a:spcBef>
              <a:buClr>
                <a:schemeClr val="tx1"/>
              </a:buClr>
              <a:buFont typeface="Trebuchet MS" panose="020B0603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noProof="0">
                <a:latin typeface="+mj-lt"/>
              </a:rPr>
              <a:t>MEASURE LSS11</a:t>
            </a:r>
          </a:p>
        </p:txBody>
      </p:sp>
      <p:sp>
        <p:nvSpPr>
          <p:cNvPr id="10" name="TextBox 9">
            <a:extLst>
              <a:ext uri="{FF2B5EF4-FFF2-40B4-BE49-F238E27FC236}">
                <a16:creationId xmlns:a16="http://schemas.microsoft.com/office/drawing/2014/main" id="{A8AEC4ED-1B10-4339-8EE6-F3CAE1F65A36}"/>
              </a:ext>
            </a:extLst>
          </p:cNvPr>
          <p:cNvSpPr txBox="1"/>
          <p:nvPr/>
        </p:nvSpPr>
        <p:spPr>
          <a:xfrm>
            <a:off x="384381" y="4800136"/>
            <a:ext cx="6097772" cy="584775"/>
          </a:xfrm>
          <a:prstGeom prst="rect">
            <a:avLst/>
          </a:prstGeom>
          <a:noFill/>
        </p:spPr>
        <p:txBody>
          <a:bodyPr wrap="square">
            <a:spAutoFit/>
          </a:bodyPr>
          <a:lstStyle/>
          <a:p>
            <a:r>
              <a:rPr lang="en-US" sz="3200" noProof="0">
                <a:solidFill>
                  <a:schemeClr val="accent5"/>
                </a:solidFill>
                <a:latin typeface="+mj-lt"/>
                <a:cs typeface="Arial" panose="020B0604020202020204" pitchFamily="34" charset="0"/>
              </a:rPr>
              <a:t>Data Collection</a:t>
            </a:r>
          </a:p>
        </p:txBody>
      </p:sp>
    </p:spTree>
    <p:extLst>
      <p:ext uri="{BB962C8B-B14F-4D97-AF65-F5344CB8AC3E}">
        <p14:creationId xmlns:p14="http://schemas.microsoft.com/office/powerpoint/2010/main" val="37891255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91195AEB-0E8D-42F9-97CC-9CE9D04A0B55}"/>
              </a:ext>
            </a:extLst>
          </p:cNvPr>
          <p:cNvSpPr txBox="1">
            <a:spLocks/>
          </p:cNvSpPr>
          <p:nvPr/>
        </p:nvSpPr>
        <p:spPr>
          <a:xfrm>
            <a:off x="704441" y="382097"/>
            <a:ext cx="10783118" cy="1085172"/>
          </a:xfrm>
          <a:prstGeom prst="rect">
            <a:avLst/>
          </a:prstGeom>
        </p:spPr>
        <p:txBody>
          <a:bodyPr/>
          <a:lstStyle>
            <a:lvl1pPr algn="l" defTabSz="914400" rtl="0" eaLnBrk="1" latinLnBrk="0" hangingPunct="1">
              <a:lnSpc>
                <a:spcPct val="100000"/>
              </a:lnSpc>
              <a:spcBef>
                <a:spcPct val="0"/>
              </a:spcBef>
              <a:buNone/>
              <a:defRPr sz="2400" kern="1200">
                <a:solidFill>
                  <a:schemeClr val="tx1"/>
                </a:solidFill>
                <a:latin typeface="+mj-lt"/>
                <a:ea typeface="+mj-ea"/>
                <a:cs typeface="+mj-cs"/>
              </a:defRPr>
            </a:lvl1pPr>
          </a:lstStyle>
          <a:p>
            <a:endParaRPr lang="en-US" sz="3200" b="1" noProof="0">
              <a:solidFill>
                <a:srgbClr val="FFC000"/>
              </a:solidFill>
              <a:latin typeface="Arial" panose="020B0604020202020204" pitchFamily="34" charset="0"/>
              <a:cs typeface="Arial" panose="020B0604020202020204" pitchFamily="34" charset="0"/>
            </a:endParaRPr>
          </a:p>
        </p:txBody>
      </p:sp>
      <p:sp>
        <p:nvSpPr>
          <p:cNvPr id="3" name="Content Placeholder 1">
            <a:extLst>
              <a:ext uri="{FF2B5EF4-FFF2-40B4-BE49-F238E27FC236}">
                <a16:creationId xmlns:a16="http://schemas.microsoft.com/office/drawing/2014/main" id="{2BA35D1F-E060-4D8B-9309-B3889747CBAD}"/>
              </a:ext>
            </a:extLst>
          </p:cNvPr>
          <p:cNvSpPr txBox="1">
            <a:spLocks/>
          </p:cNvSpPr>
          <p:nvPr/>
        </p:nvSpPr>
        <p:spPr>
          <a:xfrm>
            <a:off x="534119" y="1531355"/>
            <a:ext cx="6290887" cy="4679084"/>
          </a:xfrm>
          <a:prstGeom prst="rect">
            <a:avLst/>
          </a:prstGeom>
        </p:spPr>
        <p:txBody>
          <a:bodyPr vert="horz" lIns="0" tIns="0" rIns="0" bIns="0" rtlCol="0" anchor="t">
            <a:normAutofit/>
          </a:bodyPr>
          <a:lstStyle>
            <a:lvl1pPr marL="0" indent="0" algn="l" defTabSz="914400" rtl="0" eaLnBrk="1" latinLnBrk="0" hangingPunct="1">
              <a:lnSpc>
                <a:spcPct val="100000"/>
              </a:lnSpc>
              <a:spcBef>
                <a:spcPts val="1000"/>
              </a:spcBef>
              <a:buFont typeface="Arial" panose="020B0604020202020204" pitchFamily="34" charset="0"/>
              <a:buNone/>
              <a:defRPr sz="1600" b="1" kern="1200">
                <a:solidFill>
                  <a:schemeClr val="bg2"/>
                </a:solidFill>
                <a:latin typeface="+mn-lt"/>
                <a:ea typeface="+mn-ea"/>
                <a:cs typeface="+mn-cs"/>
              </a:defRPr>
            </a:lvl1pPr>
            <a:lvl2pPr marL="0" indent="0" algn="l" defTabSz="914400" rtl="0" eaLnBrk="1" latinLnBrk="0" hangingPunct="1">
              <a:lnSpc>
                <a:spcPct val="100000"/>
              </a:lnSpc>
              <a:spcBef>
                <a:spcPts val="800"/>
              </a:spcBef>
              <a:spcAft>
                <a:spcPts val="400"/>
              </a:spcAft>
              <a:buFont typeface="Arial" panose="020B0604020202020204" pitchFamily="34" charset="0"/>
              <a:buNone/>
              <a:defRPr sz="1400" kern="1200">
                <a:solidFill>
                  <a:schemeClr val="tx1"/>
                </a:solidFill>
                <a:latin typeface="+mn-lt"/>
                <a:ea typeface="+mn-ea"/>
                <a:cs typeface="+mn-cs"/>
              </a:defRPr>
            </a:lvl2pPr>
            <a:lvl3pPr marL="180975" indent="-180975" algn="l" defTabSz="914400" rtl="0" eaLnBrk="1" latinLnBrk="0" hangingPunct="1">
              <a:lnSpc>
                <a:spcPct val="100000"/>
              </a:lnSpc>
              <a:spcBef>
                <a:spcPts val="600"/>
              </a:spcBef>
              <a:buClr>
                <a:schemeClr val="bg2"/>
              </a:buClr>
              <a:buFont typeface="Arial" panose="020B0604020202020204" pitchFamily="34" charset="0"/>
              <a:buChar char="•"/>
              <a:defRPr sz="1400" kern="1200">
                <a:solidFill>
                  <a:schemeClr val="tx1"/>
                </a:solidFill>
                <a:latin typeface="+mn-lt"/>
                <a:ea typeface="+mn-ea"/>
                <a:cs typeface="+mn-cs"/>
              </a:defRPr>
            </a:lvl3pPr>
            <a:lvl4pPr marL="361950" indent="-180975" algn="l" defTabSz="914400" rtl="0" eaLnBrk="1" latinLnBrk="0" hangingPunct="1">
              <a:lnSpc>
                <a:spcPct val="100000"/>
              </a:lnSpc>
              <a:spcBef>
                <a:spcPts val="600"/>
              </a:spcBef>
              <a:buFont typeface="Arial" panose="020B0604020202020204" pitchFamily="34" charset="0"/>
              <a:buChar char="•"/>
              <a:defRPr sz="1200" kern="1200">
                <a:solidFill>
                  <a:schemeClr val="tx1"/>
                </a:solidFill>
                <a:latin typeface="+mn-lt"/>
                <a:ea typeface="+mn-ea"/>
                <a:cs typeface="+mn-cs"/>
              </a:defRPr>
            </a:lvl4pPr>
            <a:lvl5pPr marL="542925" indent="-180975" algn="l" defTabSz="914400" rtl="0" eaLnBrk="1" latinLnBrk="0" hangingPunct="1">
              <a:lnSpc>
                <a:spcPct val="100000"/>
              </a:lnSpc>
              <a:spcBef>
                <a:spcPts val="600"/>
              </a:spcBef>
              <a:buClr>
                <a:schemeClr val="tx1"/>
              </a:buClr>
              <a:buFont typeface="Trebuchet MS" panose="020B0603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a:solidFill>
                  <a:srgbClr val="002060"/>
                </a:solidFill>
                <a:cs typeface="Arial" panose="020B0604020202020204" pitchFamily="34" charset="0"/>
              </a:rPr>
              <a:t>Data is rarely in the desired format. You may need to sift through:</a:t>
            </a:r>
            <a:endParaRPr lang="en-GB" noProof="0">
              <a:solidFill>
                <a:srgbClr val="002060"/>
              </a:solidFill>
              <a:cs typeface="Arial" panose="020B0604020202020204" pitchFamily="34" charset="0"/>
            </a:endParaRPr>
          </a:p>
          <a:p>
            <a:pPr marL="342900" indent="-342900">
              <a:buFont typeface="Arial" panose="020B0604020202020204" pitchFamily="34" charset="0"/>
              <a:buChar char="•"/>
            </a:pPr>
            <a:r>
              <a:rPr lang="en-US" b="0" noProof="0">
                <a:solidFill>
                  <a:srgbClr val="002060"/>
                </a:solidFill>
                <a:cs typeface="Arial" panose="020B0604020202020204" pitchFamily="34" charset="0"/>
              </a:rPr>
              <a:t>Files, records, spreadsheets.</a:t>
            </a:r>
          </a:p>
          <a:p>
            <a:pPr marL="342900" indent="-342900">
              <a:buFont typeface="Arial" panose="020B0604020202020204" pitchFamily="34" charset="0"/>
              <a:buChar char="•"/>
            </a:pPr>
            <a:r>
              <a:rPr lang="en-US" b="0">
                <a:solidFill>
                  <a:srgbClr val="002060"/>
                </a:solidFill>
                <a:cs typeface="Arial" panose="020B0604020202020204" pitchFamily="34" charset="0"/>
              </a:rPr>
              <a:t>Unnecessary or unclear information.</a:t>
            </a:r>
          </a:p>
          <a:p>
            <a:endParaRPr lang="en-US" b="0">
              <a:solidFill>
                <a:srgbClr val="002060"/>
              </a:solidFill>
              <a:cs typeface="Arial" panose="020B0604020202020204" pitchFamily="34" charset="0"/>
            </a:endParaRPr>
          </a:p>
          <a:p>
            <a:r>
              <a:rPr lang="en-US">
                <a:solidFill>
                  <a:schemeClr val="accent4"/>
                </a:solidFill>
                <a:cs typeface="Arial" panose="020B0604020202020204" pitchFamily="34" charset="0"/>
              </a:rPr>
              <a:t>Often there is so much data it can be overwhelming. </a:t>
            </a:r>
          </a:p>
        </p:txBody>
      </p:sp>
      <p:sp>
        <p:nvSpPr>
          <p:cNvPr id="8" name="Rectangle: Rounded Corners 7">
            <a:extLst>
              <a:ext uri="{FF2B5EF4-FFF2-40B4-BE49-F238E27FC236}">
                <a16:creationId xmlns:a16="http://schemas.microsoft.com/office/drawing/2014/main" id="{5A0998BC-8225-41E6-BF23-EFEBEF12ABB7}"/>
              </a:ext>
            </a:extLst>
          </p:cNvPr>
          <p:cNvSpPr/>
          <p:nvPr/>
        </p:nvSpPr>
        <p:spPr>
          <a:xfrm>
            <a:off x="1534558" y="3780671"/>
            <a:ext cx="3409142" cy="2563122"/>
          </a:xfrm>
          <a:prstGeom prst="roundRect">
            <a:avLst/>
          </a:prstGeom>
          <a:solidFill>
            <a:schemeClr val="accent4"/>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noProof="0">
                <a:solidFill>
                  <a:schemeClr val="bg1"/>
                </a:solidFill>
                <a:cs typeface="Arial" panose="020B0604020202020204" pitchFamily="34" charset="0"/>
              </a:rPr>
              <a:t>HISTORICAL DATA</a:t>
            </a:r>
          </a:p>
          <a:p>
            <a:pPr algn="ctr"/>
            <a:endParaRPr lang="en-US" sz="2000" b="1" noProof="0">
              <a:solidFill>
                <a:schemeClr val="bg1"/>
              </a:solidFill>
              <a:cs typeface="Arial" panose="020B0604020202020204" pitchFamily="34" charset="0"/>
            </a:endParaRPr>
          </a:p>
          <a:p>
            <a:r>
              <a:rPr lang="en-US" sz="1600" noProof="0">
                <a:solidFill>
                  <a:schemeClr val="bg1"/>
                </a:solidFill>
                <a:cs typeface="Arial" panose="020B0604020202020204" pitchFamily="34" charset="0"/>
              </a:rPr>
              <a:t>Always question historical data:</a:t>
            </a:r>
          </a:p>
          <a:p>
            <a:endParaRPr lang="en-US" sz="1600" noProof="0">
              <a:solidFill>
                <a:schemeClr val="bg1"/>
              </a:solidFill>
              <a:cs typeface="Arial" panose="020B0604020202020204" pitchFamily="34" charset="0"/>
            </a:endParaRPr>
          </a:p>
          <a:p>
            <a:pPr marL="285750" indent="-285750">
              <a:buFont typeface="Arial" panose="020B0604020202020204" pitchFamily="34" charset="0"/>
              <a:buChar char="•"/>
            </a:pPr>
            <a:r>
              <a:rPr lang="en-US" sz="1600" noProof="0">
                <a:solidFill>
                  <a:schemeClr val="bg1"/>
                </a:solidFill>
                <a:cs typeface="Arial" panose="020B0604020202020204" pitchFamily="34" charset="0"/>
              </a:rPr>
              <a:t>What was it collected for?</a:t>
            </a:r>
          </a:p>
          <a:p>
            <a:pPr marL="285750" indent="-285750">
              <a:buFont typeface="Arial" panose="020B0604020202020204" pitchFamily="34" charset="0"/>
              <a:buChar char="•"/>
            </a:pPr>
            <a:r>
              <a:rPr lang="en-US" sz="1600" noProof="0">
                <a:solidFill>
                  <a:schemeClr val="bg1"/>
                </a:solidFill>
                <a:cs typeface="Arial" panose="020B0604020202020204" pitchFamily="34" charset="0"/>
              </a:rPr>
              <a:t>Who collected it?</a:t>
            </a:r>
          </a:p>
          <a:p>
            <a:pPr marL="285750" indent="-285750">
              <a:buFont typeface="Arial" panose="020B0604020202020204" pitchFamily="34" charset="0"/>
              <a:buChar char="•"/>
            </a:pPr>
            <a:r>
              <a:rPr lang="en-US" sz="1600" noProof="0">
                <a:solidFill>
                  <a:schemeClr val="bg1"/>
                </a:solidFill>
                <a:cs typeface="Arial" panose="020B0604020202020204" pitchFamily="34" charset="0"/>
              </a:rPr>
              <a:t>How was it collected?</a:t>
            </a:r>
          </a:p>
          <a:p>
            <a:pPr marL="285750" indent="-285750">
              <a:buFont typeface="Arial" panose="020B0604020202020204" pitchFamily="34" charset="0"/>
              <a:buChar char="•"/>
            </a:pPr>
            <a:r>
              <a:rPr lang="en-US" sz="1600" noProof="0">
                <a:solidFill>
                  <a:schemeClr val="bg1"/>
                </a:solidFill>
                <a:cs typeface="Arial" panose="020B0604020202020204" pitchFamily="34" charset="0"/>
              </a:rPr>
              <a:t>When was it collected?</a:t>
            </a:r>
          </a:p>
          <a:p>
            <a:pPr marL="285750" indent="-285750">
              <a:buFont typeface="Arial" panose="020B0604020202020204" pitchFamily="34" charset="0"/>
              <a:buChar char="•"/>
            </a:pPr>
            <a:r>
              <a:rPr lang="en-US" sz="1600" noProof="0">
                <a:solidFill>
                  <a:schemeClr val="bg1"/>
                </a:solidFill>
                <a:cs typeface="Arial" panose="020B0604020202020204" pitchFamily="34" charset="0"/>
              </a:rPr>
              <a:t>Is it still relevant?</a:t>
            </a:r>
          </a:p>
        </p:txBody>
      </p:sp>
      <p:sp>
        <p:nvSpPr>
          <p:cNvPr id="5" name="TextBox 4">
            <a:extLst>
              <a:ext uri="{FF2B5EF4-FFF2-40B4-BE49-F238E27FC236}">
                <a16:creationId xmlns:a16="http://schemas.microsoft.com/office/drawing/2014/main" id="{8962BD7B-71FC-D394-B0DB-6321A1CD65F2}"/>
              </a:ext>
            </a:extLst>
          </p:cNvPr>
          <p:cNvSpPr txBox="1"/>
          <p:nvPr/>
        </p:nvSpPr>
        <p:spPr>
          <a:xfrm>
            <a:off x="624662" y="238264"/>
            <a:ext cx="7987709" cy="584775"/>
          </a:xfrm>
          <a:prstGeom prst="rect">
            <a:avLst/>
          </a:prstGeom>
          <a:noFill/>
        </p:spPr>
        <p:txBody>
          <a:bodyPr wrap="square">
            <a:spAutoFit/>
          </a:bodyPr>
          <a:lstStyle/>
          <a:p>
            <a:pPr>
              <a:spcBef>
                <a:spcPct val="0"/>
              </a:spcBef>
            </a:pPr>
            <a:r>
              <a:rPr lang="en-GB" sz="3200" b="1">
                <a:solidFill>
                  <a:srgbClr val="FFC000"/>
                </a:solidFill>
                <a:latin typeface="Arial" panose="020B0604020202020204" pitchFamily="34" charset="0"/>
                <a:ea typeface="+mj-ea"/>
                <a:cs typeface="Arial" panose="020B0604020202020204" pitchFamily="34" charset="0"/>
              </a:rPr>
              <a:t>Collecting and Validating Your Data</a:t>
            </a:r>
            <a:endParaRPr lang="en-US" sz="3200" b="1">
              <a:solidFill>
                <a:srgbClr val="FFC000"/>
              </a:solidFill>
              <a:latin typeface="Arial" panose="020B0604020202020204" pitchFamily="34" charset="0"/>
              <a:ea typeface="+mj-ea"/>
              <a:cs typeface="Arial" panose="020B0604020202020204" pitchFamily="34" charset="0"/>
            </a:endParaRPr>
          </a:p>
        </p:txBody>
      </p:sp>
      <p:pic>
        <p:nvPicPr>
          <p:cNvPr id="7" name="Picture 6" descr="Data displayed on screen">
            <a:extLst>
              <a:ext uri="{FF2B5EF4-FFF2-40B4-BE49-F238E27FC236}">
                <a16:creationId xmlns:a16="http://schemas.microsoft.com/office/drawing/2014/main" id="{9C662534-17E6-6967-F851-7BF8E7C733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17820" y="1812758"/>
            <a:ext cx="4474180" cy="2982786"/>
          </a:xfrm>
          <a:prstGeom prst="rect">
            <a:avLst/>
          </a:prstGeom>
        </p:spPr>
      </p:pic>
      <p:sp>
        <p:nvSpPr>
          <p:cNvPr id="13" name="TextBox 12">
            <a:extLst>
              <a:ext uri="{FF2B5EF4-FFF2-40B4-BE49-F238E27FC236}">
                <a16:creationId xmlns:a16="http://schemas.microsoft.com/office/drawing/2014/main" id="{61C787DC-1038-6CDD-5A2F-64ED6679C662}"/>
              </a:ext>
            </a:extLst>
          </p:cNvPr>
          <p:cNvSpPr txBox="1"/>
          <p:nvPr/>
        </p:nvSpPr>
        <p:spPr>
          <a:xfrm>
            <a:off x="7717820" y="4795544"/>
            <a:ext cx="4474180" cy="369332"/>
          </a:xfrm>
          <a:prstGeom prst="rect">
            <a:avLst/>
          </a:prstGeom>
          <a:solidFill>
            <a:schemeClr val="accent4"/>
          </a:solidFill>
        </p:spPr>
        <p:txBody>
          <a:bodyPr wrap="square">
            <a:spAutoFit/>
          </a:bodyPr>
          <a:lstStyle/>
          <a:p>
            <a:r>
              <a:rPr lang="en-GB" b="1">
                <a:solidFill>
                  <a:schemeClr val="bg1"/>
                </a:solidFill>
              </a:rPr>
              <a:t>Good analysis starts with trusted data.</a:t>
            </a:r>
            <a:endParaRPr lang="en-US" b="1">
              <a:solidFill>
                <a:schemeClr val="bg1"/>
              </a:solidFill>
            </a:endParaRPr>
          </a:p>
        </p:txBody>
      </p:sp>
    </p:spTree>
    <p:extLst>
      <p:ext uri="{BB962C8B-B14F-4D97-AF65-F5344CB8AC3E}">
        <p14:creationId xmlns:p14="http://schemas.microsoft.com/office/powerpoint/2010/main" val="2604510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3"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7B9432-A1CB-D484-13F7-BE721FBEFCD0}"/>
            </a:ext>
          </a:extLst>
        </p:cNvPr>
        <p:cNvGrpSpPr/>
        <p:nvPr/>
      </p:nvGrpSpPr>
      <p:grpSpPr>
        <a:xfrm>
          <a:off x="0" y="0"/>
          <a:ext cx="0" cy="0"/>
          <a:chOff x="0" y="0"/>
          <a:chExt cx="0" cy="0"/>
        </a:xfrm>
      </p:grpSpPr>
      <p:sp>
        <p:nvSpPr>
          <p:cNvPr id="2" name="Title 3">
            <a:extLst>
              <a:ext uri="{FF2B5EF4-FFF2-40B4-BE49-F238E27FC236}">
                <a16:creationId xmlns:a16="http://schemas.microsoft.com/office/drawing/2014/main" id="{066E4010-1FCE-2275-1E2E-B2136A5503BC}"/>
              </a:ext>
            </a:extLst>
          </p:cNvPr>
          <p:cNvSpPr txBox="1">
            <a:spLocks/>
          </p:cNvSpPr>
          <p:nvPr/>
        </p:nvSpPr>
        <p:spPr>
          <a:xfrm>
            <a:off x="704441" y="350199"/>
            <a:ext cx="10783118" cy="1085172"/>
          </a:xfrm>
          <a:prstGeom prst="rect">
            <a:avLst/>
          </a:prstGeom>
        </p:spPr>
        <p:txBody>
          <a:bodyPr>
            <a:normAutofit/>
          </a:bodyPr>
          <a:lstStyle>
            <a:lvl1pPr algn="l" defTabSz="914400" rtl="0" eaLnBrk="1" latinLnBrk="0" hangingPunct="1">
              <a:lnSpc>
                <a:spcPct val="100000"/>
              </a:lnSpc>
              <a:spcBef>
                <a:spcPct val="0"/>
              </a:spcBef>
              <a:buNone/>
              <a:defRPr sz="2400" kern="1200">
                <a:solidFill>
                  <a:schemeClr val="tx1"/>
                </a:solidFill>
                <a:latin typeface="+mj-lt"/>
                <a:ea typeface="+mj-ea"/>
                <a:cs typeface="+mj-cs"/>
              </a:defRPr>
            </a:lvl1pPr>
          </a:lstStyle>
          <a:p>
            <a:r>
              <a:rPr lang="en-US" sz="3200" b="1" noProof="0">
                <a:solidFill>
                  <a:srgbClr val="FFC000"/>
                </a:solidFill>
                <a:latin typeface="Arial" panose="020B0604020202020204" pitchFamily="34" charset="0"/>
                <a:cs typeface="Arial" panose="020B0604020202020204" pitchFamily="34" charset="0"/>
              </a:rPr>
              <a:t>Question</a:t>
            </a:r>
          </a:p>
        </p:txBody>
      </p:sp>
      <p:pic>
        <p:nvPicPr>
          <p:cNvPr id="3" name="Graphic 2" descr="Thought bubble with solid fill">
            <a:extLst>
              <a:ext uri="{FF2B5EF4-FFF2-40B4-BE49-F238E27FC236}">
                <a16:creationId xmlns:a16="http://schemas.microsoft.com/office/drawing/2014/main" id="{6EAB8A76-DF5F-05FC-1F4C-B503D23D696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533400" y="1332883"/>
            <a:ext cx="2096117" cy="2096117"/>
          </a:xfrm>
          <a:prstGeom prst="rect">
            <a:avLst/>
          </a:prstGeom>
        </p:spPr>
      </p:pic>
      <p:pic>
        <p:nvPicPr>
          <p:cNvPr id="4" name="Graphic 3" descr="Thought bubble with solid fill">
            <a:extLst>
              <a:ext uri="{FF2B5EF4-FFF2-40B4-BE49-F238E27FC236}">
                <a16:creationId xmlns:a16="http://schemas.microsoft.com/office/drawing/2014/main" id="{19CF7B12-EA1B-BC0B-5E03-0B053EE50E0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696511" y="1435371"/>
            <a:ext cx="2096117" cy="2096117"/>
          </a:xfrm>
          <a:prstGeom prst="rect">
            <a:avLst/>
          </a:prstGeom>
        </p:spPr>
      </p:pic>
      <p:sp>
        <p:nvSpPr>
          <p:cNvPr id="7" name="TextBox 6">
            <a:extLst>
              <a:ext uri="{FF2B5EF4-FFF2-40B4-BE49-F238E27FC236}">
                <a16:creationId xmlns:a16="http://schemas.microsoft.com/office/drawing/2014/main" id="{423ED921-D9C8-AC38-B29B-80E7B4B70ED5}"/>
              </a:ext>
            </a:extLst>
          </p:cNvPr>
          <p:cNvSpPr txBox="1"/>
          <p:nvPr/>
        </p:nvSpPr>
        <p:spPr>
          <a:xfrm>
            <a:off x="2934587" y="3429000"/>
            <a:ext cx="5986130" cy="193899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a:ln>
                  <a:noFill/>
                </a:ln>
                <a:solidFill>
                  <a:schemeClr val="accent4"/>
                </a:solidFill>
                <a:effectLst/>
                <a:uLnTx/>
                <a:uFillTx/>
                <a:latin typeface="Trebuchet MS"/>
                <a:ea typeface="+mn-ea"/>
                <a:cs typeface="+mn-cs"/>
              </a:rPr>
              <a:t>You’ve been asked to start collecting data for an improvement. </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GB" sz="2400">
              <a:solidFill>
                <a:schemeClr val="accent4"/>
              </a:solidFill>
              <a:latin typeface="Trebuchet M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a:ln>
                  <a:noFill/>
                </a:ln>
                <a:solidFill>
                  <a:schemeClr val="accent4"/>
                </a:solidFill>
                <a:effectLst/>
                <a:uLnTx/>
                <a:uFillTx/>
                <a:latin typeface="Trebuchet MS"/>
                <a:ea typeface="+mn-ea"/>
                <a:cs typeface="+mn-cs"/>
              </a:rPr>
              <a:t>How do you plan for or consider what needs to be collected?</a:t>
            </a:r>
            <a:endParaRPr kumimoji="0" lang="en-US" sz="2400" b="0" i="0" u="none" strike="noStrike" kern="1200" cap="none" spc="0" normalizeH="0" baseline="0" noProof="0">
              <a:ln>
                <a:noFill/>
              </a:ln>
              <a:solidFill>
                <a:schemeClr val="accent4"/>
              </a:solidFill>
              <a:effectLst/>
              <a:uLnTx/>
              <a:uFillTx/>
              <a:latin typeface="Trebuchet MS"/>
              <a:ea typeface="+mn-ea"/>
              <a:cs typeface="+mn-cs"/>
            </a:endParaRPr>
          </a:p>
        </p:txBody>
      </p:sp>
    </p:spTree>
    <p:extLst>
      <p:ext uri="{BB962C8B-B14F-4D97-AF65-F5344CB8AC3E}">
        <p14:creationId xmlns:p14="http://schemas.microsoft.com/office/powerpoint/2010/main" val="21074211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1EC5CC1A-23C1-4F16-85F2-4947561E4C24}"/>
              </a:ext>
            </a:extLst>
          </p:cNvPr>
          <p:cNvSpPr txBox="1">
            <a:spLocks/>
          </p:cNvSpPr>
          <p:nvPr/>
        </p:nvSpPr>
        <p:spPr>
          <a:xfrm>
            <a:off x="216098" y="384447"/>
            <a:ext cx="10783118" cy="1085172"/>
          </a:xfrm>
          <a:prstGeom prst="rect">
            <a:avLst/>
          </a:prstGeom>
        </p:spPr>
        <p:txBody>
          <a:bodyPr/>
          <a:lstStyle>
            <a:lvl1pPr algn="l" defTabSz="914400" rtl="0" eaLnBrk="1" latinLnBrk="0" hangingPunct="1">
              <a:lnSpc>
                <a:spcPct val="100000"/>
              </a:lnSpc>
              <a:spcBef>
                <a:spcPct val="0"/>
              </a:spcBef>
              <a:buNone/>
              <a:defRPr sz="2400" kern="1200">
                <a:solidFill>
                  <a:schemeClr val="tx1"/>
                </a:solidFill>
                <a:latin typeface="+mj-lt"/>
                <a:ea typeface="+mj-ea"/>
                <a:cs typeface="+mj-cs"/>
              </a:defRPr>
            </a:lvl1pPr>
          </a:lstStyle>
          <a:p>
            <a:r>
              <a:rPr lang="en-US" sz="2800" b="1" noProof="0">
                <a:solidFill>
                  <a:srgbClr val="FFC000"/>
                </a:solidFill>
                <a:ea typeface="Calibri" panose="020F0502020204030204" pitchFamily="34" charset="0"/>
                <a:cs typeface="Arial" panose="020B0604020202020204" pitchFamily="34" charset="0"/>
              </a:rPr>
              <a:t>Getting Started – Defining Collection Requirements</a:t>
            </a:r>
            <a:br>
              <a:rPr lang="en-US" sz="3200" b="1" noProof="0">
                <a:solidFill>
                  <a:srgbClr val="FFC000"/>
                </a:solidFill>
                <a:ea typeface="Calibri" panose="020F0502020204030204" pitchFamily="34" charset="0"/>
                <a:cs typeface="Arial" panose="020B0604020202020204" pitchFamily="34" charset="0"/>
              </a:rPr>
            </a:br>
            <a:endParaRPr lang="en-US" sz="3200" b="1" noProof="0">
              <a:solidFill>
                <a:srgbClr val="FFC000"/>
              </a:solidFill>
              <a:cs typeface="Arial" panose="020B0604020202020204" pitchFamily="34" charset="0"/>
            </a:endParaRPr>
          </a:p>
        </p:txBody>
      </p:sp>
      <p:sp>
        <p:nvSpPr>
          <p:cNvPr id="3" name="Content Placeholder 1">
            <a:extLst>
              <a:ext uri="{FF2B5EF4-FFF2-40B4-BE49-F238E27FC236}">
                <a16:creationId xmlns:a16="http://schemas.microsoft.com/office/drawing/2014/main" id="{E355FD2C-BCD3-46C5-842C-F8E07DDC75AD}"/>
              </a:ext>
            </a:extLst>
          </p:cNvPr>
          <p:cNvSpPr txBox="1">
            <a:spLocks/>
          </p:cNvSpPr>
          <p:nvPr/>
        </p:nvSpPr>
        <p:spPr>
          <a:xfrm>
            <a:off x="142492" y="1296448"/>
            <a:ext cx="10783118" cy="477649"/>
          </a:xfrm>
          <a:prstGeom prst="rect">
            <a:avLst/>
          </a:prstGeom>
        </p:spPr>
        <p:txBody>
          <a:bodyPr>
            <a:noAutofit/>
          </a:bodyPr>
          <a:lstStyle>
            <a:lvl1pPr marL="0" indent="0" algn="l" defTabSz="914400" rtl="0" eaLnBrk="1" latinLnBrk="0" hangingPunct="1">
              <a:lnSpc>
                <a:spcPct val="100000"/>
              </a:lnSpc>
              <a:spcBef>
                <a:spcPts val="1000"/>
              </a:spcBef>
              <a:buFont typeface="Arial" panose="020B0604020202020204" pitchFamily="34" charset="0"/>
              <a:buNone/>
              <a:defRPr sz="1600" b="1" kern="1200">
                <a:solidFill>
                  <a:schemeClr val="bg2"/>
                </a:solidFill>
                <a:latin typeface="+mn-lt"/>
                <a:ea typeface="+mn-ea"/>
                <a:cs typeface="+mn-cs"/>
              </a:defRPr>
            </a:lvl1pPr>
            <a:lvl2pPr marL="0" indent="0" algn="l" defTabSz="914400" rtl="0" eaLnBrk="1" latinLnBrk="0" hangingPunct="1">
              <a:lnSpc>
                <a:spcPct val="100000"/>
              </a:lnSpc>
              <a:spcBef>
                <a:spcPts val="800"/>
              </a:spcBef>
              <a:spcAft>
                <a:spcPts val="400"/>
              </a:spcAft>
              <a:buFont typeface="Arial" panose="020B0604020202020204" pitchFamily="34" charset="0"/>
              <a:buNone/>
              <a:defRPr sz="1400" kern="1200">
                <a:solidFill>
                  <a:schemeClr val="tx1"/>
                </a:solidFill>
                <a:latin typeface="+mn-lt"/>
                <a:ea typeface="+mn-ea"/>
                <a:cs typeface="+mn-cs"/>
              </a:defRPr>
            </a:lvl2pPr>
            <a:lvl3pPr marL="180975" indent="-180975" algn="l" defTabSz="914400" rtl="0" eaLnBrk="1" latinLnBrk="0" hangingPunct="1">
              <a:lnSpc>
                <a:spcPct val="100000"/>
              </a:lnSpc>
              <a:spcBef>
                <a:spcPts val="600"/>
              </a:spcBef>
              <a:buClr>
                <a:schemeClr val="bg2"/>
              </a:buClr>
              <a:buFont typeface="Arial" panose="020B0604020202020204" pitchFamily="34" charset="0"/>
              <a:buChar char="•"/>
              <a:defRPr sz="1400" kern="1200">
                <a:solidFill>
                  <a:schemeClr val="tx1"/>
                </a:solidFill>
                <a:latin typeface="+mn-lt"/>
                <a:ea typeface="+mn-ea"/>
                <a:cs typeface="+mn-cs"/>
              </a:defRPr>
            </a:lvl3pPr>
            <a:lvl4pPr marL="361950" indent="-180975" algn="l" defTabSz="914400" rtl="0" eaLnBrk="1" latinLnBrk="0" hangingPunct="1">
              <a:lnSpc>
                <a:spcPct val="100000"/>
              </a:lnSpc>
              <a:spcBef>
                <a:spcPts val="600"/>
              </a:spcBef>
              <a:buFont typeface="Arial" panose="020B0604020202020204" pitchFamily="34" charset="0"/>
              <a:buChar char="•"/>
              <a:defRPr sz="1200" kern="1200">
                <a:solidFill>
                  <a:schemeClr val="tx1"/>
                </a:solidFill>
                <a:latin typeface="+mn-lt"/>
                <a:ea typeface="+mn-ea"/>
                <a:cs typeface="+mn-cs"/>
              </a:defRPr>
            </a:lvl4pPr>
            <a:lvl5pPr marL="542925" indent="-180975" algn="l" defTabSz="914400" rtl="0" eaLnBrk="1" latinLnBrk="0" hangingPunct="1">
              <a:lnSpc>
                <a:spcPct val="100000"/>
              </a:lnSpc>
              <a:spcBef>
                <a:spcPts val="600"/>
              </a:spcBef>
              <a:buClr>
                <a:schemeClr val="tx1"/>
              </a:buClr>
              <a:buFont typeface="Trebuchet MS" panose="020B0603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7000"/>
              </a:lnSpc>
              <a:spcAft>
                <a:spcPts val="800"/>
              </a:spcAft>
            </a:pPr>
            <a:r>
              <a:rPr lang="en-US" sz="1800" noProof="0">
                <a:solidFill>
                  <a:srgbClr val="172859"/>
                </a:solidFill>
                <a:latin typeface="+mj-lt"/>
                <a:ea typeface="Calibri" panose="020F0502020204030204" pitchFamily="34" charset="0"/>
                <a:cs typeface="Arial" panose="020B0604020202020204" pitchFamily="34" charset="0"/>
              </a:rPr>
              <a:t> </a:t>
            </a:r>
          </a:p>
          <a:p>
            <a:pPr>
              <a:lnSpc>
                <a:spcPct val="107000"/>
              </a:lnSpc>
              <a:spcAft>
                <a:spcPts val="800"/>
              </a:spcAft>
            </a:pPr>
            <a:r>
              <a:rPr lang="en-US" sz="1800" noProof="0">
                <a:solidFill>
                  <a:srgbClr val="172859"/>
                </a:solidFill>
                <a:latin typeface="+mj-lt"/>
                <a:ea typeface="Calibri" panose="020F0502020204030204" pitchFamily="34" charset="0"/>
                <a:cs typeface="Arial" panose="020B0604020202020204" pitchFamily="34" charset="0"/>
              </a:rPr>
              <a:t> </a:t>
            </a:r>
            <a:endParaRPr lang="en-US" sz="1800" noProof="0">
              <a:solidFill>
                <a:srgbClr val="172859"/>
              </a:solidFill>
              <a:latin typeface="+mj-lt"/>
              <a:cs typeface="Arial" panose="020B0604020202020204" pitchFamily="34" charset="0"/>
            </a:endParaRPr>
          </a:p>
        </p:txBody>
      </p:sp>
      <p:sp>
        <p:nvSpPr>
          <p:cNvPr id="9" name="Rectangle 8">
            <a:extLst>
              <a:ext uri="{FF2B5EF4-FFF2-40B4-BE49-F238E27FC236}">
                <a16:creationId xmlns:a16="http://schemas.microsoft.com/office/drawing/2014/main" id="{DBB72941-5BC6-4C4E-8650-4742CF10392F}"/>
              </a:ext>
            </a:extLst>
          </p:cNvPr>
          <p:cNvSpPr/>
          <p:nvPr/>
        </p:nvSpPr>
        <p:spPr>
          <a:xfrm>
            <a:off x="189104" y="5777741"/>
            <a:ext cx="11813791" cy="490519"/>
          </a:xfrm>
          <a:prstGeom prst="rect">
            <a:avLst/>
          </a:prstGeom>
          <a:solidFill>
            <a:srgbClr val="24408D"/>
          </a:solidFill>
        </p:spPr>
        <p:txBody>
          <a:bodyPr wrap="square">
            <a:spAutoFit/>
          </a:bodyPr>
          <a:lstStyle/>
          <a:p>
            <a:pPr fontAlgn="t">
              <a:lnSpc>
                <a:spcPts val="1500"/>
              </a:lnSpc>
              <a:buNone/>
            </a:pPr>
            <a:r>
              <a:rPr lang="en-US" sz="1600" b="1">
                <a:solidFill>
                  <a:schemeClr val="bg1"/>
                </a:solidFill>
                <a:latin typeface="+mj-lt"/>
                <a:cs typeface="Arial" panose="020B0604020202020204" pitchFamily="34" charset="0"/>
              </a:rPr>
              <a:t>Key Takeaway: </a:t>
            </a:r>
            <a:r>
              <a:rPr lang="en-US" sz="1600">
                <a:solidFill>
                  <a:schemeClr val="bg1"/>
                </a:solidFill>
                <a:latin typeface="+mj-lt"/>
                <a:cs typeface="Arial" panose="020B0604020202020204" pitchFamily="34" charset="0"/>
              </a:rPr>
              <a:t>Any measurement should link back to the problem statement in the charter.</a:t>
            </a:r>
            <a:r>
              <a:rPr lang="en-US" sz="1600" b="0" i="0">
                <a:effectLst/>
                <a:latin typeface="+mj-lt"/>
              </a:rPr>
              <a:t> </a:t>
            </a:r>
            <a:r>
              <a:rPr lang="en-US" sz="1600">
                <a:solidFill>
                  <a:schemeClr val="bg1"/>
                </a:solidFill>
                <a:latin typeface="+mj-lt"/>
                <a:cs typeface="Arial" panose="020B0604020202020204" pitchFamily="34" charset="0"/>
              </a:rPr>
              <a:t>If data doesn’t support the problem, don’t collect it.</a:t>
            </a:r>
          </a:p>
        </p:txBody>
      </p:sp>
      <p:sp>
        <p:nvSpPr>
          <p:cNvPr id="15" name="TextBox 14">
            <a:extLst>
              <a:ext uri="{FF2B5EF4-FFF2-40B4-BE49-F238E27FC236}">
                <a16:creationId xmlns:a16="http://schemas.microsoft.com/office/drawing/2014/main" id="{688044C4-B5A9-E13B-D9F0-CC50E0C89C93}"/>
              </a:ext>
            </a:extLst>
          </p:cNvPr>
          <p:cNvSpPr txBox="1"/>
          <p:nvPr/>
        </p:nvSpPr>
        <p:spPr>
          <a:xfrm>
            <a:off x="142492" y="1571822"/>
            <a:ext cx="10388932" cy="305853"/>
          </a:xfrm>
          <a:prstGeom prst="rect">
            <a:avLst/>
          </a:prstGeom>
          <a:noFill/>
        </p:spPr>
        <p:txBody>
          <a:bodyPr wrap="square">
            <a:spAutoFit/>
          </a:bodyPr>
          <a:lstStyle/>
          <a:p>
            <a:pPr fontAlgn="t">
              <a:lnSpc>
                <a:spcPts val="1500"/>
              </a:lnSpc>
              <a:buNone/>
            </a:pPr>
            <a:r>
              <a:rPr lang="en-US" b="0" i="0">
                <a:solidFill>
                  <a:srgbClr val="002060"/>
                </a:solidFill>
                <a:effectLst/>
                <a:latin typeface="+mj-lt"/>
              </a:rPr>
              <a:t>To build an effective data collection plan, define five key elements:</a:t>
            </a:r>
          </a:p>
        </p:txBody>
      </p:sp>
      <p:sp>
        <p:nvSpPr>
          <p:cNvPr id="4" name="Rectangle: Rounded Corners 3">
            <a:extLst>
              <a:ext uri="{FF2B5EF4-FFF2-40B4-BE49-F238E27FC236}">
                <a16:creationId xmlns:a16="http://schemas.microsoft.com/office/drawing/2014/main" id="{40C79A61-94DD-47D7-98A9-B236B274EEAA}"/>
              </a:ext>
            </a:extLst>
          </p:cNvPr>
          <p:cNvSpPr/>
          <p:nvPr/>
        </p:nvSpPr>
        <p:spPr>
          <a:xfrm>
            <a:off x="189104" y="2699214"/>
            <a:ext cx="2273313" cy="2279141"/>
          </a:xfrm>
          <a:prstGeom prst="roundRect">
            <a:avLst>
              <a:gd name="adj" fmla="val 8622"/>
            </a:avLst>
          </a:prstGeom>
          <a:solidFill>
            <a:schemeClr val="bg1"/>
          </a:solidFill>
          <a:ln w="28575">
            <a:solidFill>
              <a:schemeClr val="tx2"/>
            </a:solidFill>
          </a:ln>
        </p:spPr>
        <p:style>
          <a:lnRef idx="1">
            <a:schemeClr val="accent4"/>
          </a:lnRef>
          <a:fillRef idx="3">
            <a:schemeClr val="accent4"/>
          </a:fillRef>
          <a:effectRef idx="2">
            <a:schemeClr val="accent4"/>
          </a:effectRef>
          <a:fontRef idx="minor">
            <a:schemeClr val="lt1"/>
          </a:fontRef>
        </p:style>
        <p:txBody>
          <a:bodyPr rtlCol="0" anchor="t"/>
          <a:lstStyle/>
          <a:p>
            <a:pPr marL="285750" indent="-285750">
              <a:buFont typeface="Arial" panose="020B0604020202020204" pitchFamily="34" charset="0"/>
              <a:buChar char="•"/>
            </a:pPr>
            <a:endParaRPr lang="en-GB" sz="1600">
              <a:solidFill>
                <a:srgbClr val="172859"/>
              </a:solidFill>
              <a:latin typeface="+mj-lt"/>
              <a:cs typeface="Arial" panose="020B0604020202020204" pitchFamily="34" charset="0"/>
            </a:endParaRPr>
          </a:p>
          <a:p>
            <a:pPr marL="285750" indent="-285750">
              <a:buFont typeface="Arial" panose="020B0604020202020204" pitchFamily="34" charset="0"/>
              <a:buChar char="•"/>
            </a:pPr>
            <a:r>
              <a:rPr lang="en-GB" sz="1600">
                <a:solidFill>
                  <a:srgbClr val="172859"/>
                </a:solidFill>
                <a:latin typeface="+mj-lt"/>
                <a:cs typeface="Arial" panose="020B0604020202020204" pitchFamily="34" charset="0"/>
              </a:rPr>
              <a:t>What needs to be collected?</a:t>
            </a:r>
          </a:p>
          <a:p>
            <a:pPr marL="285750" indent="-285750">
              <a:buFont typeface="Arial" panose="020B0604020202020204" pitchFamily="34" charset="0"/>
              <a:buChar char="•"/>
            </a:pPr>
            <a:r>
              <a:rPr lang="en-GB" sz="1600">
                <a:solidFill>
                  <a:srgbClr val="172859"/>
                </a:solidFill>
                <a:latin typeface="+mj-lt"/>
                <a:cs typeface="Arial" panose="020B0604020202020204" pitchFamily="34" charset="0"/>
              </a:rPr>
              <a:t>Is it relevant and reliable?</a:t>
            </a:r>
            <a:endParaRPr lang="en-US" sz="400">
              <a:solidFill>
                <a:srgbClr val="172859"/>
              </a:solidFill>
              <a:latin typeface="+mj-lt"/>
              <a:cs typeface="Arial" panose="020B0604020202020204" pitchFamily="34" charset="0"/>
            </a:endParaRPr>
          </a:p>
        </p:txBody>
      </p:sp>
      <p:sp>
        <p:nvSpPr>
          <p:cNvPr id="10" name="Rectangle: Rounded Corners 9">
            <a:extLst>
              <a:ext uri="{FF2B5EF4-FFF2-40B4-BE49-F238E27FC236}">
                <a16:creationId xmlns:a16="http://schemas.microsoft.com/office/drawing/2014/main" id="{1A3BFC74-EA30-16A6-D848-7220E796F319}"/>
              </a:ext>
            </a:extLst>
          </p:cNvPr>
          <p:cNvSpPr/>
          <p:nvPr/>
        </p:nvSpPr>
        <p:spPr>
          <a:xfrm>
            <a:off x="177745" y="2261590"/>
            <a:ext cx="2273314" cy="575715"/>
          </a:xfrm>
          <a:prstGeom prst="roundRect">
            <a:avLst/>
          </a:prstGeom>
          <a:solidFill>
            <a:schemeClr val="tx2"/>
          </a:solidFill>
          <a:ln w="38100">
            <a:no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en-US" sz="1600" b="1">
                <a:solidFill>
                  <a:schemeClr val="bg1"/>
                </a:solidFill>
                <a:latin typeface="+mj-lt"/>
                <a:cs typeface="Arial" panose="020B0604020202020204" pitchFamily="34" charset="0"/>
              </a:rPr>
              <a:t>What Data?</a:t>
            </a:r>
          </a:p>
        </p:txBody>
      </p:sp>
      <p:sp>
        <p:nvSpPr>
          <p:cNvPr id="17" name="Flowchart: Connector 16">
            <a:extLst>
              <a:ext uri="{FF2B5EF4-FFF2-40B4-BE49-F238E27FC236}">
                <a16:creationId xmlns:a16="http://schemas.microsoft.com/office/drawing/2014/main" id="{7F320E83-F703-8709-E908-2C30B82C7675}"/>
              </a:ext>
            </a:extLst>
          </p:cNvPr>
          <p:cNvSpPr/>
          <p:nvPr/>
        </p:nvSpPr>
        <p:spPr>
          <a:xfrm>
            <a:off x="778849" y="4554403"/>
            <a:ext cx="1008000" cy="1008000"/>
          </a:xfrm>
          <a:prstGeom prst="flowChartConnector">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pic>
        <p:nvPicPr>
          <p:cNvPr id="22" name="Graphic 21" descr="Research with solid fill">
            <a:extLst>
              <a:ext uri="{FF2B5EF4-FFF2-40B4-BE49-F238E27FC236}">
                <a16:creationId xmlns:a16="http://schemas.microsoft.com/office/drawing/2014/main" id="{B6A5C8D4-7189-A675-DCBC-AC91D06426C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41969" y="4716900"/>
            <a:ext cx="691713" cy="691713"/>
          </a:xfrm>
          <a:prstGeom prst="rect">
            <a:avLst/>
          </a:prstGeom>
        </p:spPr>
      </p:pic>
      <p:sp>
        <p:nvSpPr>
          <p:cNvPr id="7" name="Rectangle: Rounded Corners 6">
            <a:extLst>
              <a:ext uri="{FF2B5EF4-FFF2-40B4-BE49-F238E27FC236}">
                <a16:creationId xmlns:a16="http://schemas.microsoft.com/office/drawing/2014/main" id="{A6AF1F72-1C2F-4B86-9AEF-89F8B9EA3254}"/>
              </a:ext>
            </a:extLst>
          </p:cNvPr>
          <p:cNvSpPr/>
          <p:nvPr/>
        </p:nvSpPr>
        <p:spPr>
          <a:xfrm>
            <a:off x="2611492" y="2699216"/>
            <a:ext cx="2217465" cy="2279142"/>
          </a:xfrm>
          <a:prstGeom prst="roundRect">
            <a:avLst>
              <a:gd name="adj" fmla="val 7242"/>
            </a:avLst>
          </a:prstGeom>
          <a:solidFill>
            <a:schemeClr val="bg1"/>
          </a:solidFill>
          <a:ln w="28575">
            <a:solidFill>
              <a:schemeClr val="accent1"/>
            </a:solidFill>
          </a:ln>
        </p:spPr>
        <p:style>
          <a:lnRef idx="1">
            <a:schemeClr val="accent4"/>
          </a:lnRef>
          <a:fillRef idx="3">
            <a:schemeClr val="accent4"/>
          </a:fillRef>
          <a:effectRef idx="2">
            <a:schemeClr val="accent4"/>
          </a:effectRef>
          <a:fontRef idx="minor">
            <a:schemeClr val="lt1"/>
          </a:fontRef>
        </p:style>
        <p:txBody>
          <a:bodyPr rtlCol="0" anchor="t"/>
          <a:lstStyle/>
          <a:p>
            <a:pPr marL="285750" indent="-285750">
              <a:buFont typeface="Arial" panose="020B0604020202020204" pitchFamily="34" charset="0"/>
              <a:buChar char="•"/>
            </a:pPr>
            <a:endParaRPr lang="en-GB" sz="1600">
              <a:solidFill>
                <a:srgbClr val="172859"/>
              </a:solidFill>
              <a:latin typeface="+mj-lt"/>
              <a:cs typeface="Arial" panose="020B0604020202020204" pitchFamily="34" charset="0"/>
            </a:endParaRPr>
          </a:p>
          <a:p>
            <a:pPr marL="285750" indent="-285750">
              <a:buFont typeface="Arial" panose="020B0604020202020204" pitchFamily="34" charset="0"/>
              <a:buChar char="•"/>
            </a:pPr>
            <a:r>
              <a:rPr lang="en-GB" sz="1600">
                <a:solidFill>
                  <a:srgbClr val="172859"/>
                </a:solidFill>
                <a:latin typeface="+mj-lt"/>
                <a:cs typeface="Arial" panose="020B0604020202020204" pitchFamily="34" charset="0"/>
              </a:rPr>
              <a:t>What activities are required?</a:t>
            </a:r>
          </a:p>
          <a:p>
            <a:pPr marL="285750" indent="-285750">
              <a:buFont typeface="Arial" panose="020B0604020202020204" pitchFamily="34" charset="0"/>
              <a:buChar char="•"/>
            </a:pPr>
            <a:r>
              <a:rPr lang="en-GB" sz="1600">
                <a:solidFill>
                  <a:srgbClr val="172859"/>
                </a:solidFill>
                <a:latin typeface="+mj-lt"/>
                <a:cs typeface="Arial" panose="020B0604020202020204" pitchFamily="34" charset="0"/>
              </a:rPr>
              <a:t>What data sources will be used?</a:t>
            </a:r>
            <a:endParaRPr lang="en-US" sz="1600">
              <a:solidFill>
                <a:srgbClr val="172859"/>
              </a:solidFill>
              <a:latin typeface="+mj-lt"/>
              <a:cs typeface="Arial" panose="020B0604020202020204" pitchFamily="34" charset="0"/>
            </a:endParaRPr>
          </a:p>
        </p:txBody>
      </p:sp>
      <p:sp>
        <p:nvSpPr>
          <p:cNvPr id="11" name="Rectangle: Rounded Corners 10">
            <a:extLst>
              <a:ext uri="{FF2B5EF4-FFF2-40B4-BE49-F238E27FC236}">
                <a16:creationId xmlns:a16="http://schemas.microsoft.com/office/drawing/2014/main" id="{C3F2F8ED-38CF-D09A-1022-0DE41EA861BC}"/>
              </a:ext>
            </a:extLst>
          </p:cNvPr>
          <p:cNvSpPr/>
          <p:nvPr/>
        </p:nvSpPr>
        <p:spPr>
          <a:xfrm>
            <a:off x="2583567" y="2274406"/>
            <a:ext cx="2273314" cy="562898"/>
          </a:xfrm>
          <a:prstGeom prst="roundRect">
            <a:avLst/>
          </a:prstGeom>
          <a:solidFill>
            <a:schemeClr val="accent1"/>
          </a:solidFill>
          <a:ln w="38100">
            <a:solidFill>
              <a:schemeClr val="accent1"/>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en-US" sz="1600" b="1">
                <a:solidFill>
                  <a:schemeClr val="bg1"/>
                </a:solidFill>
                <a:latin typeface="+mj-lt"/>
                <a:cs typeface="Arial" panose="020B0604020202020204" pitchFamily="34" charset="0"/>
              </a:rPr>
              <a:t>What Method?</a:t>
            </a:r>
          </a:p>
        </p:txBody>
      </p:sp>
      <p:sp>
        <p:nvSpPr>
          <p:cNvPr id="19" name="Flowchart: Connector 18">
            <a:extLst>
              <a:ext uri="{FF2B5EF4-FFF2-40B4-BE49-F238E27FC236}">
                <a16:creationId xmlns:a16="http://schemas.microsoft.com/office/drawing/2014/main" id="{82FD82C6-13CB-1D82-8CD5-1617ECF1A18D}"/>
              </a:ext>
            </a:extLst>
          </p:cNvPr>
          <p:cNvSpPr/>
          <p:nvPr/>
        </p:nvSpPr>
        <p:spPr>
          <a:xfrm>
            <a:off x="3149969" y="4550248"/>
            <a:ext cx="1008000" cy="1008000"/>
          </a:xfrm>
          <a:prstGeom prst="flowChartConnector">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pic>
        <p:nvPicPr>
          <p:cNvPr id="30" name="Graphic 29" descr="Ui Ux with solid fill">
            <a:extLst>
              <a:ext uri="{FF2B5EF4-FFF2-40B4-BE49-F238E27FC236}">
                <a16:creationId xmlns:a16="http://schemas.microsoft.com/office/drawing/2014/main" id="{4B05ABA4-98F5-02B8-EE17-90567AF81FE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76867" y="4701842"/>
            <a:ext cx="754203" cy="754203"/>
          </a:xfrm>
          <a:prstGeom prst="rect">
            <a:avLst/>
          </a:prstGeom>
        </p:spPr>
      </p:pic>
      <p:sp>
        <p:nvSpPr>
          <p:cNvPr id="6" name="Rectangle: Rounded Corners 5">
            <a:extLst>
              <a:ext uri="{FF2B5EF4-FFF2-40B4-BE49-F238E27FC236}">
                <a16:creationId xmlns:a16="http://schemas.microsoft.com/office/drawing/2014/main" id="{75BF65DF-7C81-4487-9D1A-36287C06AA48}"/>
              </a:ext>
            </a:extLst>
          </p:cNvPr>
          <p:cNvSpPr/>
          <p:nvPr/>
        </p:nvSpPr>
        <p:spPr>
          <a:xfrm>
            <a:off x="4956258" y="2710180"/>
            <a:ext cx="2261956" cy="2279143"/>
          </a:xfrm>
          <a:prstGeom prst="roundRect">
            <a:avLst>
              <a:gd name="adj" fmla="val 8582"/>
            </a:avLst>
          </a:prstGeom>
          <a:solidFill>
            <a:schemeClr val="bg1"/>
          </a:solidFill>
          <a:ln w="28575">
            <a:solidFill>
              <a:schemeClr val="accent3"/>
            </a:solidFill>
          </a:ln>
        </p:spPr>
        <p:style>
          <a:lnRef idx="1">
            <a:schemeClr val="accent4"/>
          </a:lnRef>
          <a:fillRef idx="3">
            <a:schemeClr val="accent4"/>
          </a:fillRef>
          <a:effectRef idx="2">
            <a:schemeClr val="accent4"/>
          </a:effectRef>
          <a:fontRef idx="minor">
            <a:schemeClr val="lt1"/>
          </a:fontRef>
        </p:style>
        <p:txBody>
          <a:bodyPr rtlCol="0" anchor="t"/>
          <a:lstStyle/>
          <a:p>
            <a:pPr marL="285750" indent="-285750">
              <a:buFont typeface="Arial" panose="020B0604020202020204" pitchFamily="34" charset="0"/>
              <a:buChar char="•"/>
            </a:pPr>
            <a:endParaRPr lang="en-GB" sz="1600">
              <a:solidFill>
                <a:srgbClr val="172859"/>
              </a:solidFill>
              <a:latin typeface="+mj-lt"/>
              <a:cs typeface="Arial" panose="020B0604020202020204" pitchFamily="34" charset="0"/>
            </a:endParaRPr>
          </a:p>
          <a:p>
            <a:pPr marL="285750" indent="-285750">
              <a:buFont typeface="Arial" panose="020B0604020202020204" pitchFamily="34" charset="0"/>
              <a:buChar char="•"/>
            </a:pPr>
            <a:r>
              <a:rPr lang="en-GB" sz="1600">
                <a:solidFill>
                  <a:srgbClr val="172859"/>
                </a:solidFill>
                <a:latin typeface="+mj-lt"/>
                <a:cs typeface="Arial" panose="020B0604020202020204" pitchFamily="34" charset="0"/>
              </a:rPr>
              <a:t>How often will data be collected?</a:t>
            </a:r>
          </a:p>
          <a:p>
            <a:pPr marL="285750" indent="-285750">
              <a:buFont typeface="Arial" panose="020B0604020202020204" pitchFamily="34" charset="0"/>
              <a:buChar char="•"/>
            </a:pPr>
            <a:r>
              <a:rPr lang="en-GB" sz="1600">
                <a:solidFill>
                  <a:srgbClr val="172859"/>
                </a:solidFill>
                <a:latin typeface="+mj-lt"/>
                <a:cs typeface="Arial" panose="020B0604020202020204" pitchFamily="34" charset="0"/>
              </a:rPr>
              <a:t>At what point in the day or process will data be collected?</a:t>
            </a:r>
          </a:p>
        </p:txBody>
      </p:sp>
      <p:sp>
        <p:nvSpPr>
          <p:cNvPr id="14" name="Rectangle: Rounded Corners 13">
            <a:extLst>
              <a:ext uri="{FF2B5EF4-FFF2-40B4-BE49-F238E27FC236}">
                <a16:creationId xmlns:a16="http://schemas.microsoft.com/office/drawing/2014/main" id="{DFE19A85-8C38-00DE-52AD-96A5391A377E}"/>
              </a:ext>
            </a:extLst>
          </p:cNvPr>
          <p:cNvSpPr/>
          <p:nvPr/>
        </p:nvSpPr>
        <p:spPr>
          <a:xfrm>
            <a:off x="4944900" y="2274406"/>
            <a:ext cx="2273314" cy="562898"/>
          </a:xfrm>
          <a:prstGeom prst="roundRect">
            <a:avLst/>
          </a:prstGeom>
          <a:solidFill>
            <a:schemeClr val="accent3"/>
          </a:solidFill>
          <a:ln w="38100">
            <a:solidFill>
              <a:schemeClr val="accent3"/>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en-US" sz="1600" b="1">
                <a:solidFill>
                  <a:schemeClr val="bg1"/>
                </a:solidFill>
                <a:latin typeface="+mj-lt"/>
                <a:cs typeface="Arial" panose="020B0604020202020204" pitchFamily="34" charset="0"/>
              </a:rPr>
              <a:t>What timescale or frequency?</a:t>
            </a:r>
          </a:p>
        </p:txBody>
      </p:sp>
      <p:sp>
        <p:nvSpPr>
          <p:cNvPr id="23" name="Flowchart: Connector 22">
            <a:extLst>
              <a:ext uri="{FF2B5EF4-FFF2-40B4-BE49-F238E27FC236}">
                <a16:creationId xmlns:a16="http://schemas.microsoft.com/office/drawing/2014/main" id="{DFD3FB65-A4FD-18A8-A020-F502C90FB019}"/>
              </a:ext>
            </a:extLst>
          </p:cNvPr>
          <p:cNvSpPr/>
          <p:nvPr/>
        </p:nvSpPr>
        <p:spPr>
          <a:xfrm>
            <a:off x="5592000" y="4550248"/>
            <a:ext cx="1008000" cy="1008000"/>
          </a:xfrm>
          <a:prstGeom prst="flowChartConnector">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grpSp>
        <p:nvGrpSpPr>
          <p:cNvPr id="25" name="Group 24">
            <a:extLst>
              <a:ext uri="{FF2B5EF4-FFF2-40B4-BE49-F238E27FC236}">
                <a16:creationId xmlns:a16="http://schemas.microsoft.com/office/drawing/2014/main" id="{3CE3AABB-1116-7601-FEF8-2E6E564CC388}"/>
              </a:ext>
            </a:extLst>
          </p:cNvPr>
          <p:cNvGrpSpPr/>
          <p:nvPr/>
        </p:nvGrpSpPr>
        <p:grpSpPr>
          <a:xfrm>
            <a:off x="5607657" y="4563148"/>
            <a:ext cx="976686" cy="982199"/>
            <a:chOff x="5246967" y="89145"/>
            <a:chExt cx="1693845" cy="1693845"/>
          </a:xfrm>
          <a:solidFill>
            <a:schemeClr val="bg1"/>
          </a:solidFill>
        </p:grpSpPr>
        <p:pic>
          <p:nvPicPr>
            <p:cNvPr id="24" name="Graphic 23" descr="Hourglass 60% with solid fill">
              <a:extLst>
                <a:ext uri="{FF2B5EF4-FFF2-40B4-BE49-F238E27FC236}">
                  <a16:creationId xmlns:a16="http://schemas.microsoft.com/office/drawing/2014/main" id="{2E9A3EB2-A0FC-D34A-D048-1DDC84F073B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628779" y="493540"/>
              <a:ext cx="914400" cy="914400"/>
            </a:xfrm>
            <a:prstGeom prst="rect">
              <a:avLst/>
            </a:prstGeom>
          </p:spPr>
        </p:pic>
        <p:pic>
          <p:nvPicPr>
            <p:cNvPr id="26" name="Graphic 25" descr="Repeat outline">
              <a:extLst>
                <a:ext uri="{FF2B5EF4-FFF2-40B4-BE49-F238E27FC236}">
                  <a16:creationId xmlns:a16="http://schemas.microsoft.com/office/drawing/2014/main" id="{BCB7812C-CE69-EF58-550E-5143E9D0810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246967" y="89145"/>
              <a:ext cx="1693845" cy="1693845"/>
            </a:xfrm>
            <a:prstGeom prst="rect">
              <a:avLst/>
            </a:prstGeom>
          </p:spPr>
        </p:pic>
      </p:grpSp>
      <p:sp>
        <p:nvSpPr>
          <p:cNvPr id="8" name="Rectangle: Rounded Corners 7">
            <a:extLst>
              <a:ext uri="{FF2B5EF4-FFF2-40B4-BE49-F238E27FC236}">
                <a16:creationId xmlns:a16="http://schemas.microsoft.com/office/drawing/2014/main" id="{C78AD713-D454-4E04-93CA-AE6AF0E3865C}"/>
              </a:ext>
            </a:extLst>
          </p:cNvPr>
          <p:cNvSpPr/>
          <p:nvPr/>
        </p:nvSpPr>
        <p:spPr>
          <a:xfrm>
            <a:off x="7334156" y="2683330"/>
            <a:ext cx="2273315" cy="2296996"/>
          </a:xfrm>
          <a:prstGeom prst="roundRect">
            <a:avLst>
              <a:gd name="adj" fmla="val 9772"/>
            </a:avLst>
          </a:prstGeom>
          <a:solidFill>
            <a:schemeClr val="bg1"/>
          </a:solidFill>
          <a:ln w="28575">
            <a:solidFill>
              <a:schemeClr val="accent4"/>
            </a:solidFill>
          </a:ln>
        </p:spPr>
        <p:style>
          <a:lnRef idx="1">
            <a:schemeClr val="accent4"/>
          </a:lnRef>
          <a:fillRef idx="3">
            <a:schemeClr val="accent4"/>
          </a:fillRef>
          <a:effectRef idx="2">
            <a:schemeClr val="accent4"/>
          </a:effectRef>
          <a:fontRef idx="minor">
            <a:schemeClr val="lt1"/>
          </a:fontRef>
        </p:style>
        <p:txBody>
          <a:bodyPr rtlCol="0" anchor="t"/>
          <a:lstStyle/>
          <a:p>
            <a:pPr marL="285750" indent="-285750">
              <a:buFont typeface="Arial" panose="020B0604020202020204" pitchFamily="34" charset="0"/>
              <a:buChar char="•"/>
            </a:pPr>
            <a:endParaRPr lang="en-US" sz="1600">
              <a:solidFill>
                <a:srgbClr val="172859"/>
              </a:solidFill>
              <a:latin typeface="+mj-lt"/>
              <a:cs typeface="Arial" panose="020B0604020202020204" pitchFamily="34" charset="0"/>
            </a:endParaRPr>
          </a:p>
          <a:p>
            <a:pPr marL="285750" indent="-285750">
              <a:buFont typeface="Arial" panose="020B0604020202020204" pitchFamily="34" charset="0"/>
              <a:buChar char="•"/>
            </a:pPr>
            <a:r>
              <a:rPr lang="en-US" sz="1600">
                <a:solidFill>
                  <a:srgbClr val="172859"/>
                </a:solidFill>
                <a:latin typeface="+mj-lt"/>
                <a:cs typeface="Arial" panose="020B0604020202020204" pitchFamily="34" charset="0"/>
              </a:rPr>
              <a:t>Where is the source data located?</a:t>
            </a:r>
          </a:p>
          <a:p>
            <a:pPr marL="285750" indent="-285750">
              <a:buFont typeface="Arial" panose="020B0604020202020204" pitchFamily="34" charset="0"/>
              <a:buChar char="•"/>
            </a:pPr>
            <a:r>
              <a:rPr lang="en-US" sz="1600">
                <a:solidFill>
                  <a:srgbClr val="172859"/>
                </a:solidFill>
                <a:latin typeface="+mj-lt"/>
                <a:cs typeface="Arial" panose="020B0604020202020204" pitchFamily="34" charset="0"/>
              </a:rPr>
              <a:t>Where will it be stored?</a:t>
            </a:r>
          </a:p>
        </p:txBody>
      </p:sp>
      <p:sp>
        <p:nvSpPr>
          <p:cNvPr id="16" name="Rectangle: Rounded Corners 15">
            <a:extLst>
              <a:ext uri="{FF2B5EF4-FFF2-40B4-BE49-F238E27FC236}">
                <a16:creationId xmlns:a16="http://schemas.microsoft.com/office/drawing/2014/main" id="{32822336-5F53-E56A-837F-BD43400086EA}"/>
              </a:ext>
            </a:extLst>
          </p:cNvPr>
          <p:cNvSpPr/>
          <p:nvPr/>
        </p:nvSpPr>
        <p:spPr>
          <a:xfrm>
            <a:off x="7322798" y="2261589"/>
            <a:ext cx="2279482" cy="575715"/>
          </a:xfrm>
          <a:prstGeom prst="roundRect">
            <a:avLst/>
          </a:prstGeom>
          <a:solidFill>
            <a:schemeClr val="accent4"/>
          </a:solidFill>
          <a:ln w="38100">
            <a:solidFill>
              <a:schemeClr val="accent4"/>
            </a:solidFill>
          </a:ln>
        </p:spPr>
        <p:style>
          <a:lnRef idx="1">
            <a:schemeClr val="accent4"/>
          </a:lnRef>
          <a:fillRef idx="3">
            <a:schemeClr val="accent4"/>
          </a:fillRef>
          <a:effectRef idx="2">
            <a:schemeClr val="accent4"/>
          </a:effectRef>
          <a:fontRef idx="minor">
            <a:schemeClr val="lt1"/>
          </a:fontRef>
        </p:style>
        <p:txBody>
          <a:bodyPr rtlCol="0" anchor="ctr"/>
          <a:lstStyle/>
          <a:p>
            <a:pPr algn="ctr">
              <a:lnSpc>
                <a:spcPct val="107000"/>
              </a:lnSpc>
              <a:spcAft>
                <a:spcPts val="800"/>
              </a:spcAft>
            </a:pPr>
            <a:r>
              <a:rPr lang="en-US" sz="1600" b="1">
                <a:solidFill>
                  <a:schemeClr val="bg1"/>
                </a:solidFill>
                <a:latin typeface="+mj-lt"/>
                <a:ea typeface="Calibri" panose="020F0502020204030204" pitchFamily="34" charset="0"/>
                <a:cs typeface="Arial" panose="020B0604020202020204" pitchFamily="34" charset="0"/>
              </a:rPr>
              <a:t>What location?</a:t>
            </a:r>
            <a:endParaRPr lang="en-US" sz="1600">
              <a:solidFill>
                <a:schemeClr val="bg1"/>
              </a:solidFill>
              <a:latin typeface="+mj-lt"/>
              <a:ea typeface="Calibri" panose="020F0502020204030204" pitchFamily="34" charset="0"/>
              <a:cs typeface="Arial" panose="020B0604020202020204" pitchFamily="34" charset="0"/>
            </a:endParaRPr>
          </a:p>
        </p:txBody>
      </p:sp>
      <p:sp>
        <p:nvSpPr>
          <p:cNvPr id="20" name="Flowchart: Connector 19">
            <a:extLst>
              <a:ext uri="{FF2B5EF4-FFF2-40B4-BE49-F238E27FC236}">
                <a16:creationId xmlns:a16="http://schemas.microsoft.com/office/drawing/2014/main" id="{F1B6BD7B-99D7-5979-9376-81A0653A50EB}"/>
              </a:ext>
            </a:extLst>
          </p:cNvPr>
          <p:cNvSpPr/>
          <p:nvPr/>
        </p:nvSpPr>
        <p:spPr>
          <a:xfrm>
            <a:off x="7955090" y="4558755"/>
            <a:ext cx="1008000" cy="1008000"/>
          </a:xfrm>
          <a:prstGeom prst="flowChartConnector">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pic>
        <p:nvPicPr>
          <p:cNvPr id="28" name="Graphic 27" descr="Marker with solid fill">
            <a:extLst>
              <a:ext uri="{FF2B5EF4-FFF2-40B4-BE49-F238E27FC236}">
                <a16:creationId xmlns:a16="http://schemas.microsoft.com/office/drawing/2014/main" id="{8E47068D-79CF-8B97-3DC6-D9FC3063ADD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013613" y="4605555"/>
            <a:ext cx="914400" cy="914400"/>
          </a:xfrm>
          <a:prstGeom prst="rect">
            <a:avLst/>
          </a:prstGeom>
        </p:spPr>
      </p:pic>
      <p:sp>
        <p:nvSpPr>
          <p:cNvPr id="5" name="Rectangle: Rounded Corners 4">
            <a:extLst>
              <a:ext uri="{FF2B5EF4-FFF2-40B4-BE49-F238E27FC236}">
                <a16:creationId xmlns:a16="http://schemas.microsoft.com/office/drawing/2014/main" id="{39306F26-4E1A-480B-A5D3-358AD44DCFA0}"/>
              </a:ext>
            </a:extLst>
          </p:cNvPr>
          <p:cNvSpPr/>
          <p:nvPr/>
        </p:nvSpPr>
        <p:spPr>
          <a:xfrm>
            <a:off x="9712055" y="2699213"/>
            <a:ext cx="2285649" cy="2291470"/>
          </a:xfrm>
          <a:prstGeom prst="roundRect">
            <a:avLst>
              <a:gd name="adj" fmla="val 7523"/>
            </a:avLst>
          </a:prstGeom>
          <a:solidFill>
            <a:schemeClr val="bg1"/>
          </a:solidFill>
          <a:ln w="28575">
            <a:solidFill>
              <a:srgbClr val="7030A0"/>
            </a:solidFill>
          </a:ln>
        </p:spPr>
        <p:style>
          <a:lnRef idx="1">
            <a:schemeClr val="accent4"/>
          </a:lnRef>
          <a:fillRef idx="3">
            <a:schemeClr val="accent4"/>
          </a:fillRef>
          <a:effectRef idx="2">
            <a:schemeClr val="accent4"/>
          </a:effectRef>
          <a:fontRef idx="minor">
            <a:schemeClr val="lt1"/>
          </a:fontRef>
        </p:style>
        <p:txBody>
          <a:bodyPr rtlCol="0" anchor="t"/>
          <a:lstStyle/>
          <a:p>
            <a:pPr marL="285750" indent="-285750">
              <a:buFont typeface="Arial" panose="020B0604020202020204" pitchFamily="34" charset="0"/>
              <a:buChar char="•"/>
            </a:pPr>
            <a:endParaRPr lang="en-GB" sz="1600">
              <a:solidFill>
                <a:srgbClr val="172859"/>
              </a:solidFill>
              <a:latin typeface="+mj-lt"/>
              <a:cs typeface="Arial" panose="020B0604020202020204" pitchFamily="34" charset="0"/>
            </a:endParaRPr>
          </a:p>
          <a:p>
            <a:pPr marL="285750" indent="-285750">
              <a:buFont typeface="Arial" panose="020B0604020202020204" pitchFamily="34" charset="0"/>
              <a:buChar char="•"/>
            </a:pPr>
            <a:r>
              <a:rPr lang="en-GB" sz="1600">
                <a:solidFill>
                  <a:srgbClr val="172859"/>
                </a:solidFill>
                <a:latin typeface="+mj-lt"/>
                <a:cs typeface="Arial" panose="020B0604020202020204" pitchFamily="34" charset="0"/>
              </a:rPr>
              <a:t>Who is responsible?</a:t>
            </a:r>
          </a:p>
          <a:p>
            <a:pPr marL="285750" indent="-285750">
              <a:buFont typeface="Arial" panose="020B0604020202020204" pitchFamily="34" charset="0"/>
              <a:buChar char="•"/>
            </a:pPr>
            <a:r>
              <a:rPr lang="en-GB" sz="1600">
                <a:solidFill>
                  <a:srgbClr val="172859"/>
                </a:solidFill>
                <a:latin typeface="+mj-lt"/>
                <a:cs typeface="Arial" panose="020B0604020202020204" pitchFamily="34" charset="0"/>
              </a:rPr>
              <a:t>Do they have capacity and skills?</a:t>
            </a:r>
            <a:endParaRPr lang="en-US" sz="1600">
              <a:solidFill>
                <a:srgbClr val="172859"/>
              </a:solidFill>
              <a:latin typeface="+mj-lt"/>
              <a:cs typeface="Arial" panose="020B0604020202020204" pitchFamily="34" charset="0"/>
            </a:endParaRPr>
          </a:p>
        </p:txBody>
      </p:sp>
      <p:sp>
        <p:nvSpPr>
          <p:cNvPr id="18" name="Rectangle: Rounded Corners 17">
            <a:extLst>
              <a:ext uri="{FF2B5EF4-FFF2-40B4-BE49-F238E27FC236}">
                <a16:creationId xmlns:a16="http://schemas.microsoft.com/office/drawing/2014/main" id="{FA9F2A3B-6D61-C07D-2BF8-078DE9EA96E2}"/>
              </a:ext>
            </a:extLst>
          </p:cNvPr>
          <p:cNvSpPr/>
          <p:nvPr/>
        </p:nvSpPr>
        <p:spPr>
          <a:xfrm>
            <a:off x="9718222" y="2261590"/>
            <a:ext cx="2279482" cy="575714"/>
          </a:xfrm>
          <a:prstGeom prst="roundRect">
            <a:avLst/>
          </a:prstGeom>
          <a:solidFill>
            <a:srgbClr val="7030A0"/>
          </a:solidFill>
          <a:ln w="38100">
            <a:solidFill>
              <a:srgbClr val="7030A0"/>
            </a:solidFill>
          </a:ln>
        </p:spPr>
        <p:style>
          <a:lnRef idx="1">
            <a:schemeClr val="accent4"/>
          </a:lnRef>
          <a:fillRef idx="3">
            <a:schemeClr val="accent4"/>
          </a:fillRef>
          <a:effectRef idx="2">
            <a:schemeClr val="accent4"/>
          </a:effectRef>
          <a:fontRef idx="minor">
            <a:schemeClr val="lt1"/>
          </a:fontRef>
        </p:style>
        <p:txBody>
          <a:bodyPr rtlCol="0" anchor="ctr"/>
          <a:lstStyle/>
          <a:p>
            <a:pPr algn="ctr">
              <a:lnSpc>
                <a:spcPct val="107000"/>
              </a:lnSpc>
              <a:spcAft>
                <a:spcPts val="800"/>
              </a:spcAft>
            </a:pPr>
            <a:r>
              <a:rPr lang="en-US" sz="1600" b="1">
                <a:solidFill>
                  <a:schemeClr val="bg1"/>
                </a:solidFill>
                <a:latin typeface="+mj-lt"/>
                <a:cs typeface="Arial" panose="020B0604020202020204" pitchFamily="34" charset="0"/>
              </a:rPr>
              <a:t>Who? </a:t>
            </a:r>
          </a:p>
        </p:txBody>
      </p:sp>
      <p:sp>
        <p:nvSpPr>
          <p:cNvPr id="21" name="Flowchart: Connector 20">
            <a:extLst>
              <a:ext uri="{FF2B5EF4-FFF2-40B4-BE49-F238E27FC236}">
                <a16:creationId xmlns:a16="http://schemas.microsoft.com/office/drawing/2014/main" id="{78E2D292-F1A6-E2DE-0F90-8E678C54564F}"/>
              </a:ext>
            </a:extLst>
          </p:cNvPr>
          <p:cNvSpPr/>
          <p:nvPr/>
        </p:nvSpPr>
        <p:spPr>
          <a:xfrm>
            <a:off x="10356436" y="4561264"/>
            <a:ext cx="1008000" cy="1008000"/>
          </a:xfrm>
          <a:prstGeom prst="flowChartConnector">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pic>
        <p:nvPicPr>
          <p:cNvPr id="32" name="Graphic 31" descr="Users with solid fill">
            <a:extLst>
              <a:ext uri="{FF2B5EF4-FFF2-40B4-BE49-F238E27FC236}">
                <a16:creationId xmlns:a16="http://schemas.microsoft.com/office/drawing/2014/main" id="{3229C08A-9D87-A54E-F697-7D37AAB839D4}"/>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453560" y="4680707"/>
            <a:ext cx="796471" cy="796471"/>
          </a:xfrm>
          <a:prstGeom prst="rect">
            <a:avLst/>
          </a:prstGeom>
        </p:spPr>
      </p:pic>
    </p:spTree>
    <p:extLst>
      <p:ext uri="{BB962C8B-B14F-4D97-AF65-F5344CB8AC3E}">
        <p14:creationId xmlns:p14="http://schemas.microsoft.com/office/powerpoint/2010/main" val="4170663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4" grpId="0" animBg="1"/>
      <p:bldP spid="17" grpId="0" animBg="1"/>
      <p:bldP spid="7" grpId="0" animBg="1"/>
      <p:bldP spid="19" grpId="0" animBg="1"/>
      <p:bldP spid="6" grpId="0" animBg="1"/>
      <p:bldP spid="23" grpId="0" animBg="1"/>
      <p:bldP spid="8" grpId="0" animBg="1"/>
      <p:bldP spid="20" grpId="0" animBg="1"/>
      <p:bldP spid="5" grpId="0" animBg="1"/>
      <p:bldP spid="21"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E3998AC5-710A-4DD7-89C1-2DB7254789E4}"/>
              </a:ext>
            </a:extLst>
          </p:cNvPr>
          <p:cNvSpPr txBox="1">
            <a:spLocks/>
          </p:cNvSpPr>
          <p:nvPr/>
        </p:nvSpPr>
        <p:spPr>
          <a:xfrm>
            <a:off x="418280" y="362941"/>
            <a:ext cx="10783118" cy="1085172"/>
          </a:xfrm>
          <a:prstGeom prst="rect">
            <a:avLst/>
          </a:prstGeom>
        </p:spPr>
        <p:txBody>
          <a:bodyPr/>
          <a:lstStyle>
            <a:lvl1pPr algn="l" defTabSz="914400" rtl="0" eaLnBrk="1" latinLnBrk="0" hangingPunct="1">
              <a:lnSpc>
                <a:spcPct val="100000"/>
              </a:lnSpc>
              <a:spcBef>
                <a:spcPct val="0"/>
              </a:spcBef>
              <a:buNone/>
              <a:defRPr sz="2400" kern="1200">
                <a:solidFill>
                  <a:schemeClr val="tx1"/>
                </a:solidFill>
                <a:latin typeface="+mj-lt"/>
                <a:ea typeface="+mj-ea"/>
                <a:cs typeface="+mj-cs"/>
              </a:defRPr>
            </a:lvl1pPr>
          </a:lstStyle>
          <a:p>
            <a:br>
              <a:rPr lang="en-US" sz="3200" b="1" noProof="0">
                <a:solidFill>
                  <a:srgbClr val="FFC000"/>
                </a:solidFill>
                <a:ea typeface="Calibri" panose="020F0502020204030204" pitchFamily="34" charset="0"/>
                <a:cs typeface="Arial" panose="020B0604020202020204" pitchFamily="34" charset="0"/>
              </a:rPr>
            </a:br>
            <a:endParaRPr lang="en-US" sz="3200" b="1" noProof="0">
              <a:solidFill>
                <a:srgbClr val="FFC000"/>
              </a:solidFill>
              <a:cs typeface="Arial" panose="020B0604020202020204" pitchFamily="34" charset="0"/>
            </a:endParaRPr>
          </a:p>
        </p:txBody>
      </p:sp>
      <p:sp>
        <p:nvSpPr>
          <p:cNvPr id="3" name="Content Placeholder 1">
            <a:extLst>
              <a:ext uri="{FF2B5EF4-FFF2-40B4-BE49-F238E27FC236}">
                <a16:creationId xmlns:a16="http://schemas.microsoft.com/office/drawing/2014/main" id="{D76C9390-AA82-4EA8-A719-02C05F65291D}"/>
              </a:ext>
            </a:extLst>
          </p:cNvPr>
          <p:cNvSpPr txBox="1">
            <a:spLocks/>
          </p:cNvSpPr>
          <p:nvPr/>
        </p:nvSpPr>
        <p:spPr>
          <a:xfrm>
            <a:off x="577271" y="1453925"/>
            <a:ext cx="11196449" cy="2581486"/>
          </a:xfrm>
          <a:prstGeom prst="rect">
            <a:avLst/>
          </a:prstGeom>
        </p:spPr>
        <p:txBody>
          <a:bodyPr vert="horz" lIns="0" tIns="0" rIns="0" bIns="0" rtlCol="0" anchor="t">
            <a:normAutofit/>
          </a:bodyPr>
          <a:lstStyle>
            <a:lvl1pPr marL="0" indent="0" algn="l" defTabSz="914400" rtl="0" eaLnBrk="1" latinLnBrk="0" hangingPunct="1">
              <a:lnSpc>
                <a:spcPct val="100000"/>
              </a:lnSpc>
              <a:spcBef>
                <a:spcPts val="1000"/>
              </a:spcBef>
              <a:buFont typeface="Arial" panose="020B0604020202020204" pitchFamily="34" charset="0"/>
              <a:buNone/>
              <a:defRPr sz="1600" b="1" kern="1200">
                <a:solidFill>
                  <a:schemeClr val="bg2"/>
                </a:solidFill>
                <a:latin typeface="+mn-lt"/>
                <a:ea typeface="+mn-ea"/>
                <a:cs typeface="+mn-cs"/>
              </a:defRPr>
            </a:lvl1pPr>
            <a:lvl2pPr marL="0" indent="0" algn="l" defTabSz="914400" rtl="0" eaLnBrk="1" latinLnBrk="0" hangingPunct="1">
              <a:lnSpc>
                <a:spcPct val="100000"/>
              </a:lnSpc>
              <a:spcBef>
                <a:spcPts val="800"/>
              </a:spcBef>
              <a:spcAft>
                <a:spcPts val="400"/>
              </a:spcAft>
              <a:buFont typeface="Arial" panose="020B0604020202020204" pitchFamily="34" charset="0"/>
              <a:buNone/>
              <a:defRPr sz="1400" kern="1200">
                <a:solidFill>
                  <a:schemeClr val="tx1"/>
                </a:solidFill>
                <a:latin typeface="+mn-lt"/>
                <a:ea typeface="+mn-ea"/>
                <a:cs typeface="+mn-cs"/>
              </a:defRPr>
            </a:lvl2pPr>
            <a:lvl3pPr marL="180975" indent="-180975" algn="l" defTabSz="914400" rtl="0" eaLnBrk="1" latinLnBrk="0" hangingPunct="1">
              <a:lnSpc>
                <a:spcPct val="100000"/>
              </a:lnSpc>
              <a:spcBef>
                <a:spcPts val="600"/>
              </a:spcBef>
              <a:buClr>
                <a:schemeClr val="bg2"/>
              </a:buClr>
              <a:buFont typeface="Arial" panose="020B0604020202020204" pitchFamily="34" charset="0"/>
              <a:buChar char="•"/>
              <a:defRPr sz="1400" kern="1200">
                <a:solidFill>
                  <a:schemeClr val="tx1"/>
                </a:solidFill>
                <a:latin typeface="+mn-lt"/>
                <a:ea typeface="+mn-ea"/>
                <a:cs typeface="+mn-cs"/>
              </a:defRPr>
            </a:lvl3pPr>
            <a:lvl4pPr marL="361950" indent="-180975" algn="l" defTabSz="914400" rtl="0" eaLnBrk="1" latinLnBrk="0" hangingPunct="1">
              <a:lnSpc>
                <a:spcPct val="100000"/>
              </a:lnSpc>
              <a:spcBef>
                <a:spcPts val="600"/>
              </a:spcBef>
              <a:buFont typeface="Arial" panose="020B0604020202020204" pitchFamily="34" charset="0"/>
              <a:buChar char="•"/>
              <a:defRPr sz="1200" kern="1200">
                <a:solidFill>
                  <a:schemeClr val="tx1"/>
                </a:solidFill>
                <a:latin typeface="+mn-lt"/>
                <a:ea typeface="+mn-ea"/>
                <a:cs typeface="+mn-cs"/>
              </a:defRPr>
            </a:lvl4pPr>
            <a:lvl5pPr marL="542925" indent="-180975" algn="l" defTabSz="914400" rtl="0" eaLnBrk="1" latinLnBrk="0" hangingPunct="1">
              <a:lnSpc>
                <a:spcPct val="100000"/>
              </a:lnSpc>
              <a:spcBef>
                <a:spcPts val="600"/>
              </a:spcBef>
              <a:buClr>
                <a:schemeClr val="tx1"/>
              </a:buClr>
              <a:buFont typeface="Trebuchet MS" panose="020B0603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7000"/>
              </a:lnSpc>
              <a:spcAft>
                <a:spcPts val="800"/>
              </a:spcAft>
            </a:pPr>
            <a:r>
              <a:rPr lang="en-GB" noProof="0">
                <a:solidFill>
                  <a:srgbClr val="002060"/>
                </a:solidFill>
                <a:latin typeface="+mj-lt"/>
                <a:ea typeface="Calibri" panose="020F0502020204030204" pitchFamily="34" charset="0"/>
                <a:cs typeface="Arial" panose="020B0604020202020204" pitchFamily="34" charset="0"/>
              </a:rPr>
              <a:t>A data collection plan defines what data you need, why you need it, and how it will be collected.</a:t>
            </a:r>
            <a:endParaRPr lang="en-US" noProof="0">
              <a:solidFill>
                <a:srgbClr val="002060"/>
              </a:solidFill>
              <a:latin typeface="+mj-lt"/>
              <a:ea typeface="Calibri" panose="020F050202020403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23459BAD-3675-E456-0BEC-BE9BDD6720DD}"/>
              </a:ext>
            </a:extLst>
          </p:cNvPr>
          <p:cNvPicPr>
            <a:picLocks noChangeAspect="1"/>
          </p:cNvPicPr>
          <p:nvPr/>
        </p:nvPicPr>
        <p:blipFill rotWithShape="1">
          <a:blip r:embed="rId3"/>
          <a:srcRect l="25326" t="50357" r="25000" b="22705"/>
          <a:stretch>
            <a:fillRect/>
          </a:stretch>
        </p:blipFill>
        <p:spPr>
          <a:xfrm>
            <a:off x="214793" y="1961955"/>
            <a:ext cx="11735829" cy="3579849"/>
          </a:xfrm>
          <a:prstGeom prst="rect">
            <a:avLst/>
          </a:prstGeom>
        </p:spPr>
      </p:pic>
      <p:sp>
        <p:nvSpPr>
          <p:cNvPr id="9" name="TextBox 8">
            <a:extLst>
              <a:ext uri="{FF2B5EF4-FFF2-40B4-BE49-F238E27FC236}">
                <a16:creationId xmlns:a16="http://schemas.microsoft.com/office/drawing/2014/main" id="{D827D83A-5CD9-6B44-0FD6-D445098B5667}"/>
              </a:ext>
            </a:extLst>
          </p:cNvPr>
          <p:cNvSpPr txBox="1"/>
          <p:nvPr/>
        </p:nvSpPr>
        <p:spPr>
          <a:xfrm>
            <a:off x="539602" y="362941"/>
            <a:ext cx="6097772" cy="584775"/>
          </a:xfrm>
          <a:prstGeom prst="rect">
            <a:avLst/>
          </a:prstGeom>
          <a:noFill/>
        </p:spPr>
        <p:txBody>
          <a:bodyPr wrap="square">
            <a:spAutoFit/>
          </a:bodyPr>
          <a:lstStyle/>
          <a:p>
            <a:pPr>
              <a:spcBef>
                <a:spcPct val="0"/>
              </a:spcBef>
            </a:pPr>
            <a:r>
              <a:rPr lang="en-US" sz="3200" b="1">
                <a:solidFill>
                  <a:srgbClr val="FFC000"/>
                </a:solidFill>
                <a:latin typeface="+mj-lt"/>
                <a:ea typeface="+mj-ea"/>
                <a:cs typeface="Arial" panose="020B0604020202020204" pitchFamily="34" charset="0"/>
              </a:rPr>
              <a:t>Data Collection Plans</a:t>
            </a:r>
          </a:p>
        </p:txBody>
      </p:sp>
      <p:sp>
        <p:nvSpPr>
          <p:cNvPr id="10" name="TextBox 9">
            <a:extLst>
              <a:ext uri="{FF2B5EF4-FFF2-40B4-BE49-F238E27FC236}">
                <a16:creationId xmlns:a16="http://schemas.microsoft.com/office/drawing/2014/main" id="{F9ECD39C-FA22-4FC1-DD7B-8618BB369618}"/>
              </a:ext>
            </a:extLst>
          </p:cNvPr>
          <p:cNvSpPr txBox="1"/>
          <p:nvPr/>
        </p:nvSpPr>
        <p:spPr>
          <a:xfrm>
            <a:off x="2366986" y="6125727"/>
            <a:ext cx="7458028" cy="369332"/>
          </a:xfrm>
          <a:prstGeom prst="rect">
            <a:avLst/>
          </a:prstGeom>
          <a:solidFill>
            <a:schemeClr val="accent4"/>
          </a:solidFill>
        </p:spPr>
        <p:txBody>
          <a:bodyPr wrap="square" rtlCol="0">
            <a:spAutoFit/>
          </a:bodyPr>
          <a:lstStyle/>
          <a:p>
            <a:pPr algn="ctr"/>
            <a:r>
              <a:rPr lang="en-GB">
                <a:solidFill>
                  <a:schemeClr val="bg1"/>
                </a:solidFill>
                <a:latin typeface="+mj-lt"/>
              </a:rPr>
              <a:t>Please open the Data Collection Plan within your DWI account.</a:t>
            </a:r>
            <a:endParaRPr lang="en-US">
              <a:solidFill>
                <a:schemeClr val="bg1"/>
              </a:solidFill>
              <a:latin typeface="+mj-lt"/>
            </a:endParaRPr>
          </a:p>
        </p:txBody>
      </p:sp>
      <p:sp>
        <p:nvSpPr>
          <p:cNvPr id="11" name="Speech Bubble: Rectangle with Corners Rounded 10">
            <a:extLst>
              <a:ext uri="{FF2B5EF4-FFF2-40B4-BE49-F238E27FC236}">
                <a16:creationId xmlns:a16="http://schemas.microsoft.com/office/drawing/2014/main" id="{901CBB80-2524-FF8F-FDE4-71EE66BB5D79}"/>
              </a:ext>
            </a:extLst>
          </p:cNvPr>
          <p:cNvSpPr/>
          <p:nvPr/>
        </p:nvSpPr>
        <p:spPr>
          <a:xfrm>
            <a:off x="577271" y="4269653"/>
            <a:ext cx="1214215" cy="535090"/>
          </a:xfrm>
          <a:prstGeom prst="wedgeRoundRectCallout">
            <a:avLst>
              <a:gd name="adj1" fmla="val 1658"/>
              <a:gd name="adj2" fmla="val -125531"/>
              <a:gd name="adj3" fmla="val 16667"/>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07000"/>
              </a:lnSpc>
              <a:spcAft>
                <a:spcPts val="800"/>
              </a:spcAft>
            </a:pPr>
            <a:r>
              <a:rPr lang="en-GB" sz="1050">
                <a:solidFill>
                  <a:schemeClr val="bg1"/>
                </a:solidFill>
                <a:latin typeface="+mj-lt"/>
                <a:ea typeface="Calibri" panose="020F0502020204030204" pitchFamily="34" charset="0"/>
                <a:cs typeface="Arial" panose="020B0604020202020204" pitchFamily="34" charset="0"/>
              </a:rPr>
              <a:t>What are you measuring?</a:t>
            </a:r>
          </a:p>
        </p:txBody>
      </p:sp>
      <p:sp>
        <p:nvSpPr>
          <p:cNvPr id="13" name="Speech Bubble: Rectangle with Corners Rounded 12">
            <a:extLst>
              <a:ext uri="{FF2B5EF4-FFF2-40B4-BE49-F238E27FC236}">
                <a16:creationId xmlns:a16="http://schemas.microsoft.com/office/drawing/2014/main" id="{E2A89880-00D5-7CB0-61C9-2188D3F7C8D9}"/>
              </a:ext>
            </a:extLst>
          </p:cNvPr>
          <p:cNvSpPr/>
          <p:nvPr/>
        </p:nvSpPr>
        <p:spPr>
          <a:xfrm>
            <a:off x="2002316" y="4269653"/>
            <a:ext cx="1459230" cy="547576"/>
          </a:xfrm>
          <a:prstGeom prst="wedgeRoundRectCallout">
            <a:avLst>
              <a:gd name="adj1" fmla="val 428"/>
              <a:gd name="adj2" fmla="val -125615"/>
              <a:gd name="adj3" fmla="val 16667"/>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07000"/>
              </a:lnSpc>
              <a:spcAft>
                <a:spcPts val="800"/>
              </a:spcAft>
            </a:pPr>
            <a:r>
              <a:rPr lang="en-GB" sz="1050">
                <a:solidFill>
                  <a:schemeClr val="bg1"/>
                </a:solidFill>
                <a:latin typeface="+mj-lt"/>
                <a:ea typeface="Calibri" panose="020F0502020204030204" pitchFamily="34" charset="0"/>
                <a:cs typeface="Arial" panose="020B0604020202020204" pitchFamily="34" charset="0"/>
              </a:rPr>
              <a:t>How is the measure precisely defined?</a:t>
            </a:r>
          </a:p>
        </p:txBody>
      </p:sp>
      <p:sp>
        <p:nvSpPr>
          <p:cNvPr id="14" name="Speech Bubble: Rectangle with Corners Rounded 13">
            <a:extLst>
              <a:ext uri="{FF2B5EF4-FFF2-40B4-BE49-F238E27FC236}">
                <a16:creationId xmlns:a16="http://schemas.microsoft.com/office/drawing/2014/main" id="{BF783D53-2F08-C8CC-A2B2-BF59F6760C06}"/>
              </a:ext>
            </a:extLst>
          </p:cNvPr>
          <p:cNvSpPr/>
          <p:nvPr/>
        </p:nvSpPr>
        <p:spPr>
          <a:xfrm>
            <a:off x="3526678" y="4269653"/>
            <a:ext cx="1459230" cy="547576"/>
          </a:xfrm>
          <a:prstGeom prst="wedgeRoundRectCallout">
            <a:avLst>
              <a:gd name="adj1" fmla="val 20"/>
              <a:gd name="adj2" fmla="val -131400"/>
              <a:gd name="adj3" fmla="val 16667"/>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gn="l" defTabSz="914400" rtl="0" eaLnBrk="1" fontAlgn="auto" latinLnBrk="0" hangingPunct="1">
              <a:lnSpc>
                <a:spcPct val="107000"/>
              </a:lnSpc>
              <a:spcBef>
                <a:spcPts val="0"/>
              </a:spcBef>
              <a:spcAft>
                <a:spcPts val="800"/>
              </a:spcAft>
              <a:buClrTx/>
              <a:buSzTx/>
              <a:tabLst/>
              <a:defRPr/>
            </a:pPr>
            <a:r>
              <a:rPr lang="en-GB" sz="1050">
                <a:solidFill>
                  <a:schemeClr val="bg1"/>
                </a:solidFill>
                <a:latin typeface="+mj-lt"/>
                <a:ea typeface="Calibri" panose="020F0502020204030204" pitchFamily="34" charset="0"/>
                <a:cs typeface="Arial" panose="020B0604020202020204" pitchFamily="34" charset="0"/>
              </a:rPr>
              <a:t>What unit will be used? (e.g. %, time, count etc.)</a:t>
            </a:r>
          </a:p>
        </p:txBody>
      </p:sp>
      <p:sp>
        <p:nvSpPr>
          <p:cNvPr id="15" name="Speech Bubble: Rectangle with Corners Rounded 14">
            <a:extLst>
              <a:ext uri="{FF2B5EF4-FFF2-40B4-BE49-F238E27FC236}">
                <a16:creationId xmlns:a16="http://schemas.microsoft.com/office/drawing/2014/main" id="{EFDDF8B5-62CA-E2A2-BFCD-1CA408946792}"/>
              </a:ext>
            </a:extLst>
          </p:cNvPr>
          <p:cNvSpPr/>
          <p:nvPr/>
        </p:nvSpPr>
        <p:spPr>
          <a:xfrm>
            <a:off x="5078511" y="4269653"/>
            <a:ext cx="1275305" cy="547576"/>
          </a:xfrm>
          <a:prstGeom prst="wedgeRoundRectCallout">
            <a:avLst>
              <a:gd name="adj1" fmla="val -7387"/>
              <a:gd name="adj2" fmla="val -103274"/>
              <a:gd name="adj3" fmla="val 16667"/>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gn="l" defTabSz="914400" rtl="0" eaLnBrk="1" fontAlgn="auto" latinLnBrk="0" hangingPunct="1">
              <a:lnSpc>
                <a:spcPct val="107000"/>
              </a:lnSpc>
              <a:spcBef>
                <a:spcPts val="0"/>
              </a:spcBef>
              <a:spcAft>
                <a:spcPts val="800"/>
              </a:spcAft>
              <a:buClrTx/>
              <a:buSzTx/>
              <a:tabLst/>
              <a:defRPr/>
            </a:pPr>
            <a:r>
              <a:rPr lang="en-GB" sz="1050">
                <a:solidFill>
                  <a:schemeClr val="bg1"/>
                </a:solidFill>
                <a:latin typeface="+mj-lt"/>
                <a:ea typeface="Calibri" panose="020F0502020204030204" pitchFamily="34" charset="0"/>
                <a:cs typeface="Arial" panose="020B0604020202020204" pitchFamily="34" charset="0"/>
              </a:rPr>
              <a:t>Why is this data being collected?</a:t>
            </a:r>
          </a:p>
        </p:txBody>
      </p:sp>
      <p:sp>
        <p:nvSpPr>
          <p:cNvPr id="16" name="Speech Bubble: Rectangle with Corners Rounded 15">
            <a:extLst>
              <a:ext uri="{FF2B5EF4-FFF2-40B4-BE49-F238E27FC236}">
                <a16:creationId xmlns:a16="http://schemas.microsoft.com/office/drawing/2014/main" id="{A82199E6-E6AE-BEB4-D978-DC74A697D51D}"/>
              </a:ext>
            </a:extLst>
          </p:cNvPr>
          <p:cNvSpPr/>
          <p:nvPr/>
        </p:nvSpPr>
        <p:spPr>
          <a:xfrm>
            <a:off x="6446419" y="4269653"/>
            <a:ext cx="1450669" cy="547576"/>
          </a:xfrm>
          <a:prstGeom prst="wedgeRoundRectCallout">
            <a:avLst>
              <a:gd name="adj1" fmla="val -16339"/>
              <a:gd name="adj2" fmla="val -100051"/>
              <a:gd name="adj3" fmla="val 16667"/>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gn="l" defTabSz="914400" rtl="0" eaLnBrk="1" fontAlgn="auto" latinLnBrk="0" hangingPunct="1">
              <a:lnSpc>
                <a:spcPct val="107000"/>
              </a:lnSpc>
              <a:spcBef>
                <a:spcPts val="0"/>
              </a:spcBef>
              <a:spcAft>
                <a:spcPts val="800"/>
              </a:spcAft>
              <a:buClrTx/>
              <a:buSzTx/>
              <a:tabLst/>
              <a:defRPr/>
            </a:pPr>
            <a:r>
              <a:rPr lang="en-GB" sz="1050">
                <a:solidFill>
                  <a:schemeClr val="bg1"/>
                </a:solidFill>
                <a:latin typeface="+mj-lt"/>
                <a:ea typeface="Calibri" panose="020F0502020204030204" pitchFamily="34" charset="0"/>
                <a:cs typeface="Arial" panose="020B0604020202020204" pitchFamily="34" charset="0"/>
              </a:rPr>
              <a:t>Who is responsible for collecting the data?</a:t>
            </a:r>
          </a:p>
        </p:txBody>
      </p:sp>
      <p:sp>
        <p:nvSpPr>
          <p:cNvPr id="17" name="Speech Bubble: Rectangle with Corners Rounded 16">
            <a:extLst>
              <a:ext uri="{FF2B5EF4-FFF2-40B4-BE49-F238E27FC236}">
                <a16:creationId xmlns:a16="http://schemas.microsoft.com/office/drawing/2014/main" id="{07F9FCE3-C0FA-A466-E514-0F31A5F9CA6A}"/>
              </a:ext>
            </a:extLst>
          </p:cNvPr>
          <p:cNvSpPr/>
          <p:nvPr/>
        </p:nvSpPr>
        <p:spPr>
          <a:xfrm>
            <a:off x="7989691" y="4295988"/>
            <a:ext cx="964605" cy="547576"/>
          </a:xfrm>
          <a:prstGeom prst="wedgeRoundRectCallout">
            <a:avLst>
              <a:gd name="adj1" fmla="val -44805"/>
              <a:gd name="adj2" fmla="val -104736"/>
              <a:gd name="adj3" fmla="val 16667"/>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gn="l" defTabSz="914400" rtl="0" eaLnBrk="1" fontAlgn="auto" latinLnBrk="0" hangingPunct="1">
              <a:lnSpc>
                <a:spcPct val="107000"/>
              </a:lnSpc>
              <a:spcBef>
                <a:spcPts val="0"/>
              </a:spcBef>
              <a:spcAft>
                <a:spcPts val="800"/>
              </a:spcAft>
              <a:buClrTx/>
              <a:buSzTx/>
              <a:tabLst/>
              <a:defRPr/>
            </a:pPr>
            <a:r>
              <a:rPr lang="en-GB" sz="1050">
                <a:solidFill>
                  <a:schemeClr val="bg1"/>
                </a:solidFill>
                <a:latin typeface="+mj-lt"/>
                <a:ea typeface="Calibri" panose="020F0502020204030204" pitchFamily="34" charset="0"/>
                <a:cs typeface="Arial" panose="020B0604020202020204" pitchFamily="34" charset="0"/>
              </a:rPr>
              <a:t>How will the data be collected?</a:t>
            </a:r>
          </a:p>
        </p:txBody>
      </p:sp>
      <p:sp>
        <p:nvSpPr>
          <p:cNvPr id="18" name="Speech Bubble: Rectangle with Corners Rounded 17">
            <a:extLst>
              <a:ext uri="{FF2B5EF4-FFF2-40B4-BE49-F238E27FC236}">
                <a16:creationId xmlns:a16="http://schemas.microsoft.com/office/drawing/2014/main" id="{2489D5C4-231F-4DBB-442B-B4B76F9B0204}"/>
              </a:ext>
            </a:extLst>
          </p:cNvPr>
          <p:cNvSpPr/>
          <p:nvPr/>
        </p:nvSpPr>
        <p:spPr>
          <a:xfrm>
            <a:off x="9046899" y="4309277"/>
            <a:ext cx="1236236" cy="547576"/>
          </a:xfrm>
          <a:prstGeom prst="wedgeRoundRectCallout">
            <a:avLst>
              <a:gd name="adj1" fmla="val -1774"/>
              <a:gd name="adj2" fmla="val -100931"/>
              <a:gd name="adj3" fmla="val 16667"/>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gn="l" defTabSz="914400" rtl="0" eaLnBrk="1" fontAlgn="auto" latinLnBrk="0" hangingPunct="1">
              <a:lnSpc>
                <a:spcPct val="107000"/>
              </a:lnSpc>
              <a:spcBef>
                <a:spcPts val="0"/>
              </a:spcBef>
              <a:spcAft>
                <a:spcPts val="800"/>
              </a:spcAft>
              <a:buClrTx/>
              <a:buSzTx/>
              <a:tabLst/>
              <a:defRPr/>
            </a:pPr>
            <a:r>
              <a:rPr lang="en-GB" sz="1050">
                <a:solidFill>
                  <a:schemeClr val="bg1"/>
                </a:solidFill>
                <a:latin typeface="+mj-lt"/>
                <a:ea typeface="Calibri" panose="020F0502020204030204" pitchFamily="34" charset="0"/>
                <a:cs typeface="Arial" panose="020B0604020202020204" pitchFamily="34" charset="0"/>
              </a:rPr>
              <a:t>When and how often will data be collected?</a:t>
            </a:r>
          </a:p>
        </p:txBody>
      </p:sp>
      <p:sp>
        <p:nvSpPr>
          <p:cNvPr id="19" name="Speech Bubble: Rectangle with Corners Rounded 18">
            <a:extLst>
              <a:ext uri="{FF2B5EF4-FFF2-40B4-BE49-F238E27FC236}">
                <a16:creationId xmlns:a16="http://schemas.microsoft.com/office/drawing/2014/main" id="{7CE7962D-5646-5004-7D75-0EE8ED1EBFB6}"/>
              </a:ext>
            </a:extLst>
          </p:cNvPr>
          <p:cNvSpPr/>
          <p:nvPr/>
        </p:nvSpPr>
        <p:spPr>
          <a:xfrm>
            <a:off x="10351151" y="4309277"/>
            <a:ext cx="1409277" cy="547576"/>
          </a:xfrm>
          <a:prstGeom prst="wedgeRoundRectCallout">
            <a:avLst>
              <a:gd name="adj1" fmla="val -48439"/>
              <a:gd name="adj2" fmla="val -129097"/>
              <a:gd name="adj3" fmla="val 16667"/>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gn="l" defTabSz="914400" rtl="0" eaLnBrk="1" fontAlgn="auto" latinLnBrk="0" hangingPunct="1">
              <a:lnSpc>
                <a:spcPct val="107000"/>
              </a:lnSpc>
              <a:spcBef>
                <a:spcPts val="0"/>
              </a:spcBef>
              <a:spcAft>
                <a:spcPts val="800"/>
              </a:spcAft>
              <a:buClrTx/>
              <a:buSzTx/>
              <a:tabLst/>
              <a:defRPr/>
            </a:pPr>
            <a:r>
              <a:rPr lang="en-GB" sz="1050">
                <a:solidFill>
                  <a:schemeClr val="bg1"/>
                </a:solidFill>
                <a:latin typeface="+mj-lt"/>
                <a:ea typeface="Calibri" panose="020F0502020204030204" pitchFamily="34" charset="0"/>
                <a:cs typeface="Arial" panose="020B0604020202020204" pitchFamily="34" charset="0"/>
              </a:rPr>
              <a:t>Where will the data be collected and stored?</a:t>
            </a:r>
          </a:p>
        </p:txBody>
      </p:sp>
    </p:spTree>
    <p:extLst>
      <p:ext uri="{BB962C8B-B14F-4D97-AF65-F5344CB8AC3E}">
        <p14:creationId xmlns:p14="http://schemas.microsoft.com/office/powerpoint/2010/main" val="4291219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P spid="14" grpId="0" animBg="1"/>
      <p:bldP spid="15" grpId="0" animBg="1"/>
      <p:bldP spid="16" grpId="0" animBg="1"/>
      <p:bldP spid="17" grpId="0" animBg="1"/>
      <p:bldP spid="18" grpId="0" animBg="1"/>
      <p:bldP spid="19"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Rectangle: Rounded Corners 69">
            <a:extLst>
              <a:ext uri="{FF2B5EF4-FFF2-40B4-BE49-F238E27FC236}">
                <a16:creationId xmlns:a16="http://schemas.microsoft.com/office/drawing/2014/main" id="{681E4F4F-EA07-79D7-0AD6-38BD9F3569FB}"/>
              </a:ext>
            </a:extLst>
          </p:cNvPr>
          <p:cNvSpPr/>
          <p:nvPr/>
        </p:nvSpPr>
        <p:spPr>
          <a:xfrm>
            <a:off x="184291" y="5041460"/>
            <a:ext cx="11545188" cy="1284584"/>
          </a:xfrm>
          <a:prstGeom prst="roundRect">
            <a:avLst/>
          </a:prstGeom>
          <a:solidFill>
            <a:schemeClr val="bg1"/>
          </a:solid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sp>
        <p:nvSpPr>
          <p:cNvPr id="69" name="Rectangle: Rounded Corners 68">
            <a:extLst>
              <a:ext uri="{FF2B5EF4-FFF2-40B4-BE49-F238E27FC236}">
                <a16:creationId xmlns:a16="http://schemas.microsoft.com/office/drawing/2014/main" id="{E41132A0-1544-6699-5E5C-8AE7C3068808}"/>
              </a:ext>
            </a:extLst>
          </p:cNvPr>
          <p:cNvSpPr/>
          <p:nvPr/>
        </p:nvSpPr>
        <p:spPr>
          <a:xfrm>
            <a:off x="182524" y="3282780"/>
            <a:ext cx="11545188" cy="1310365"/>
          </a:xfrm>
          <a:prstGeom prst="roundRect">
            <a:avLst/>
          </a:prstGeom>
          <a:solidFill>
            <a:schemeClr val="bg1"/>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sp>
        <p:nvSpPr>
          <p:cNvPr id="68" name="Rectangle: Rounded Corners 67">
            <a:extLst>
              <a:ext uri="{FF2B5EF4-FFF2-40B4-BE49-F238E27FC236}">
                <a16:creationId xmlns:a16="http://schemas.microsoft.com/office/drawing/2014/main" id="{AF60E9A7-86BC-D210-5BB7-0A1867322840}"/>
              </a:ext>
            </a:extLst>
          </p:cNvPr>
          <p:cNvSpPr/>
          <p:nvPr/>
        </p:nvSpPr>
        <p:spPr>
          <a:xfrm>
            <a:off x="182524" y="1507660"/>
            <a:ext cx="11545188" cy="1302879"/>
          </a:xfrm>
          <a:prstGeom prst="roundRect">
            <a:avLst/>
          </a:prstGeom>
          <a:solidFill>
            <a:schemeClr val="bg1"/>
          </a:solid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sp>
        <p:nvSpPr>
          <p:cNvPr id="2" name="Text Placeholder 1">
            <a:extLst>
              <a:ext uri="{FF2B5EF4-FFF2-40B4-BE49-F238E27FC236}">
                <a16:creationId xmlns:a16="http://schemas.microsoft.com/office/drawing/2014/main" id="{493415DF-6BCD-2099-5C05-62C6EE98DB19}"/>
              </a:ext>
            </a:extLst>
          </p:cNvPr>
          <p:cNvSpPr>
            <a:spLocks noGrp="1"/>
          </p:cNvSpPr>
          <p:nvPr>
            <p:ph type="body" sz="quarter" idx="10"/>
          </p:nvPr>
        </p:nvSpPr>
        <p:spPr>
          <a:xfrm>
            <a:off x="270619" y="345370"/>
            <a:ext cx="9514368" cy="923330"/>
          </a:xfrm>
        </p:spPr>
        <p:txBody>
          <a:bodyPr>
            <a:normAutofit/>
          </a:bodyPr>
          <a:lstStyle/>
          <a:p>
            <a:r>
              <a:rPr lang="en-GB" sz="3200">
                <a:latin typeface="+mj-lt"/>
              </a:rPr>
              <a:t>How Data Collection Plans Improve Outcomes</a:t>
            </a:r>
            <a:endParaRPr lang="en-US" sz="3200">
              <a:latin typeface="+mj-lt"/>
            </a:endParaRPr>
          </a:p>
        </p:txBody>
      </p:sp>
      <p:sp>
        <p:nvSpPr>
          <p:cNvPr id="5" name="Rectangle: Rounded Corners 4">
            <a:extLst>
              <a:ext uri="{FF2B5EF4-FFF2-40B4-BE49-F238E27FC236}">
                <a16:creationId xmlns:a16="http://schemas.microsoft.com/office/drawing/2014/main" id="{25C95451-6ED1-E02A-2348-6F0925F0BE02}"/>
              </a:ext>
            </a:extLst>
          </p:cNvPr>
          <p:cNvSpPr/>
          <p:nvPr/>
        </p:nvSpPr>
        <p:spPr>
          <a:xfrm>
            <a:off x="2829962" y="5142630"/>
            <a:ext cx="2764465" cy="1063948"/>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fontAlgn="t">
              <a:buNone/>
            </a:pPr>
            <a:endParaRPr lang="en-US" sz="1400" b="1" i="0">
              <a:effectLst/>
              <a:latin typeface="+mj-lt"/>
            </a:endParaRPr>
          </a:p>
          <a:p>
            <a:pPr algn="ctr" fontAlgn="t">
              <a:buNone/>
            </a:pPr>
            <a:r>
              <a:rPr lang="en-US" sz="1400" b="1" i="0">
                <a:effectLst/>
                <a:latin typeface="+mj-lt"/>
              </a:rPr>
              <a:t>Ensures the right data is collected</a:t>
            </a:r>
            <a:br>
              <a:rPr lang="en-US" sz="1400" b="1" i="0">
                <a:effectLst/>
                <a:latin typeface="+mj-lt"/>
              </a:rPr>
            </a:br>
            <a:endParaRPr lang="en-US" sz="1400" b="1" i="0">
              <a:effectLst/>
              <a:latin typeface="+mj-lt"/>
            </a:endParaRPr>
          </a:p>
          <a:p>
            <a:pPr algn="ctr" fontAlgn="t"/>
            <a:r>
              <a:rPr lang="en-GB" sz="1200" b="0" i="0">
                <a:effectLst/>
                <a:latin typeface="+mj-lt"/>
              </a:rPr>
              <a:t>Focuses on what </a:t>
            </a:r>
            <a:r>
              <a:rPr lang="en-GB" sz="1200">
                <a:latin typeface="+mj-lt"/>
              </a:rPr>
              <a:t>matters and avoids collecting unnecessary</a:t>
            </a:r>
            <a:r>
              <a:rPr lang="en-GB" sz="1200" b="0" i="0">
                <a:effectLst/>
                <a:latin typeface="+mj-lt"/>
              </a:rPr>
              <a:t> data.</a:t>
            </a:r>
            <a:endParaRPr lang="en-US" sz="1200" b="0" i="0">
              <a:effectLst/>
              <a:latin typeface="+mj-lt"/>
            </a:endParaRPr>
          </a:p>
          <a:p>
            <a:pPr algn="ctr" fontAlgn="t">
              <a:buNone/>
            </a:pPr>
            <a:endParaRPr lang="en-US" sz="1050" b="0" i="0">
              <a:effectLst/>
              <a:latin typeface="+mj-lt"/>
            </a:endParaRPr>
          </a:p>
        </p:txBody>
      </p:sp>
      <p:sp>
        <p:nvSpPr>
          <p:cNvPr id="6" name="Rectangle: Rounded Corners 5">
            <a:extLst>
              <a:ext uri="{FF2B5EF4-FFF2-40B4-BE49-F238E27FC236}">
                <a16:creationId xmlns:a16="http://schemas.microsoft.com/office/drawing/2014/main" id="{89403629-1B58-F13A-A143-B6BB37F3567A}"/>
              </a:ext>
            </a:extLst>
          </p:cNvPr>
          <p:cNvSpPr/>
          <p:nvPr/>
        </p:nvSpPr>
        <p:spPr>
          <a:xfrm>
            <a:off x="5734893" y="5142630"/>
            <a:ext cx="2899139" cy="1063947"/>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t"/>
            <a:r>
              <a:rPr lang="en-US" sz="1400" b="1">
                <a:latin typeface="+mj-lt"/>
              </a:rPr>
              <a:t>Improves data accuracy and consistency</a:t>
            </a:r>
            <a:br>
              <a:rPr lang="en-US" sz="1400" b="1">
                <a:latin typeface="+mj-lt"/>
              </a:rPr>
            </a:br>
            <a:endParaRPr lang="en-US" sz="1400" b="1">
              <a:latin typeface="+mj-lt"/>
            </a:endParaRPr>
          </a:p>
          <a:p>
            <a:pPr algn="ctr" fontAlgn="t"/>
            <a:r>
              <a:rPr lang="en-US" sz="1200">
                <a:latin typeface="+mj-lt"/>
              </a:rPr>
              <a:t>Standardizes definitions and methods to reduce errors and variation.</a:t>
            </a:r>
          </a:p>
        </p:txBody>
      </p:sp>
      <p:sp>
        <p:nvSpPr>
          <p:cNvPr id="7" name="Rectangle: Rounded Corners 6">
            <a:extLst>
              <a:ext uri="{FF2B5EF4-FFF2-40B4-BE49-F238E27FC236}">
                <a16:creationId xmlns:a16="http://schemas.microsoft.com/office/drawing/2014/main" id="{1CC87177-897E-2FE7-EE37-5004B7E78B6A}"/>
              </a:ext>
            </a:extLst>
          </p:cNvPr>
          <p:cNvSpPr/>
          <p:nvPr/>
        </p:nvSpPr>
        <p:spPr>
          <a:xfrm>
            <a:off x="7307223" y="1627127"/>
            <a:ext cx="3071477" cy="106394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t"/>
            <a:r>
              <a:rPr lang="en-US" sz="1400" b="1">
                <a:latin typeface="+mj-lt"/>
              </a:rPr>
              <a:t>Saves time and effort</a:t>
            </a:r>
            <a:br>
              <a:rPr lang="en-US" sz="1100">
                <a:latin typeface="+mj-lt"/>
              </a:rPr>
            </a:br>
            <a:endParaRPr lang="en-US" sz="1100">
              <a:latin typeface="+mj-lt"/>
            </a:endParaRPr>
          </a:p>
          <a:p>
            <a:pPr algn="ctr" fontAlgn="t"/>
            <a:r>
              <a:rPr lang="en-US" sz="1200">
                <a:latin typeface="+mj-lt"/>
              </a:rPr>
              <a:t>Prevents wasted work collecting unusable or irrelevant data.</a:t>
            </a:r>
          </a:p>
        </p:txBody>
      </p:sp>
      <p:sp>
        <p:nvSpPr>
          <p:cNvPr id="8" name="Rectangle: Rounded Corners 7">
            <a:extLst>
              <a:ext uri="{FF2B5EF4-FFF2-40B4-BE49-F238E27FC236}">
                <a16:creationId xmlns:a16="http://schemas.microsoft.com/office/drawing/2014/main" id="{2FC2BC4A-0695-C52F-6AC3-D872BB150AB6}"/>
              </a:ext>
            </a:extLst>
          </p:cNvPr>
          <p:cNvSpPr/>
          <p:nvPr/>
        </p:nvSpPr>
        <p:spPr>
          <a:xfrm>
            <a:off x="8772961" y="5151778"/>
            <a:ext cx="2764465" cy="1063947"/>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t"/>
            <a:endParaRPr lang="en-US" sz="1400" b="1">
              <a:latin typeface="+mj-lt"/>
            </a:endParaRPr>
          </a:p>
          <a:p>
            <a:pPr algn="ctr" fontAlgn="t"/>
            <a:r>
              <a:rPr lang="en-US" sz="1400" b="1">
                <a:latin typeface="+mj-lt"/>
              </a:rPr>
              <a:t>Provides clarity and alignment</a:t>
            </a:r>
            <a:br>
              <a:rPr lang="en-US" sz="1400" b="1">
                <a:latin typeface="+mj-lt"/>
              </a:rPr>
            </a:br>
            <a:endParaRPr lang="en-US" sz="1400" b="1">
              <a:latin typeface="+mj-lt"/>
            </a:endParaRPr>
          </a:p>
          <a:p>
            <a:pPr algn="ctr" fontAlgn="t"/>
            <a:r>
              <a:rPr lang="en-US" sz="1200">
                <a:latin typeface="+mj-lt"/>
              </a:rPr>
              <a:t>Defines what, how, when, and by whom data is collected.</a:t>
            </a:r>
          </a:p>
          <a:p>
            <a:pPr algn="ctr" fontAlgn="t"/>
            <a:endParaRPr lang="en-US" sz="1050">
              <a:latin typeface="+mj-lt"/>
            </a:endParaRPr>
          </a:p>
        </p:txBody>
      </p:sp>
      <p:sp>
        <p:nvSpPr>
          <p:cNvPr id="10" name="Rectangle: Rounded Corners 9">
            <a:extLst>
              <a:ext uri="{FF2B5EF4-FFF2-40B4-BE49-F238E27FC236}">
                <a16:creationId xmlns:a16="http://schemas.microsoft.com/office/drawing/2014/main" id="{98DECAEE-D457-CB00-EC49-27BDE584B81E}"/>
              </a:ext>
            </a:extLst>
          </p:cNvPr>
          <p:cNvSpPr/>
          <p:nvPr/>
        </p:nvSpPr>
        <p:spPr>
          <a:xfrm>
            <a:off x="3905182" y="1627126"/>
            <a:ext cx="3071477" cy="1063948"/>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t"/>
            <a:r>
              <a:rPr lang="en-GB" sz="1400" b="1">
                <a:latin typeface="+mj-lt"/>
              </a:rPr>
              <a:t>Identifies trends and root causes</a:t>
            </a:r>
            <a:br>
              <a:rPr lang="en-US" sz="1400" b="1">
                <a:latin typeface="+mj-lt"/>
              </a:rPr>
            </a:br>
            <a:endParaRPr lang="en-US" sz="1400" b="1">
              <a:latin typeface="+mj-lt"/>
            </a:endParaRPr>
          </a:p>
          <a:p>
            <a:pPr algn="ctr" fontAlgn="t"/>
            <a:r>
              <a:rPr lang="en-US" sz="1200">
                <a:latin typeface="+mj-lt"/>
              </a:rPr>
              <a:t>Structures data to allow meaningful analysis and insight.</a:t>
            </a:r>
          </a:p>
        </p:txBody>
      </p:sp>
      <p:sp>
        <p:nvSpPr>
          <p:cNvPr id="32" name="Rectangle: Rounded Corners 31">
            <a:extLst>
              <a:ext uri="{FF2B5EF4-FFF2-40B4-BE49-F238E27FC236}">
                <a16:creationId xmlns:a16="http://schemas.microsoft.com/office/drawing/2014/main" id="{F1BE0571-D8BB-3B4D-9DF1-0CF5DEE9837E}"/>
              </a:ext>
            </a:extLst>
          </p:cNvPr>
          <p:cNvSpPr/>
          <p:nvPr/>
        </p:nvSpPr>
        <p:spPr>
          <a:xfrm>
            <a:off x="270619" y="5343903"/>
            <a:ext cx="2317012" cy="661400"/>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a:solidFill>
                  <a:schemeClr val="bg1"/>
                </a:solidFill>
                <a:latin typeface="+mj-lt"/>
              </a:rPr>
              <a:t>The Foundations</a:t>
            </a:r>
            <a:endParaRPr lang="en-US" b="1">
              <a:solidFill>
                <a:schemeClr val="bg1"/>
              </a:solidFill>
              <a:latin typeface="+mj-lt"/>
            </a:endParaRPr>
          </a:p>
        </p:txBody>
      </p:sp>
      <p:sp>
        <p:nvSpPr>
          <p:cNvPr id="34" name="Rectangle: Rounded Corners 33">
            <a:extLst>
              <a:ext uri="{FF2B5EF4-FFF2-40B4-BE49-F238E27FC236}">
                <a16:creationId xmlns:a16="http://schemas.microsoft.com/office/drawing/2014/main" id="{E969F86D-DD8F-47B7-9840-94982DC37C0E}"/>
              </a:ext>
            </a:extLst>
          </p:cNvPr>
          <p:cNvSpPr/>
          <p:nvPr/>
        </p:nvSpPr>
        <p:spPr>
          <a:xfrm>
            <a:off x="270619" y="1800673"/>
            <a:ext cx="2317012" cy="661400"/>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a:solidFill>
                  <a:schemeClr val="bg1"/>
                </a:solidFill>
                <a:latin typeface="+mj-lt"/>
              </a:rPr>
              <a:t>The Impact</a:t>
            </a:r>
            <a:endParaRPr lang="en-US" b="1">
              <a:solidFill>
                <a:schemeClr val="bg1"/>
              </a:solidFill>
              <a:latin typeface="+mj-lt"/>
            </a:endParaRPr>
          </a:p>
        </p:txBody>
      </p:sp>
      <p:sp>
        <p:nvSpPr>
          <p:cNvPr id="54" name="Rectangle: Rounded Corners 53">
            <a:extLst>
              <a:ext uri="{FF2B5EF4-FFF2-40B4-BE49-F238E27FC236}">
                <a16:creationId xmlns:a16="http://schemas.microsoft.com/office/drawing/2014/main" id="{788A80AC-7CB5-DC04-A61D-4DBEC3D8CC1C}"/>
              </a:ext>
            </a:extLst>
          </p:cNvPr>
          <p:cNvSpPr/>
          <p:nvPr/>
        </p:nvSpPr>
        <p:spPr>
          <a:xfrm>
            <a:off x="270619" y="3603519"/>
            <a:ext cx="2317012" cy="661400"/>
          </a:xfrm>
          <a:prstGeom prst="round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a:solidFill>
                  <a:schemeClr val="bg1"/>
                </a:solidFill>
                <a:latin typeface="+mj-lt"/>
              </a:rPr>
              <a:t>The Core</a:t>
            </a:r>
            <a:endParaRPr lang="en-US" b="1">
              <a:solidFill>
                <a:schemeClr val="bg1"/>
              </a:solidFill>
              <a:latin typeface="+mj-lt"/>
            </a:endParaRPr>
          </a:p>
        </p:txBody>
      </p:sp>
      <p:cxnSp>
        <p:nvCxnSpPr>
          <p:cNvPr id="56" name="Connector: Elbow 55">
            <a:extLst>
              <a:ext uri="{FF2B5EF4-FFF2-40B4-BE49-F238E27FC236}">
                <a16:creationId xmlns:a16="http://schemas.microsoft.com/office/drawing/2014/main" id="{0BCA7AA4-5446-7B66-8DBC-CF538D78204F}"/>
              </a:ext>
            </a:extLst>
          </p:cNvPr>
          <p:cNvCxnSpPr>
            <a:cxnSpLocks/>
            <a:stCxn id="5" idx="0"/>
            <a:endCxn id="9" idx="2"/>
          </p:cNvCxnSpPr>
          <p:nvPr/>
        </p:nvCxnSpPr>
        <p:spPr>
          <a:xfrm rot="5400000" flipH="1" flipV="1">
            <a:off x="5353710" y="3324679"/>
            <a:ext cx="676437" cy="2959466"/>
          </a:xfrm>
          <a:prstGeom prst="bentConnector3">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58" name="Connector: Elbow 57">
            <a:extLst>
              <a:ext uri="{FF2B5EF4-FFF2-40B4-BE49-F238E27FC236}">
                <a16:creationId xmlns:a16="http://schemas.microsoft.com/office/drawing/2014/main" id="{D049E786-8ED1-4C1F-0469-97D6929D0F1B}"/>
              </a:ext>
            </a:extLst>
          </p:cNvPr>
          <p:cNvCxnSpPr>
            <a:cxnSpLocks/>
            <a:stCxn id="8" idx="0"/>
            <a:endCxn id="9" idx="2"/>
          </p:cNvCxnSpPr>
          <p:nvPr/>
        </p:nvCxnSpPr>
        <p:spPr>
          <a:xfrm rot="16200000" flipV="1">
            <a:off x="8320636" y="3317219"/>
            <a:ext cx="685585" cy="2983533"/>
          </a:xfrm>
          <a:prstGeom prst="bentConnector3">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7A198A45-382E-F665-25DE-813DC4BCC2A9}"/>
              </a:ext>
            </a:extLst>
          </p:cNvPr>
          <p:cNvCxnSpPr>
            <a:cxnSpLocks/>
            <a:stCxn id="6" idx="0"/>
            <a:endCxn id="9" idx="2"/>
          </p:cNvCxnSpPr>
          <p:nvPr/>
        </p:nvCxnSpPr>
        <p:spPr>
          <a:xfrm flipH="1" flipV="1">
            <a:off x="7171661" y="4466193"/>
            <a:ext cx="12802" cy="676437"/>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AC6D9280-7D57-4A38-F877-F52EA82E6E04}"/>
              </a:ext>
            </a:extLst>
          </p:cNvPr>
          <p:cNvCxnSpPr>
            <a:cxnSpLocks/>
            <a:stCxn id="9" idx="0"/>
            <a:endCxn id="10" idx="2"/>
          </p:cNvCxnSpPr>
          <p:nvPr/>
        </p:nvCxnSpPr>
        <p:spPr>
          <a:xfrm rot="16200000" flipV="1">
            <a:off x="5950705" y="2181290"/>
            <a:ext cx="711172" cy="1730740"/>
          </a:xfrm>
          <a:prstGeom prst="bentConnector3">
            <a:avLst>
              <a:gd name="adj1" fmla="val 50000"/>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66" name="Connector: Elbow 65">
            <a:extLst>
              <a:ext uri="{FF2B5EF4-FFF2-40B4-BE49-F238E27FC236}">
                <a16:creationId xmlns:a16="http://schemas.microsoft.com/office/drawing/2014/main" id="{626C0722-9710-BD4B-1D13-0FA710E8F0D0}"/>
              </a:ext>
            </a:extLst>
          </p:cNvPr>
          <p:cNvCxnSpPr>
            <a:cxnSpLocks/>
            <a:stCxn id="9" idx="0"/>
            <a:endCxn id="7" idx="2"/>
          </p:cNvCxnSpPr>
          <p:nvPr/>
        </p:nvCxnSpPr>
        <p:spPr>
          <a:xfrm rot="5400000" flipH="1" flipV="1">
            <a:off x="7651725" y="2211010"/>
            <a:ext cx="711172" cy="1671301"/>
          </a:xfrm>
          <a:prstGeom prst="bentConnector3">
            <a:avLst>
              <a:gd name="adj1" fmla="val 50000"/>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9" name="Rectangle: Rounded Corners 8">
            <a:extLst>
              <a:ext uri="{FF2B5EF4-FFF2-40B4-BE49-F238E27FC236}">
                <a16:creationId xmlns:a16="http://schemas.microsoft.com/office/drawing/2014/main" id="{1D4C2C88-B31A-CC75-4F8D-D7943CF35E68}"/>
              </a:ext>
            </a:extLst>
          </p:cNvPr>
          <p:cNvSpPr/>
          <p:nvPr/>
        </p:nvSpPr>
        <p:spPr>
          <a:xfrm>
            <a:off x="5433238" y="3402246"/>
            <a:ext cx="3476846" cy="1063947"/>
          </a:xfrm>
          <a:prstGeom prst="roundRect">
            <a:avLst/>
          </a:prstGeom>
          <a:solidFill>
            <a:srgbClr val="00AF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t"/>
            <a:r>
              <a:rPr lang="en-US" sz="1400" b="1">
                <a:latin typeface="+mj-lt"/>
              </a:rPr>
              <a:t>Enables better </a:t>
            </a:r>
          </a:p>
          <a:p>
            <a:pPr algn="ctr" fontAlgn="t"/>
            <a:r>
              <a:rPr lang="en-US" sz="1400" b="1">
                <a:latin typeface="+mj-lt"/>
              </a:rPr>
              <a:t>decision-making</a:t>
            </a:r>
            <a:br>
              <a:rPr lang="en-US" sz="1100">
                <a:latin typeface="+mj-lt"/>
              </a:rPr>
            </a:br>
            <a:endParaRPr lang="en-US" sz="1100">
              <a:latin typeface="+mj-lt"/>
            </a:endParaRPr>
          </a:p>
          <a:p>
            <a:pPr algn="ctr" fontAlgn="t"/>
            <a:r>
              <a:rPr lang="en-US" sz="1200">
                <a:latin typeface="+mj-lt"/>
              </a:rPr>
              <a:t>Ensures reliable, evidence-based decisions.</a:t>
            </a:r>
          </a:p>
        </p:txBody>
      </p:sp>
    </p:spTree>
    <p:extLst>
      <p:ext uri="{BB962C8B-B14F-4D97-AF65-F5344CB8AC3E}">
        <p14:creationId xmlns:p14="http://schemas.microsoft.com/office/powerpoint/2010/main" val="1861763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4"/>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64"/>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animBg="1"/>
      <p:bldP spid="69" grpId="0" animBg="1"/>
      <p:bldP spid="68" grpId="0" animBg="1"/>
      <p:bldP spid="5" grpId="0" animBg="1"/>
      <p:bldP spid="6" grpId="0" animBg="1"/>
      <p:bldP spid="7" grpId="0" animBg="1"/>
      <p:bldP spid="8" grpId="0" animBg="1"/>
      <p:bldP spid="10" grpId="0" animBg="1"/>
      <p:bldP spid="32" grpId="0" animBg="1"/>
      <p:bldP spid="34" grpId="0" animBg="1"/>
      <p:bldP spid="54" grpId="0" animBg="1"/>
      <p:bldP spid="9"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E3998AC5-710A-4DD7-89C1-2DB7254789E4}"/>
              </a:ext>
            </a:extLst>
          </p:cNvPr>
          <p:cNvSpPr txBox="1">
            <a:spLocks/>
          </p:cNvSpPr>
          <p:nvPr/>
        </p:nvSpPr>
        <p:spPr>
          <a:xfrm>
            <a:off x="418280" y="362941"/>
            <a:ext cx="10783118" cy="1085172"/>
          </a:xfrm>
          <a:prstGeom prst="rect">
            <a:avLst/>
          </a:prstGeom>
        </p:spPr>
        <p:txBody>
          <a:bodyPr/>
          <a:lstStyle>
            <a:lvl1pPr algn="l" defTabSz="914400" rtl="0" eaLnBrk="1" latinLnBrk="0" hangingPunct="1">
              <a:lnSpc>
                <a:spcPct val="100000"/>
              </a:lnSpc>
              <a:spcBef>
                <a:spcPct val="0"/>
              </a:spcBef>
              <a:buNone/>
              <a:defRPr sz="2400" kern="1200">
                <a:solidFill>
                  <a:schemeClr val="tx1"/>
                </a:solidFill>
                <a:latin typeface="+mj-lt"/>
                <a:ea typeface="+mj-ea"/>
                <a:cs typeface="+mj-cs"/>
              </a:defRPr>
            </a:lvl1pPr>
          </a:lstStyle>
          <a:p>
            <a:r>
              <a:rPr lang="en-US" sz="3200" b="1" noProof="0">
                <a:solidFill>
                  <a:srgbClr val="FFC000"/>
                </a:solidFill>
                <a:ea typeface="Calibri" panose="020F0502020204030204" pitchFamily="34" charset="0"/>
                <a:cs typeface="Arial" panose="020B0604020202020204" pitchFamily="34" charset="0"/>
              </a:rPr>
              <a:t>Data Collection Considerations</a:t>
            </a:r>
            <a:endParaRPr lang="en-US" sz="3200" b="1" noProof="0">
              <a:solidFill>
                <a:srgbClr val="FFC000"/>
              </a:solidFill>
              <a:cs typeface="Arial" panose="020B0604020202020204" pitchFamily="34" charset="0"/>
            </a:endParaRPr>
          </a:p>
        </p:txBody>
      </p:sp>
      <p:sp>
        <p:nvSpPr>
          <p:cNvPr id="3" name="Content Placeholder 1">
            <a:extLst>
              <a:ext uri="{FF2B5EF4-FFF2-40B4-BE49-F238E27FC236}">
                <a16:creationId xmlns:a16="http://schemas.microsoft.com/office/drawing/2014/main" id="{D76C9390-AA82-4EA8-A719-02C05F65291D}"/>
              </a:ext>
            </a:extLst>
          </p:cNvPr>
          <p:cNvSpPr txBox="1">
            <a:spLocks/>
          </p:cNvSpPr>
          <p:nvPr/>
        </p:nvSpPr>
        <p:spPr>
          <a:xfrm>
            <a:off x="418280" y="1892174"/>
            <a:ext cx="7123163" cy="3608303"/>
          </a:xfrm>
          <a:prstGeom prst="rect">
            <a:avLst/>
          </a:prstGeom>
        </p:spPr>
        <p:txBody>
          <a:bodyPr vert="horz" lIns="0" tIns="0" rIns="0" bIns="0" rtlCol="0" anchor="t">
            <a:normAutofit/>
          </a:bodyPr>
          <a:lstStyle>
            <a:lvl1pPr marL="0" indent="0" algn="l" defTabSz="914400" rtl="0" eaLnBrk="1" latinLnBrk="0" hangingPunct="1">
              <a:lnSpc>
                <a:spcPct val="100000"/>
              </a:lnSpc>
              <a:spcBef>
                <a:spcPts val="1000"/>
              </a:spcBef>
              <a:buFont typeface="Arial" panose="020B0604020202020204" pitchFamily="34" charset="0"/>
              <a:buNone/>
              <a:defRPr sz="1600" b="1" kern="1200">
                <a:solidFill>
                  <a:schemeClr val="bg2"/>
                </a:solidFill>
                <a:latin typeface="+mn-lt"/>
                <a:ea typeface="+mn-ea"/>
                <a:cs typeface="+mn-cs"/>
              </a:defRPr>
            </a:lvl1pPr>
            <a:lvl2pPr marL="0" indent="0" algn="l" defTabSz="914400" rtl="0" eaLnBrk="1" latinLnBrk="0" hangingPunct="1">
              <a:lnSpc>
                <a:spcPct val="100000"/>
              </a:lnSpc>
              <a:spcBef>
                <a:spcPts val="800"/>
              </a:spcBef>
              <a:spcAft>
                <a:spcPts val="400"/>
              </a:spcAft>
              <a:buFont typeface="Arial" panose="020B0604020202020204" pitchFamily="34" charset="0"/>
              <a:buNone/>
              <a:defRPr sz="1400" kern="1200">
                <a:solidFill>
                  <a:schemeClr val="tx1"/>
                </a:solidFill>
                <a:latin typeface="+mn-lt"/>
                <a:ea typeface="+mn-ea"/>
                <a:cs typeface="+mn-cs"/>
              </a:defRPr>
            </a:lvl2pPr>
            <a:lvl3pPr marL="180975" indent="-180975" algn="l" defTabSz="914400" rtl="0" eaLnBrk="1" latinLnBrk="0" hangingPunct="1">
              <a:lnSpc>
                <a:spcPct val="100000"/>
              </a:lnSpc>
              <a:spcBef>
                <a:spcPts val="600"/>
              </a:spcBef>
              <a:buClr>
                <a:schemeClr val="bg2"/>
              </a:buClr>
              <a:buFont typeface="Arial" panose="020B0604020202020204" pitchFamily="34" charset="0"/>
              <a:buChar char="•"/>
              <a:defRPr sz="1400" kern="1200">
                <a:solidFill>
                  <a:schemeClr val="tx1"/>
                </a:solidFill>
                <a:latin typeface="+mn-lt"/>
                <a:ea typeface="+mn-ea"/>
                <a:cs typeface="+mn-cs"/>
              </a:defRPr>
            </a:lvl3pPr>
            <a:lvl4pPr marL="361950" indent="-180975" algn="l" defTabSz="914400" rtl="0" eaLnBrk="1" latinLnBrk="0" hangingPunct="1">
              <a:lnSpc>
                <a:spcPct val="100000"/>
              </a:lnSpc>
              <a:spcBef>
                <a:spcPts val="600"/>
              </a:spcBef>
              <a:buFont typeface="Arial" panose="020B0604020202020204" pitchFamily="34" charset="0"/>
              <a:buChar char="•"/>
              <a:defRPr sz="1200" kern="1200">
                <a:solidFill>
                  <a:schemeClr val="tx1"/>
                </a:solidFill>
                <a:latin typeface="+mn-lt"/>
                <a:ea typeface="+mn-ea"/>
                <a:cs typeface="+mn-cs"/>
              </a:defRPr>
            </a:lvl4pPr>
            <a:lvl5pPr marL="542925" indent="-180975" algn="l" defTabSz="914400" rtl="0" eaLnBrk="1" latinLnBrk="0" hangingPunct="1">
              <a:lnSpc>
                <a:spcPct val="100000"/>
              </a:lnSpc>
              <a:spcBef>
                <a:spcPts val="600"/>
              </a:spcBef>
              <a:buClr>
                <a:schemeClr val="tx1"/>
              </a:buClr>
              <a:buFont typeface="Trebuchet MS" panose="020B0603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7000"/>
              </a:lnSpc>
              <a:spcAft>
                <a:spcPts val="800"/>
              </a:spcAft>
            </a:pPr>
            <a:r>
              <a:rPr lang="en-GB" sz="1800" noProof="0">
                <a:solidFill>
                  <a:srgbClr val="002060"/>
                </a:solidFill>
                <a:latin typeface="+mj-lt"/>
                <a:ea typeface="Calibri" panose="020F0502020204030204" pitchFamily="34" charset="0"/>
                <a:cs typeface="Arial" panose="020B0604020202020204" pitchFamily="34" charset="0"/>
              </a:rPr>
              <a:t>Collecting context data helps you understand why variation occurs</a:t>
            </a:r>
            <a:r>
              <a:rPr lang="en-GB" sz="1800" b="0" noProof="0">
                <a:solidFill>
                  <a:srgbClr val="002060"/>
                </a:solidFill>
                <a:latin typeface="+mj-lt"/>
                <a:ea typeface="Calibri" panose="020F0502020204030204" pitchFamily="34" charset="0"/>
                <a:cs typeface="Arial" panose="020B0604020202020204" pitchFamily="34" charset="0"/>
              </a:rPr>
              <a:t>.</a:t>
            </a:r>
            <a:endParaRPr lang="en-US" sz="1800" b="0" noProof="0">
              <a:solidFill>
                <a:srgbClr val="002060"/>
              </a:solidFill>
              <a:latin typeface="+mj-lt"/>
              <a:ea typeface="Calibri" panose="020F0502020204030204" pitchFamily="34" charset="0"/>
              <a:cs typeface="Arial" panose="020B0604020202020204" pitchFamily="34" charset="0"/>
            </a:endParaRPr>
          </a:p>
          <a:p>
            <a:pPr>
              <a:lnSpc>
                <a:spcPct val="107000"/>
              </a:lnSpc>
              <a:spcAft>
                <a:spcPts val="800"/>
              </a:spcAft>
            </a:pPr>
            <a:r>
              <a:rPr lang="en-GB" sz="1800" b="0">
                <a:solidFill>
                  <a:srgbClr val="172859"/>
                </a:solidFill>
                <a:latin typeface="+mj-lt"/>
                <a:ea typeface="Calibri" panose="020F0502020204030204" pitchFamily="34" charset="0"/>
                <a:cs typeface="Arial" panose="020B0604020202020204" pitchFamily="34" charset="0"/>
              </a:rPr>
              <a:t>Alongside your primary data, consider capturing:</a:t>
            </a:r>
          </a:p>
          <a:p>
            <a:pPr marL="285750" indent="-285750">
              <a:lnSpc>
                <a:spcPct val="107000"/>
              </a:lnSpc>
              <a:spcBef>
                <a:spcPts val="600"/>
              </a:spcBef>
              <a:spcAft>
                <a:spcPts val="600"/>
              </a:spcAft>
              <a:buFont typeface="Arial" panose="020B0604020202020204" pitchFamily="34" charset="0"/>
              <a:buChar char="•"/>
            </a:pPr>
            <a:r>
              <a:rPr lang="en-GB" sz="1800" b="0">
                <a:solidFill>
                  <a:srgbClr val="172859"/>
                </a:solidFill>
                <a:latin typeface="+mj-lt"/>
                <a:ea typeface="Calibri" panose="020F0502020204030204" pitchFamily="34" charset="0"/>
                <a:cs typeface="Arial" panose="020B0604020202020204" pitchFamily="34" charset="0"/>
              </a:rPr>
              <a:t>Time of the day.</a:t>
            </a:r>
          </a:p>
          <a:p>
            <a:pPr marL="285750" indent="-285750">
              <a:lnSpc>
                <a:spcPct val="107000"/>
              </a:lnSpc>
              <a:spcBef>
                <a:spcPts val="600"/>
              </a:spcBef>
              <a:spcAft>
                <a:spcPts val="600"/>
              </a:spcAft>
              <a:buFont typeface="Arial" panose="020B0604020202020204" pitchFamily="34" charset="0"/>
              <a:buChar char="•"/>
            </a:pPr>
            <a:r>
              <a:rPr lang="en-GB" sz="1800" b="0">
                <a:solidFill>
                  <a:srgbClr val="172859"/>
                </a:solidFill>
                <a:latin typeface="+mj-lt"/>
                <a:ea typeface="Calibri" panose="020F0502020204030204" pitchFamily="34" charset="0"/>
                <a:cs typeface="Arial" panose="020B0604020202020204" pitchFamily="34" charset="0"/>
              </a:rPr>
              <a:t>Day of the week.</a:t>
            </a:r>
          </a:p>
          <a:p>
            <a:pPr marL="285750" indent="-285750">
              <a:lnSpc>
                <a:spcPct val="107000"/>
              </a:lnSpc>
              <a:spcBef>
                <a:spcPts val="600"/>
              </a:spcBef>
              <a:spcAft>
                <a:spcPts val="600"/>
              </a:spcAft>
              <a:buFont typeface="Arial" panose="020B0604020202020204" pitchFamily="34" charset="0"/>
              <a:buChar char="•"/>
            </a:pPr>
            <a:r>
              <a:rPr lang="en-GB" sz="1800" b="0">
                <a:solidFill>
                  <a:srgbClr val="172859"/>
                </a:solidFill>
                <a:latin typeface="+mj-lt"/>
                <a:ea typeface="Calibri" panose="020F0502020204030204" pitchFamily="34" charset="0"/>
                <a:cs typeface="Arial" panose="020B0604020202020204" pitchFamily="34" charset="0"/>
              </a:rPr>
              <a:t>Process conditions or influencing factors (e.g. workload, system issues).</a:t>
            </a:r>
          </a:p>
          <a:p>
            <a:pPr marL="285750" indent="-285750">
              <a:lnSpc>
                <a:spcPct val="107000"/>
              </a:lnSpc>
              <a:spcBef>
                <a:spcPts val="600"/>
              </a:spcBef>
              <a:spcAft>
                <a:spcPts val="600"/>
              </a:spcAft>
              <a:buFont typeface="Arial" panose="020B0604020202020204" pitchFamily="34" charset="0"/>
              <a:buChar char="•"/>
            </a:pPr>
            <a:r>
              <a:rPr lang="en-GB" sz="1800" b="0">
                <a:solidFill>
                  <a:srgbClr val="172859"/>
                </a:solidFill>
                <a:latin typeface="+mj-lt"/>
                <a:ea typeface="Calibri" panose="020F0502020204030204" pitchFamily="34" charset="0"/>
                <a:cs typeface="Arial" panose="020B0604020202020204" pitchFamily="34" charset="0"/>
              </a:rPr>
              <a:t>Sample size.</a:t>
            </a:r>
          </a:p>
          <a:p>
            <a:pPr marL="285750" indent="-285750">
              <a:lnSpc>
                <a:spcPct val="107000"/>
              </a:lnSpc>
              <a:spcAft>
                <a:spcPts val="800"/>
              </a:spcAft>
              <a:buFont typeface="Arial" panose="020B0604020202020204" pitchFamily="34" charset="0"/>
              <a:buChar char="•"/>
            </a:pPr>
            <a:endParaRPr lang="en-US" sz="1800" b="0">
              <a:solidFill>
                <a:srgbClr val="172859"/>
              </a:solidFill>
              <a:latin typeface="+mj-lt"/>
              <a:ea typeface="Calibri" panose="020F0502020204030204" pitchFamily="34" charset="0"/>
              <a:cs typeface="Arial" panose="020B0604020202020204" pitchFamily="34" charset="0"/>
            </a:endParaRPr>
          </a:p>
        </p:txBody>
      </p:sp>
      <p:pic>
        <p:nvPicPr>
          <p:cNvPr id="5" name="Picture 4" descr="Business team brainstorming">
            <a:extLst>
              <a:ext uri="{FF2B5EF4-FFF2-40B4-BE49-F238E27FC236}">
                <a16:creationId xmlns:a16="http://schemas.microsoft.com/office/drawing/2014/main" id="{54B81040-770D-519F-3478-76A767D2D8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59467" y="2268563"/>
            <a:ext cx="4232533" cy="2821689"/>
          </a:xfrm>
          <a:prstGeom prst="rect">
            <a:avLst/>
          </a:prstGeom>
        </p:spPr>
      </p:pic>
      <p:sp>
        <p:nvSpPr>
          <p:cNvPr id="7" name="TextBox 6">
            <a:extLst>
              <a:ext uri="{FF2B5EF4-FFF2-40B4-BE49-F238E27FC236}">
                <a16:creationId xmlns:a16="http://schemas.microsoft.com/office/drawing/2014/main" id="{9C1147FB-B5A8-2E23-3B7E-45413899DC76}"/>
              </a:ext>
            </a:extLst>
          </p:cNvPr>
          <p:cNvSpPr txBox="1"/>
          <p:nvPr/>
        </p:nvSpPr>
        <p:spPr>
          <a:xfrm>
            <a:off x="2139757" y="6015074"/>
            <a:ext cx="7912486" cy="305853"/>
          </a:xfrm>
          <a:prstGeom prst="rect">
            <a:avLst/>
          </a:prstGeom>
          <a:solidFill>
            <a:schemeClr val="accent4"/>
          </a:solidFill>
        </p:spPr>
        <p:txBody>
          <a:bodyPr wrap="square">
            <a:spAutoFit/>
          </a:bodyPr>
          <a:lstStyle/>
          <a:p>
            <a:pPr fontAlgn="t">
              <a:lnSpc>
                <a:spcPts val="1500"/>
              </a:lnSpc>
              <a:buNone/>
            </a:pPr>
            <a:r>
              <a:rPr lang="en-US" b="0" i="0">
                <a:solidFill>
                  <a:schemeClr val="bg1"/>
                </a:solidFill>
                <a:effectLst/>
                <a:latin typeface="+mj-lt"/>
              </a:rPr>
              <a:t>Context data helps identify patterns, trends, and potential root causes.</a:t>
            </a:r>
          </a:p>
        </p:txBody>
      </p:sp>
    </p:spTree>
    <p:extLst>
      <p:ext uri="{BB962C8B-B14F-4D97-AF65-F5344CB8AC3E}">
        <p14:creationId xmlns:p14="http://schemas.microsoft.com/office/powerpoint/2010/main" val="13540149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E61D1E33-A564-4A50-9746-866F6E9C917B}"/>
              </a:ext>
            </a:extLst>
          </p:cNvPr>
          <p:cNvSpPr txBox="1">
            <a:spLocks/>
          </p:cNvSpPr>
          <p:nvPr/>
        </p:nvSpPr>
        <p:spPr>
          <a:xfrm>
            <a:off x="455199" y="360832"/>
            <a:ext cx="10783118" cy="1085172"/>
          </a:xfrm>
          <a:prstGeom prst="rect">
            <a:avLst/>
          </a:prstGeom>
        </p:spPr>
        <p:txBody>
          <a:bodyPr/>
          <a:lstStyle>
            <a:lvl1pPr algn="l" defTabSz="914400" rtl="0" eaLnBrk="1" latinLnBrk="0" hangingPunct="1">
              <a:lnSpc>
                <a:spcPct val="100000"/>
              </a:lnSpc>
              <a:spcBef>
                <a:spcPct val="0"/>
              </a:spcBef>
              <a:buNone/>
              <a:defRPr sz="2400" kern="1200">
                <a:solidFill>
                  <a:schemeClr val="tx1"/>
                </a:solidFill>
                <a:latin typeface="+mj-lt"/>
                <a:ea typeface="+mj-ea"/>
                <a:cs typeface="+mj-cs"/>
              </a:defRPr>
            </a:lvl1pPr>
          </a:lstStyle>
          <a:p>
            <a:r>
              <a:rPr lang="en-US" sz="3200" b="1" noProof="0">
                <a:solidFill>
                  <a:srgbClr val="FFC000"/>
                </a:solidFill>
                <a:cs typeface="Arial" panose="020B0604020202020204" pitchFamily="34" charset="0"/>
              </a:rPr>
              <a:t>Data Collection – Define requirements clearly</a:t>
            </a:r>
          </a:p>
        </p:txBody>
      </p:sp>
      <p:sp>
        <p:nvSpPr>
          <p:cNvPr id="3" name="Content Placeholder 1">
            <a:extLst>
              <a:ext uri="{FF2B5EF4-FFF2-40B4-BE49-F238E27FC236}">
                <a16:creationId xmlns:a16="http://schemas.microsoft.com/office/drawing/2014/main" id="{D120B186-64C7-443B-9D03-C934D954F35C}"/>
              </a:ext>
            </a:extLst>
          </p:cNvPr>
          <p:cNvSpPr txBox="1">
            <a:spLocks/>
          </p:cNvSpPr>
          <p:nvPr/>
        </p:nvSpPr>
        <p:spPr>
          <a:xfrm>
            <a:off x="449238" y="1446004"/>
            <a:ext cx="11383510" cy="4337252"/>
          </a:xfrm>
          <a:prstGeom prst="rect">
            <a:avLst/>
          </a:prstGeom>
        </p:spPr>
        <p:txBody>
          <a:bodyPr vert="horz" lIns="0" tIns="0" rIns="0" bIns="0" rtlCol="0" anchor="t">
            <a:normAutofit/>
          </a:bodyPr>
          <a:lstStyle>
            <a:lvl1pPr marL="0" indent="0" algn="l" defTabSz="914400" rtl="0" eaLnBrk="1" latinLnBrk="0" hangingPunct="1">
              <a:lnSpc>
                <a:spcPct val="100000"/>
              </a:lnSpc>
              <a:spcBef>
                <a:spcPts val="1000"/>
              </a:spcBef>
              <a:buFont typeface="Arial" panose="020B0604020202020204" pitchFamily="34" charset="0"/>
              <a:buNone/>
              <a:defRPr sz="1600" b="1" kern="1200">
                <a:solidFill>
                  <a:schemeClr val="bg2"/>
                </a:solidFill>
                <a:latin typeface="+mn-lt"/>
                <a:ea typeface="+mn-ea"/>
                <a:cs typeface="+mn-cs"/>
              </a:defRPr>
            </a:lvl1pPr>
            <a:lvl2pPr marL="0" indent="0" algn="l" defTabSz="914400" rtl="0" eaLnBrk="1" latinLnBrk="0" hangingPunct="1">
              <a:lnSpc>
                <a:spcPct val="100000"/>
              </a:lnSpc>
              <a:spcBef>
                <a:spcPts val="800"/>
              </a:spcBef>
              <a:spcAft>
                <a:spcPts val="400"/>
              </a:spcAft>
              <a:buFont typeface="Arial" panose="020B0604020202020204" pitchFamily="34" charset="0"/>
              <a:buNone/>
              <a:defRPr sz="1400" kern="1200">
                <a:solidFill>
                  <a:schemeClr val="tx1"/>
                </a:solidFill>
                <a:latin typeface="+mn-lt"/>
                <a:ea typeface="+mn-ea"/>
                <a:cs typeface="+mn-cs"/>
              </a:defRPr>
            </a:lvl2pPr>
            <a:lvl3pPr marL="180975" indent="-180975" algn="l" defTabSz="914400" rtl="0" eaLnBrk="1" latinLnBrk="0" hangingPunct="1">
              <a:lnSpc>
                <a:spcPct val="100000"/>
              </a:lnSpc>
              <a:spcBef>
                <a:spcPts val="600"/>
              </a:spcBef>
              <a:buClr>
                <a:schemeClr val="bg2"/>
              </a:buClr>
              <a:buFont typeface="Arial" panose="020B0604020202020204" pitchFamily="34" charset="0"/>
              <a:buChar char="•"/>
              <a:defRPr sz="1400" kern="1200">
                <a:solidFill>
                  <a:schemeClr val="tx1"/>
                </a:solidFill>
                <a:latin typeface="+mn-lt"/>
                <a:ea typeface="+mn-ea"/>
                <a:cs typeface="+mn-cs"/>
              </a:defRPr>
            </a:lvl3pPr>
            <a:lvl4pPr marL="361950" indent="-180975" algn="l" defTabSz="914400" rtl="0" eaLnBrk="1" latinLnBrk="0" hangingPunct="1">
              <a:lnSpc>
                <a:spcPct val="100000"/>
              </a:lnSpc>
              <a:spcBef>
                <a:spcPts val="600"/>
              </a:spcBef>
              <a:buFont typeface="Arial" panose="020B0604020202020204" pitchFamily="34" charset="0"/>
              <a:buChar char="•"/>
              <a:defRPr sz="1200" kern="1200">
                <a:solidFill>
                  <a:schemeClr val="tx1"/>
                </a:solidFill>
                <a:latin typeface="+mn-lt"/>
                <a:ea typeface="+mn-ea"/>
                <a:cs typeface="+mn-cs"/>
              </a:defRPr>
            </a:lvl4pPr>
            <a:lvl5pPr marL="542925" indent="-180975" algn="l" defTabSz="914400" rtl="0" eaLnBrk="1" latinLnBrk="0" hangingPunct="1">
              <a:lnSpc>
                <a:spcPct val="100000"/>
              </a:lnSpc>
              <a:spcBef>
                <a:spcPts val="600"/>
              </a:spcBef>
              <a:buClr>
                <a:schemeClr val="tx1"/>
              </a:buClr>
              <a:buFont typeface="Trebuchet MS" panose="020B0603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noProof="0">
                <a:solidFill>
                  <a:schemeClr val="accent4"/>
                </a:solidFill>
                <a:latin typeface="+mj-lt"/>
                <a:cs typeface="Arial" panose="020B0604020202020204" pitchFamily="34" charset="0"/>
              </a:rPr>
              <a:t>It is important that anyone using the data collection plan understands exactly what is required and how to apply it consistently. An example is shown below:</a:t>
            </a:r>
            <a:endParaRPr lang="en-US" sz="1050" b="0" noProof="0">
              <a:solidFill>
                <a:schemeClr val="accent4"/>
              </a:solidFill>
              <a:latin typeface="+mj-lt"/>
              <a:cs typeface="Arial" panose="020B0604020202020204" pitchFamily="34" charset="0"/>
            </a:endParaRPr>
          </a:p>
        </p:txBody>
      </p:sp>
      <p:graphicFrame>
        <p:nvGraphicFramePr>
          <p:cNvPr id="5" name="Table 4">
            <a:extLst>
              <a:ext uri="{FF2B5EF4-FFF2-40B4-BE49-F238E27FC236}">
                <a16:creationId xmlns:a16="http://schemas.microsoft.com/office/drawing/2014/main" id="{F2CE0428-7B2B-4858-8106-4B7F9D55BD83}"/>
              </a:ext>
            </a:extLst>
          </p:cNvPr>
          <p:cNvGraphicFramePr>
            <a:graphicFrameLocks noGrp="1"/>
          </p:cNvGraphicFramePr>
          <p:nvPr>
            <p:extLst>
              <p:ext uri="{D42A27DB-BD31-4B8C-83A1-F6EECF244321}">
                <p14:modId xmlns:p14="http://schemas.microsoft.com/office/powerpoint/2010/main" val="286549055"/>
              </p:ext>
            </p:extLst>
          </p:nvPr>
        </p:nvGraphicFramePr>
        <p:xfrm>
          <a:off x="478465" y="2189457"/>
          <a:ext cx="11354283" cy="4432371"/>
        </p:xfrm>
        <a:graphic>
          <a:graphicData uri="http://schemas.openxmlformats.org/drawingml/2006/table">
            <a:tbl>
              <a:tblPr firstRow="1" bandRow="1">
                <a:tableStyleId>{ED083AE6-46FA-4A59-8FB0-9F97EB10719F}</a:tableStyleId>
              </a:tblPr>
              <a:tblGrid>
                <a:gridCol w="4432631">
                  <a:extLst>
                    <a:ext uri="{9D8B030D-6E8A-4147-A177-3AD203B41FA5}">
                      <a16:colId xmlns:a16="http://schemas.microsoft.com/office/drawing/2014/main" val="1815314248"/>
                    </a:ext>
                  </a:extLst>
                </a:gridCol>
                <a:gridCol w="6921652">
                  <a:extLst>
                    <a:ext uri="{9D8B030D-6E8A-4147-A177-3AD203B41FA5}">
                      <a16:colId xmlns:a16="http://schemas.microsoft.com/office/drawing/2014/main" val="388629186"/>
                    </a:ext>
                  </a:extLst>
                </a:gridCol>
              </a:tblGrid>
              <a:tr h="432992">
                <a:tc>
                  <a:txBody>
                    <a:bodyPr/>
                    <a:lstStyle/>
                    <a:p>
                      <a:r>
                        <a:rPr lang="en-US" sz="1600" noProof="0">
                          <a:solidFill>
                            <a:schemeClr val="bg1"/>
                          </a:solidFill>
                          <a:latin typeface="+mn-lt"/>
                          <a:cs typeface="Arial" panose="020B0604020202020204" pitchFamily="34" charset="0"/>
                        </a:rPr>
                        <a:t>DEFINITION</a:t>
                      </a:r>
                    </a:p>
                  </a:txBody>
                  <a:tcPr>
                    <a:solidFill>
                      <a:srgbClr val="00B0F0"/>
                    </a:solidFill>
                  </a:tcPr>
                </a:tc>
                <a:tc>
                  <a:txBody>
                    <a:bodyPr/>
                    <a:lstStyle/>
                    <a:p>
                      <a:r>
                        <a:rPr lang="en-US" sz="1600" noProof="0">
                          <a:solidFill>
                            <a:schemeClr val="bg1"/>
                          </a:solidFill>
                          <a:latin typeface="+mn-lt"/>
                          <a:cs typeface="Arial" panose="020B0604020202020204" pitchFamily="34" charset="0"/>
                        </a:rPr>
                        <a:t>EXAMPLE</a:t>
                      </a:r>
                    </a:p>
                  </a:txBody>
                  <a:tcPr>
                    <a:solidFill>
                      <a:srgbClr val="00B0F0"/>
                    </a:solidFill>
                  </a:tcPr>
                </a:tc>
                <a:extLst>
                  <a:ext uri="{0D108BD9-81ED-4DB2-BD59-A6C34878D82A}">
                    <a16:rowId xmlns:a16="http://schemas.microsoft.com/office/drawing/2014/main" val="886218946"/>
                  </a:ext>
                </a:extLst>
              </a:tr>
              <a:tr h="432992">
                <a:tc>
                  <a:txBody>
                    <a:bodyPr/>
                    <a:lstStyle/>
                    <a:p>
                      <a:r>
                        <a:rPr lang="en-US" sz="1600" b="1" noProof="0">
                          <a:solidFill>
                            <a:srgbClr val="172859"/>
                          </a:solidFill>
                          <a:latin typeface="+mn-lt"/>
                          <a:cs typeface="Arial" panose="020B0604020202020204" pitchFamily="34" charset="0"/>
                        </a:rPr>
                        <a:t>MEASURE (method)</a:t>
                      </a:r>
                    </a:p>
                  </a:txBody>
                  <a:tcPr/>
                </a:tc>
                <a:tc>
                  <a:txBody>
                    <a:bodyPr/>
                    <a:lstStyle/>
                    <a:p>
                      <a:r>
                        <a:rPr lang="en-GB" sz="1600" noProof="0">
                          <a:solidFill>
                            <a:srgbClr val="172859"/>
                          </a:solidFill>
                          <a:latin typeface="+mn-lt"/>
                          <a:cs typeface="Arial" panose="020B0604020202020204" pitchFamily="34" charset="0"/>
                        </a:rPr>
                        <a:t>Number of requests not completed correctly.</a:t>
                      </a:r>
                      <a:endParaRPr lang="en-US" sz="1600" noProof="0">
                        <a:solidFill>
                          <a:srgbClr val="172859"/>
                        </a:solidFill>
                        <a:latin typeface="+mn-lt"/>
                        <a:cs typeface="Arial" panose="020B0604020202020204" pitchFamily="34" charset="0"/>
                      </a:endParaRPr>
                    </a:p>
                  </a:txBody>
                  <a:tcPr/>
                </a:tc>
                <a:extLst>
                  <a:ext uri="{0D108BD9-81ED-4DB2-BD59-A6C34878D82A}">
                    <a16:rowId xmlns:a16="http://schemas.microsoft.com/office/drawing/2014/main" val="3474903159"/>
                  </a:ext>
                </a:extLst>
              </a:tr>
              <a:tr h="432992">
                <a:tc>
                  <a:txBody>
                    <a:bodyPr/>
                    <a:lstStyle/>
                    <a:p>
                      <a:r>
                        <a:rPr lang="en-US" sz="1600" b="1" noProof="0">
                          <a:solidFill>
                            <a:srgbClr val="172859"/>
                          </a:solidFill>
                          <a:latin typeface="+mn-lt"/>
                          <a:cs typeface="Arial" panose="020B0604020202020204" pitchFamily="34" charset="0"/>
                        </a:rPr>
                        <a:t>OPERATIONAL DEFINITION (defined)</a:t>
                      </a:r>
                    </a:p>
                  </a:txBody>
                  <a:tcPr/>
                </a:tc>
                <a:tc>
                  <a:txBody>
                    <a:bodyPr/>
                    <a:lstStyle/>
                    <a:p>
                      <a:r>
                        <a:rPr lang="en-GB" sz="1600" noProof="0">
                          <a:solidFill>
                            <a:srgbClr val="172859"/>
                          </a:solidFill>
                          <a:latin typeface="+mn-lt"/>
                          <a:cs typeface="Arial" panose="020B0604020202020204" pitchFamily="34" charset="0"/>
                        </a:rPr>
                        <a:t>A request is considered “not completed correctly” if it requires rework, correction, or resubmission.</a:t>
                      </a:r>
                      <a:endParaRPr lang="en-US" sz="1600" noProof="0">
                        <a:solidFill>
                          <a:srgbClr val="172859"/>
                        </a:solidFill>
                        <a:latin typeface="+mn-lt"/>
                        <a:cs typeface="Arial" panose="020B0604020202020204" pitchFamily="34" charset="0"/>
                      </a:endParaRPr>
                    </a:p>
                  </a:txBody>
                  <a:tcPr/>
                </a:tc>
                <a:extLst>
                  <a:ext uri="{0D108BD9-81ED-4DB2-BD59-A6C34878D82A}">
                    <a16:rowId xmlns:a16="http://schemas.microsoft.com/office/drawing/2014/main" val="4011462862"/>
                  </a:ext>
                </a:extLst>
              </a:tr>
              <a:tr h="432992">
                <a:tc>
                  <a:txBody>
                    <a:bodyPr/>
                    <a:lstStyle/>
                    <a:p>
                      <a:r>
                        <a:rPr lang="en-US" sz="1600" b="1" noProof="0">
                          <a:solidFill>
                            <a:srgbClr val="172859"/>
                          </a:solidFill>
                          <a:latin typeface="+mn-lt"/>
                          <a:cs typeface="Arial"/>
                        </a:rPr>
                        <a:t>UNIT (how)</a:t>
                      </a:r>
                    </a:p>
                  </a:txBody>
                  <a:tcPr/>
                </a:tc>
                <a:tc>
                  <a:txBody>
                    <a:bodyPr/>
                    <a:lstStyle/>
                    <a:p>
                      <a:r>
                        <a:rPr lang="en-GB" sz="1600" noProof="0">
                          <a:solidFill>
                            <a:srgbClr val="172859"/>
                          </a:solidFill>
                          <a:latin typeface="+mn-lt"/>
                          <a:cs typeface="Arial" panose="020B0604020202020204" pitchFamily="34" charset="0"/>
                        </a:rPr>
                        <a:t>Count (#) and % of total requests.</a:t>
                      </a:r>
                      <a:endParaRPr lang="en-US" sz="1600" noProof="0">
                        <a:solidFill>
                          <a:srgbClr val="172859"/>
                        </a:solidFill>
                        <a:latin typeface="+mn-lt"/>
                        <a:cs typeface="Arial" panose="020B0604020202020204" pitchFamily="34" charset="0"/>
                      </a:endParaRPr>
                    </a:p>
                  </a:txBody>
                  <a:tcPr/>
                </a:tc>
                <a:extLst>
                  <a:ext uri="{0D108BD9-81ED-4DB2-BD59-A6C34878D82A}">
                    <a16:rowId xmlns:a16="http://schemas.microsoft.com/office/drawing/2014/main" val="2823669359"/>
                  </a:ext>
                </a:extLst>
              </a:tr>
              <a:tr h="676179">
                <a:tc>
                  <a:txBody>
                    <a:bodyPr/>
                    <a:lstStyle/>
                    <a:p>
                      <a:r>
                        <a:rPr lang="en-GB" sz="1600" b="1" noProof="0">
                          <a:solidFill>
                            <a:srgbClr val="172859"/>
                          </a:solidFill>
                          <a:latin typeface="+mn-lt"/>
                          <a:cs typeface="Arial" panose="020B0604020202020204" pitchFamily="34" charset="0"/>
                        </a:rPr>
                        <a:t>WHY (purpose)</a:t>
                      </a:r>
                      <a:endParaRPr lang="en-US" sz="1600" b="1" noProof="0">
                        <a:solidFill>
                          <a:srgbClr val="172859"/>
                        </a:solidFill>
                        <a:latin typeface="+mn-lt"/>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noProof="0">
                          <a:solidFill>
                            <a:srgbClr val="172859"/>
                          </a:solidFill>
                          <a:latin typeface="+mn-lt"/>
                          <a:cs typeface="Arial" panose="020B0604020202020204" pitchFamily="34" charset="0"/>
                        </a:rPr>
                        <a:t>To understand the volume of errors and identify trends or common causes of failure.</a:t>
                      </a:r>
                      <a:endParaRPr lang="en-US" sz="1600" noProof="0">
                        <a:solidFill>
                          <a:srgbClr val="172859"/>
                        </a:solidFill>
                        <a:latin typeface="+mn-lt"/>
                        <a:cs typeface="Arial" panose="020B0604020202020204" pitchFamily="34" charset="0"/>
                      </a:endParaRPr>
                    </a:p>
                  </a:txBody>
                  <a:tcPr/>
                </a:tc>
                <a:extLst>
                  <a:ext uri="{0D108BD9-81ED-4DB2-BD59-A6C34878D82A}">
                    <a16:rowId xmlns:a16="http://schemas.microsoft.com/office/drawing/2014/main" val="1235970473"/>
                  </a:ext>
                </a:extLst>
              </a:tr>
              <a:tr h="4329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a:solidFill>
                            <a:srgbClr val="172859"/>
                          </a:solidFill>
                          <a:latin typeface="+mn-lt"/>
                          <a:cs typeface="Arial" panose="020B0604020202020204" pitchFamily="34" charset="0"/>
                        </a:rPr>
                        <a:t>WHO (responsible)</a:t>
                      </a:r>
                    </a:p>
                  </a:txBody>
                  <a:tcPr/>
                </a:tc>
                <a:tc>
                  <a:txBody>
                    <a:bodyPr/>
                    <a:lstStyle/>
                    <a:p>
                      <a:r>
                        <a:rPr lang="en-GB" sz="1600" noProof="0">
                          <a:solidFill>
                            <a:srgbClr val="172859"/>
                          </a:solidFill>
                          <a:latin typeface="+mn-lt"/>
                          <a:cs typeface="Arial" panose="020B0604020202020204" pitchFamily="34" charset="0"/>
                        </a:rPr>
                        <a:t>Name of person responsible for data collection.</a:t>
                      </a:r>
                      <a:endParaRPr lang="en-US" sz="1600" noProof="0">
                        <a:solidFill>
                          <a:srgbClr val="172859"/>
                        </a:solidFill>
                        <a:latin typeface="+mn-lt"/>
                        <a:cs typeface="Arial" panose="020B0604020202020204" pitchFamily="34" charset="0"/>
                      </a:endParaRPr>
                    </a:p>
                  </a:txBody>
                  <a:tcPr/>
                </a:tc>
                <a:extLst>
                  <a:ext uri="{0D108BD9-81ED-4DB2-BD59-A6C34878D82A}">
                    <a16:rowId xmlns:a16="http://schemas.microsoft.com/office/drawing/2014/main" val="42540836"/>
                  </a:ext>
                </a:extLst>
              </a:tr>
              <a:tr h="432992">
                <a:tc>
                  <a:txBody>
                    <a:bodyPr/>
                    <a:lstStyle/>
                    <a:p>
                      <a:r>
                        <a:rPr lang="en-US" sz="1600" b="1" noProof="0">
                          <a:solidFill>
                            <a:srgbClr val="172859"/>
                          </a:solidFill>
                          <a:latin typeface="+mn-lt"/>
                          <a:cs typeface="Arial" panose="020B0604020202020204" pitchFamily="34" charset="0"/>
                        </a:rPr>
                        <a:t>HOW (method)</a:t>
                      </a:r>
                    </a:p>
                  </a:txBody>
                  <a:tcPr/>
                </a:tc>
                <a:tc>
                  <a:txBody>
                    <a:bodyPr/>
                    <a:lstStyle/>
                    <a:p>
                      <a:r>
                        <a:rPr lang="en-GB" sz="1600" noProof="0">
                          <a:solidFill>
                            <a:srgbClr val="172859"/>
                          </a:solidFill>
                          <a:latin typeface="+mn-lt"/>
                          <a:cs typeface="Arial" panose="020B0604020202020204" pitchFamily="34" charset="0"/>
                        </a:rPr>
                        <a:t>System reports, manual logs, or workflow tracking tools.</a:t>
                      </a:r>
                      <a:endParaRPr lang="en-US" sz="1600" noProof="0">
                        <a:solidFill>
                          <a:srgbClr val="172859"/>
                        </a:solidFill>
                        <a:latin typeface="+mn-lt"/>
                        <a:cs typeface="Arial" panose="020B0604020202020204" pitchFamily="34" charset="0"/>
                      </a:endParaRPr>
                    </a:p>
                  </a:txBody>
                  <a:tcPr/>
                </a:tc>
                <a:extLst>
                  <a:ext uri="{0D108BD9-81ED-4DB2-BD59-A6C34878D82A}">
                    <a16:rowId xmlns:a16="http://schemas.microsoft.com/office/drawing/2014/main" val="2840827166"/>
                  </a:ext>
                </a:extLst>
              </a:tr>
              <a:tr h="432992">
                <a:tc>
                  <a:txBody>
                    <a:bodyPr/>
                    <a:lstStyle/>
                    <a:p>
                      <a:r>
                        <a:rPr lang="en-US" sz="1600" b="1" noProof="0">
                          <a:solidFill>
                            <a:srgbClr val="172859"/>
                          </a:solidFill>
                          <a:latin typeface="+mn-lt"/>
                          <a:cs typeface="Arial" panose="020B0604020202020204" pitchFamily="34" charset="0"/>
                        </a:rPr>
                        <a:t>WHEN (frequency/sample size)</a:t>
                      </a:r>
                    </a:p>
                  </a:txBody>
                  <a:tcPr/>
                </a:tc>
                <a:tc>
                  <a:txBody>
                    <a:bodyPr/>
                    <a:lstStyle/>
                    <a:p>
                      <a:r>
                        <a:rPr lang="en-GB" sz="1600" noProof="0">
                          <a:solidFill>
                            <a:srgbClr val="172859"/>
                          </a:solidFill>
                          <a:latin typeface="+mn-lt"/>
                          <a:cs typeface="Arial" panose="020B0604020202020204" pitchFamily="34" charset="0"/>
                        </a:rPr>
                        <a:t>Daily recording, with weekly review.</a:t>
                      </a:r>
                      <a:endParaRPr lang="en-US" sz="1600" noProof="0">
                        <a:solidFill>
                          <a:srgbClr val="172859"/>
                        </a:solidFill>
                        <a:latin typeface="+mn-lt"/>
                        <a:cs typeface="Arial" panose="020B0604020202020204" pitchFamily="34" charset="0"/>
                      </a:endParaRPr>
                    </a:p>
                  </a:txBody>
                  <a:tcPr/>
                </a:tc>
                <a:extLst>
                  <a:ext uri="{0D108BD9-81ED-4DB2-BD59-A6C34878D82A}">
                    <a16:rowId xmlns:a16="http://schemas.microsoft.com/office/drawing/2014/main" val="4243974469"/>
                  </a:ext>
                </a:extLst>
              </a:tr>
              <a:tr h="432992">
                <a:tc>
                  <a:txBody>
                    <a:bodyPr/>
                    <a:lstStyle/>
                    <a:p>
                      <a:pPr marL="0" algn="l" defTabSz="914400" rtl="0" eaLnBrk="1" latinLnBrk="0" hangingPunct="1"/>
                      <a:r>
                        <a:rPr lang="en-GB" sz="1600" b="1" kern="1200">
                          <a:solidFill>
                            <a:srgbClr val="172859"/>
                          </a:solidFill>
                          <a:latin typeface="+mn-lt"/>
                          <a:ea typeface="+mn-ea"/>
                          <a:cs typeface="Arial" panose="020B0604020202020204" pitchFamily="34" charset="0"/>
                        </a:rPr>
                        <a:t>WHERE (location/source)</a:t>
                      </a:r>
                      <a:endParaRPr lang="en-US" sz="1600" b="1" kern="1200">
                        <a:solidFill>
                          <a:srgbClr val="172859"/>
                        </a:solidFill>
                        <a:latin typeface="+mn-lt"/>
                        <a:ea typeface="+mn-ea"/>
                        <a:cs typeface="Arial" panose="020B0604020202020204" pitchFamily="34" charset="0"/>
                      </a:endParaRPr>
                    </a:p>
                  </a:txBody>
                  <a:tcPr/>
                </a:tc>
                <a:tc>
                  <a:txBody>
                    <a:bodyPr/>
                    <a:lstStyle/>
                    <a:p>
                      <a:pPr marL="0" algn="l" defTabSz="914400" rtl="0" eaLnBrk="1" latinLnBrk="0" hangingPunct="1"/>
                      <a:r>
                        <a:rPr lang="en-GB" sz="1600" kern="1200">
                          <a:solidFill>
                            <a:srgbClr val="172859"/>
                          </a:solidFill>
                          <a:latin typeface="+mn-lt"/>
                          <a:ea typeface="+mn-ea"/>
                          <a:cs typeface="Arial" panose="020B0604020202020204" pitchFamily="34" charset="0"/>
                        </a:rPr>
                        <a:t>Operational system, shared service platform, or data reporting tool (e.g. CRM, ERP, ticketing system).</a:t>
                      </a:r>
                      <a:endParaRPr lang="en-US" sz="1600" kern="1200">
                        <a:solidFill>
                          <a:srgbClr val="172859"/>
                        </a:solidFill>
                        <a:latin typeface="+mn-lt"/>
                        <a:ea typeface="+mn-ea"/>
                        <a:cs typeface="Arial" panose="020B0604020202020204" pitchFamily="34" charset="0"/>
                      </a:endParaRPr>
                    </a:p>
                  </a:txBody>
                  <a:tcPr/>
                </a:tc>
                <a:extLst>
                  <a:ext uri="{0D108BD9-81ED-4DB2-BD59-A6C34878D82A}">
                    <a16:rowId xmlns:a16="http://schemas.microsoft.com/office/drawing/2014/main" val="3787503166"/>
                  </a:ext>
                </a:extLst>
              </a:tr>
            </a:tbl>
          </a:graphicData>
        </a:graphic>
      </p:graphicFrame>
    </p:spTree>
    <p:extLst>
      <p:ext uri="{BB962C8B-B14F-4D97-AF65-F5344CB8AC3E}">
        <p14:creationId xmlns:p14="http://schemas.microsoft.com/office/powerpoint/2010/main" val="29545230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9B385ADB-EC3C-0340-A3B5-5A2E763A22AF}"/>
              </a:ext>
            </a:extLst>
          </p:cNvPr>
          <p:cNvSpPr>
            <a:spLocks noGrp="1"/>
          </p:cNvSpPr>
          <p:nvPr>
            <p:ph type="body" sz="quarter" idx="10"/>
          </p:nvPr>
        </p:nvSpPr>
        <p:spPr>
          <a:xfrm>
            <a:off x="533400" y="1534622"/>
            <a:ext cx="5562600" cy="4216539"/>
          </a:xfrm>
        </p:spPr>
        <p:txBody>
          <a:bodyPr/>
          <a:lstStyle/>
          <a:p>
            <a:r>
              <a:rPr lang="en-US">
                <a:latin typeface="Trebuchet MS" panose="020B0603020202020204" pitchFamily="34" charset="0"/>
              </a:rPr>
              <a:t>Thank you</a:t>
            </a:r>
          </a:p>
          <a:p>
            <a:endParaRPr lang="en-US" sz="2400" b="0">
              <a:latin typeface="Trebuchet MS" panose="020B0603020202020204" pitchFamily="34" charset="0"/>
            </a:endParaRPr>
          </a:p>
          <a:p>
            <a:r>
              <a:rPr lang="en-US" sz="2400" b="0">
                <a:latin typeface="Trebuchet MS" panose="020B0603020202020204" pitchFamily="34" charset="0"/>
              </a:rPr>
              <a:t>Thank you for your participation. You have now completed the learning for this module. </a:t>
            </a:r>
          </a:p>
          <a:p>
            <a:endParaRPr lang="en-US" sz="2400" b="0">
              <a:latin typeface="Trebuchet MS" panose="020B0603020202020204" pitchFamily="34" charset="0"/>
            </a:endParaRPr>
          </a:p>
          <a:p>
            <a:r>
              <a:rPr lang="en-US" sz="2400" b="0">
                <a:latin typeface="Trebuchet MS" panose="020B0603020202020204" pitchFamily="34" charset="0"/>
              </a:rPr>
              <a:t>Once your attendance has been captured, your module end test will be available. Slides for this session will also be available for review. </a:t>
            </a:r>
          </a:p>
        </p:txBody>
      </p:sp>
      <p:sp>
        <p:nvSpPr>
          <p:cNvPr id="6" name="Rectangle 5">
            <a:extLst>
              <a:ext uri="{FF2B5EF4-FFF2-40B4-BE49-F238E27FC236}">
                <a16:creationId xmlns:a16="http://schemas.microsoft.com/office/drawing/2014/main" id="{22FCE6DB-793A-EB37-1422-6EB8844E720D}"/>
              </a:ext>
            </a:extLst>
          </p:cNvPr>
          <p:cNvSpPr/>
          <p:nvPr/>
        </p:nvSpPr>
        <p:spPr>
          <a:xfrm>
            <a:off x="213756" y="5652655"/>
            <a:ext cx="2458192" cy="926275"/>
          </a:xfrm>
          <a:prstGeom prst="rect">
            <a:avLst/>
          </a:prstGeom>
          <a:solidFill>
            <a:srgbClr val="2440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Trebuchet MS" panose="020B0603020202020204" pitchFamily="34" charset="0"/>
            </a:endParaRPr>
          </a:p>
        </p:txBody>
      </p:sp>
    </p:spTree>
    <p:custDataLst>
      <p:tags r:id="rId1"/>
    </p:custDataLst>
    <p:extLst>
      <p:ext uri="{BB962C8B-B14F-4D97-AF65-F5344CB8AC3E}">
        <p14:creationId xmlns:p14="http://schemas.microsoft.com/office/powerpoint/2010/main" val="7152966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Ingeus Generic">
  <a:themeElements>
    <a:clrScheme name="Custom 5">
      <a:dk1>
        <a:srgbClr val="6B635B"/>
      </a:dk1>
      <a:lt1>
        <a:srgbClr val="FFFFFF"/>
      </a:lt1>
      <a:dk2>
        <a:srgbClr val="F58233"/>
      </a:dk2>
      <a:lt2>
        <a:srgbClr val="FBBA00"/>
      </a:lt2>
      <a:accent1>
        <a:srgbClr val="EC008C"/>
      </a:accent1>
      <a:accent2>
        <a:srgbClr val="8DC63F"/>
      </a:accent2>
      <a:accent3>
        <a:srgbClr val="00AF74"/>
      </a:accent3>
      <a:accent4>
        <a:srgbClr val="27AAE1"/>
      </a:accent4>
      <a:accent5>
        <a:srgbClr val="2B3990"/>
      </a:accent5>
      <a:accent6>
        <a:srgbClr val="9FA1A2"/>
      </a:accent6>
      <a:hlink>
        <a:srgbClr val="6B635B"/>
      </a:hlink>
      <a:folHlink>
        <a:srgbClr val="6B635B"/>
      </a:folHlink>
    </a:clrScheme>
    <a:fontScheme name="Custom 7">
      <a:majorFont>
        <a:latin typeface="Trebuchet MS"/>
        <a:ea typeface=""/>
        <a:cs typeface=""/>
      </a:majorFont>
      <a:minorFont>
        <a:latin typeface="Trebuchet M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c8982c3a-aa8a-40f4-beae-7464567f5c95">
      <Terms xmlns="http://schemas.microsoft.com/office/infopath/2007/PartnerControls"/>
    </lcf76f155ced4ddcb4097134ff3c332f>
    <TaxCatchAll xmlns="5f2719aa-8549-4aa0-9718-54854450c270"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35D28FA20BD2FE48BF0090F2482EA240" ma:contentTypeVersion="12" ma:contentTypeDescription="Create a new document." ma:contentTypeScope="" ma:versionID="2fa18cf9dfb3640b544f21b035a49950">
  <xsd:schema xmlns:xsd="http://www.w3.org/2001/XMLSchema" xmlns:xs="http://www.w3.org/2001/XMLSchema" xmlns:p="http://schemas.microsoft.com/office/2006/metadata/properties" xmlns:ns2="c8982c3a-aa8a-40f4-beae-7464567f5c95" xmlns:ns3="5f2719aa-8549-4aa0-9718-54854450c270" targetNamespace="http://schemas.microsoft.com/office/2006/metadata/properties" ma:root="true" ma:fieldsID="1514f7be33d9c2f3fc87f8d7868ccd8c" ns2:_="" ns3:_="">
    <xsd:import namespace="c8982c3a-aa8a-40f4-beae-7464567f5c95"/>
    <xsd:import namespace="5f2719aa-8549-4aa0-9718-54854450c27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BillingMetadata"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982c3a-aa8a-40f4-beae-7464567f5c9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1" nillable="true" ma:displayName="MediaServiceBillingMetadata" ma:hidden="true" ma:internalName="MediaServiceBilling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1e537eb2-d2b7-44a8-833a-5538858146a5"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f2719aa-8549-4aa0-9718-54854450c270"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253a8935-bef3-42e8-a216-44c478a2c40c}" ma:internalName="TaxCatchAll" ma:showField="CatchAllData" ma:web="5f2719aa-8549-4aa0-9718-54854450c2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C3A51D0-7C6A-4D2B-8829-36E1ED29FFDC}">
  <ds:schemaRefs>
    <ds:schemaRef ds:uri="http://purl.org/dc/terms/"/>
    <ds:schemaRef ds:uri="http://purl.org/dc/dcmitype/"/>
    <ds:schemaRef ds:uri="http://schemas.openxmlformats.org/package/2006/metadata/core-properties"/>
    <ds:schemaRef ds:uri="http://purl.org/dc/elements/1.1/"/>
    <ds:schemaRef ds:uri="4867e260-efc0-4c04-89a7-fe69bd504a77"/>
    <ds:schemaRef ds:uri="http://schemas.microsoft.com/office/2006/documentManagement/types"/>
    <ds:schemaRef ds:uri="http://schemas.microsoft.com/office/2006/metadata/properties"/>
    <ds:schemaRef ds:uri="http://schemas.microsoft.com/office/infopath/2007/PartnerControls"/>
    <ds:schemaRef ds:uri="http://www.w3.org/XML/1998/namespace"/>
    <ds:schemaRef ds:uri="c8982c3a-aa8a-40f4-beae-7464567f5c95"/>
    <ds:schemaRef ds:uri="5f2719aa-8549-4aa0-9718-54854450c270"/>
  </ds:schemaRefs>
</ds:datastoreItem>
</file>

<file path=customXml/itemProps2.xml><?xml version="1.0" encoding="utf-8"?>
<ds:datastoreItem xmlns:ds="http://schemas.openxmlformats.org/officeDocument/2006/customXml" ds:itemID="{4E0AEA08-BF45-4C02-8466-9F33D89780DF}">
  <ds:schemaRefs>
    <ds:schemaRef ds:uri="http://schemas.microsoft.com/sharepoint/v3/contenttype/forms"/>
  </ds:schemaRefs>
</ds:datastoreItem>
</file>

<file path=customXml/itemProps3.xml><?xml version="1.0" encoding="utf-8"?>
<ds:datastoreItem xmlns:ds="http://schemas.openxmlformats.org/officeDocument/2006/customXml" ds:itemID="{767A5410-500C-4905-A217-C133E246BD5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8982c3a-aa8a-40f4-beae-7464567f5c95"/>
    <ds:schemaRef ds:uri="5f2719aa-8549-4aa0-9718-54854450c27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68</TotalTime>
  <Words>8358</Words>
  <Application>Microsoft Office PowerPoint</Application>
  <PresentationFormat>Widescreen</PresentationFormat>
  <Paragraphs>763</Paragraphs>
  <Slides>33</Slides>
  <Notes>33</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33</vt:i4>
      </vt:variant>
    </vt:vector>
  </HeadingPairs>
  <TitlesOfParts>
    <vt:vector size="40" baseType="lpstr">
      <vt:lpstr>Arial</vt:lpstr>
      <vt:lpstr>Calibri</vt:lpstr>
      <vt:lpstr>Courier New</vt:lpstr>
      <vt:lpstr>Trebuchet MS</vt:lpstr>
      <vt:lpstr>Wingdings</vt:lpstr>
      <vt:lpstr>Ingeus Generic</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Measure the process</dc:title>
  <dc:creator>Steven Foster</dc:creator>
  <cp:lastModifiedBy>Steven Foster</cp:lastModifiedBy>
  <cp:revision>3</cp:revision>
  <dcterms:created xsi:type="dcterms:W3CDTF">2026-09-08T11:14:22Z</dcterms:created>
  <dcterms:modified xsi:type="dcterms:W3CDTF">2026-10-05T11:48:14Z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0x01010035D28FA20BD2FE48BF0090F2482EA240</vt:lpwstr>
  </property>
  <property fmtid="{D5CDD505-2E9C-101B-9397-08002B2CF9AE}" pid="3" name="MSIP_Label_03429321-b149-4a39-bd49-743598a7657b_Enabled">
    <vt:lpwstr>true</vt:lpwstr>
  </property>
  <property fmtid="{D5CDD505-2E9C-101B-9397-08002B2CF9AE}" pid="4" name="MSIP_Label_03429321-b149-4a39-bd49-743598a7657b_SetDate">
    <vt:lpwstr>2022-04-16T06:31:01Z</vt:lpwstr>
  </property>
  <property fmtid="{D5CDD505-2E9C-101B-9397-08002B2CF9AE}" pid="5" name="MSIP_Label_03429321-b149-4a39-bd49-743598a7657b_Method">
    <vt:lpwstr>Privileged</vt:lpwstr>
  </property>
  <property fmtid="{D5CDD505-2E9C-101B-9397-08002B2CF9AE}" pid="6" name="MSIP_Label_03429321-b149-4a39-bd49-743598a7657b_Name">
    <vt:lpwstr>Internal</vt:lpwstr>
  </property>
  <property fmtid="{D5CDD505-2E9C-101B-9397-08002B2CF9AE}" pid="7" name="MSIP_Label_03429321-b149-4a39-bd49-743598a7657b_SiteId">
    <vt:lpwstr>5090ac83-b577-4b0b-9a7d-be03f24a6c0c</vt:lpwstr>
  </property>
  <property fmtid="{D5CDD505-2E9C-101B-9397-08002B2CF9AE}" pid="8" name="MSIP_Label_03429321-b149-4a39-bd49-743598a7657b_ActionId">
    <vt:lpwstr>37e84fa7-fb5c-465a-b937-35c0a8952bdb</vt:lpwstr>
  </property>
  <property fmtid="{D5CDD505-2E9C-101B-9397-08002B2CF9AE}" pid="9" name="MSIP_Label_03429321-b149-4a39-bd49-743598a7657b_ContentBits">
    <vt:lpwstr>0</vt:lpwstr>
  </property>
  <property fmtid="{D5CDD505-2E9C-101B-9397-08002B2CF9AE}" pid="10" name="MediaServiceImageTags">
    <vt:lpwstr/>
  </property>
</Properties>
</file>